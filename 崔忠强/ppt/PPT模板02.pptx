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  <p:sldMasterId id="2147483676" r:id="rId4"/>
  </p:sldMasterIdLst>
  <p:notesMasterIdLst>
    <p:notesMasterId r:id="rId10"/>
  </p:notesMasterIdLst>
  <p:sldIdLst>
    <p:sldId id="256" r:id="rId5"/>
    <p:sldId id="275" r:id="rId6"/>
    <p:sldId id="276" r:id="rId7"/>
    <p:sldId id="257" r:id="rId8"/>
    <p:sldId id="258" r:id="rId9"/>
    <p:sldId id="259" r:id="rId11"/>
    <p:sldId id="260" r:id="rId12"/>
    <p:sldId id="262" r:id="rId13"/>
    <p:sldId id="263" r:id="rId14"/>
    <p:sldId id="265" r:id="rId15"/>
    <p:sldId id="266" r:id="rId16"/>
    <p:sldId id="267" r:id="rId17"/>
    <p:sldId id="268" r:id="rId18"/>
    <p:sldId id="271" r:id="rId19"/>
    <p:sldId id="272" r:id="rId20"/>
    <p:sldId id="273" r:id="rId21"/>
    <p:sldId id="26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41279-0F16-4260-8160-85F3A1FAE0F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096BE-34E9-4740-A76B-2955D534ED0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模板来自于 </a:t>
            </a:r>
            <a:r>
              <a:rPr lang="en-US" altLang="zh-CN"/>
              <a:t>http://meihua.docer.com/</a:t>
            </a:r>
            <a:endParaRPr lang="zh-CN" altLang="en-US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D9030A9-8D4A-4D56-A1BC-476111AB0117}" type="slidenum">
              <a:rPr lang="zh-CN" altLang="en-US" smtClean="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fld id="{50192EF9-1F56-42AB-B84C-24A5129C2E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8"/>
          <p:cNvSpPr/>
          <p:nvPr userDrawn="1"/>
        </p:nvSpPr>
        <p:spPr>
          <a:xfrm flipV="1">
            <a:off x="0" y="0"/>
            <a:ext cx="7251700" cy="6858000"/>
          </a:xfrm>
          <a:custGeom>
            <a:avLst/>
            <a:gdLst/>
            <a:ahLst/>
            <a:cxnLst/>
            <a:rect l="l" t="t" r="r" b="b"/>
            <a:pathLst>
              <a:path w="7251700" h="6858001">
                <a:moveTo>
                  <a:pt x="6045200" y="6858001"/>
                </a:moveTo>
                <a:lnTo>
                  <a:pt x="7251700" y="6858001"/>
                </a:lnTo>
                <a:lnTo>
                  <a:pt x="6045200" y="1"/>
                </a:lnTo>
                <a:lnTo>
                  <a:pt x="6045200" y="0"/>
                </a:lnTo>
                <a:lnTo>
                  <a:pt x="0" y="0"/>
                </a:lnTo>
                <a:lnTo>
                  <a:pt x="0" y="6858000"/>
                </a:lnTo>
                <a:lnTo>
                  <a:pt x="6045200" y="6858000"/>
                </a:lnTo>
                <a:close/>
              </a:path>
            </a:pathLst>
          </a:cu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平行四边形 2"/>
          <p:cNvSpPr/>
          <p:nvPr userDrawn="1"/>
        </p:nvSpPr>
        <p:spPr>
          <a:xfrm>
            <a:off x="6030913" y="0"/>
            <a:ext cx="1524000" cy="6858000"/>
          </a:xfrm>
          <a:prstGeom prst="parallelogram">
            <a:avLst>
              <a:gd name="adj" fmla="val 79353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4" name="Picture 8" descr="超大LOGO全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2238" y="220663"/>
            <a:ext cx="30257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5437188" y="0"/>
            <a:ext cx="675481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153025" y="0"/>
            <a:ext cx="284163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14"/>
          <p:cNvSpPr>
            <a:spLocks noChangeArrowheads="1"/>
          </p:cNvSpPr>
          <p:nvPr userDrawn="1"/>
        </p:nvSpPr>
        <p:spPr bwMode="auto">
          <a:xfrm>
            <a:off x="9748838" y="346075"/>
            <a:ext cx="2003425" cy="850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lnSpc>
                <a:spcPct val="112000"/>
              </a:lnSpc>
              <a:defRPr/>
            </a:pPr>
            <a:r>
              <a:rPr lang="zh-CN" altLang="en-US" sz="2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  <a:r>
              <a:rPr lang="zh-CN" altLang="en-US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FF9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b="1" dirty="0">
              <a:solidFill>
                <a:srgbClr val="FF9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1" hangingPunct="1">
              <a:lnSpc>
                <a:spcPct val="112000"/>
              </a:lnSpc>
              <a:defRPr/>
            </a:pPr>
            <a:r>
              <a:rPr lang="en-US" altLang="zh-CN" sz="1600" dirty="0">
                <a:solidFill>
                  <a:srgbClr val="7F7F7F"/>
                </a:solidFill>
              </a:rPr>
              <a:t>CONTENTS PAGE </a:t>
            </a:r>
            <a:endParaRPr lang="zh-CN" altLang="en-US" dirty="0">
              <a:solidFill>
                <a:srgbClr val="7F7F7F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338888"/>
            <a:ext cx="574675" cy="5191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574675" y="6338888"/>
            <a:ext cx="11617325" cy="51911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燕尾形 5"/>
          <p:cNvSpPr/>
          <p:nvPr userDrawn="1"/>
        </p:nvSpPr>
        <p:spPr>
          <a:xfrm>
            <a:off x="193675" y="6475413"/>
            <a:ext cx="187325" cy="246062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 6"/>
          <p:cNvSpPr/>
          <p:nvPr userDrawn="1"/>
        </p:nvSpPr>
        <p:spPr>
          <a:xfrm>
            <a:off x="620713" y="201613"/>
            <a:ext cx="863600" cy="863600"/>
          </a:xfrm>
          <a:custGeom>
            <a:avLst/>
            <a:gdLst>
              <a:gd name="connsiteX0" fmla="*/ 0 w 864000"/>
              <a:gd name="connsiteY0" fmla="*/ 0 h 864000"/>
              <a:gd name="connsiteX1" fmla="*/ 864000 w 864000"/>
              <a:gd name="connsiteY1" fmla="*/ 0 h 864000"/>
              <a:gd name="connsiteX2" fmla="*/ 864000 w 864000"/>
              <a:gd name="connsiteY2" fmla="*/ 261737 h 864000"/>
              <a:gd name="connsiteX3" fmla="*/ 751007 w 864000"/>
              <a:gd name="connsiteY3" fmla="*/ 261737 h 864000"/>
              <a:gd name="connsiteX4" fmla="*/ 751007 w 864000"/>
              <a:gd name="connsiteY4" fmla="*/ 112993 h 864000"/>
              <a:gd name="connsiteX5" fmla="*/ 112993 w 864000"/>
              <a:gd name="connsiteY5" fmla="*/ 112993 h 864000"/>
              <a:gd name="connsiteX6" fmla="*/ 112993 w 864000"/>
              <a:gd name="connsiteY6" fmla="*/ 751007 h 864000"/>
              <a:gd name="connsiteX7" fmla="*/ 246681 w 864000"/>
              <a:gd name="connsiteY7" fmla="*/ 751007 h 864000"/>
              <a:gd name="connsiteX8" fmla="*/ 246681 w 864000"/>
              <a:gd name="connsiteY8" fmla="*/ 864000 h 864000"/>
              <a:gd name="connsiteX9" fmla="*/ 0 w 864000"/>
              <a:gd name="connsiteY9" fmla="*/ 864000 h 86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64000" h="864000">
                <a:moveTo>
                  <a:pt x="0" y="0"/>
                </a:moveTo>
                <a:lnTo>
                  <a:pt x="864000" y="0"/>
                </a:lnTo>
                <a:lnTo>
                  <a:pt x="864000" y="261737"/>
                </a:lnTo>
                <a:lnTo>
                  <a:pt x="751007" y="261737"/>
                </a:lnTo>
                <a:lnTo>
                  <a:pt x="751007" y="112993"/>
                </a:lnTo>
                <a:lnTo>
                  <a:pt x="112993" y="112993"/>
                </a:lnTo>
                <a:lnTo>
                  <a:pt x="112993" y="751007"/>
                </a:lnTo>
                <a:lnTo>
                  <a:pt x="246681" y="751007"/>
                </a:lnTo>
                <a:lnTo>
                  <a:pt x="246681" y="864000"/>
                </a:lnTo>
                <a:lnTo>
                  <a:pt x="0" y="86400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0070C0"/>
              </a:solidFill>
            </a:endParaRPr>
          </a:p>
        </p:txBody>
      </p:sp>
      <p:grpSp>
        <p:nvGrpSpPr>
          <p:cNvPr id="8" name="组合 29"/>
          <p:cNvGrpSpPr/>
          <p:nvPr userDrawn="1"/>
        </p:nvGrpSpPr>
        <p:grpSpPr bwMode="auto">
          <a:xfrm>
            <a:off x="1081088" y="982663"/>
            <a:ext cx="3627437" cy="71437"/>
            <a:chOff x="842591" y="1616264"/>
            <a:chExt cx="3627679" cy="72000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869580" y="1653064"/>
              <a:ext cx="3600690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842591" y="1616264"/>
              <a:ext cx="71442" cy="72000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70C0"/>
                </a:solidFill>
              </a:endParaRPr>
            </a:p>
          </p:txBody>
        </p:sp>
      </p:grpSp>
      <p:sp>
        <p:nvSpPr>
          <p:cNvPr id="9" name="内容占位符 6"/>
          <p:cNvSpPr>
            <a:spLocks noGrp="1"/>
          </p:cNvSpPr>
          <p:nvPr>
            <p:ph sz="quarter" idx="13"/>
          </p:nvPr>
        </p:nvSpPr>
        <p:spPr>
          <a:xfrm>
            <a:off x="838800" y="1342662"/>
            <a:ext cx="10515600" cy="48313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内容占位符 6"/>
          <p:cNvSpPr>
            <a:spLocks noGrp="1"/>
          </p:cNvSpPr>
          <p:nvPr>
            <p:ph sz="quarter" idx="14"/>
          </p:nvPr>
        </p:nvSpPr>
        <p:spPr>
          <a:xfrm>
            <a:off x="1676400" y="175548"/>
            <a:ext cx="8034759" cy="7851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8298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>
                <a:solidFill>
                  <a:srgbClr val="80808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67F891-7272-4ED4-A2AB-F078347DBA02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27430F-909B-4D6C-9D03-C551B611EB3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1CEB3-DFC8-4E04-9E9B-1AE339E323F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1BC3-3400-42F3-8D9E-40849C8B2E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6841-A597-4DCF-B9DE-B4223ADC69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B39B1-B65E-49AA-83B5-FCB52C545C0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1D68-2945-4498-83D2-7C65A87614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48AAD-B95F-4674-8FCB-CEE797082F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2" Type="http://schemas.openxmlformats.org/officeDocument/2006/relationships/slideLayout" Target="../slideLayouts/slideLayout14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0" Type="http://schemas.openxmlformats.org/officeDocument/2006/relationships/slideLayout" Target="../slideLayouts/slideLayout14.xml"/><Relationship Id="rId2" Type="http://schemas.openxmlformats.org/officeDocument/2006/relationships/tags" Target="../tags/tag29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0" Type="http://schemas.openxmlformats.org/officeDocument/2006/relationships/slideLayout" Target="../slideLayouts/slideLayout14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5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11.jpe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SO_Shape"/>
          <p:cNvSpPr/>
          <p:nvPr/>
        </p:nvSpPr>
        <p:spPr>
          <a:xfrm>
            <a:off x="7440613" y="2105025"/>
            <a:ext cx="4508500" cy="136525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87348" y="2443163"/>
            <a:ext cx="3383280" cy="11988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平台工作流介绍</a:t>
            </a:r>
            <a:endParaRPr lang="en-US" altLang="zh-CN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endParaRPr lang="zh-CN" altLang="en-US" sz="3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6" name="TextBox 6"/>
          <p:cNvSpPr txBox="1">
            <a:spLocks noChangeArrowheads="1"/>
          </p:cNvSpPr>
          <p:nvPr/>
        </p:nvSpPr>
        <p:spPr bwMode="auto">
          <a:xfrm>
            <a:off x="7480300" y="4244975"/>
            <a:ext cx="45466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部门：</a:t>
            </a: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zh-CN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汇报人：崔忠强</a:t>
            </a:r>
            <a:endParaRPr lang="zh-CN" altLang="en-US" sz="2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图片 2" descr="A000220150821C59PPIC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1325"/>
            <a:ext cx="5153025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5"/>
          <p:cNvSpPr txBox="1">
            <a:spLocks noChangeArrowheads="1"/>
          </p:cNvSpPr>
          <p:nvPr/>
        </p:nvSpPr>
        <p:spPr bwMode="auto">
          <a:xfrm>
            <a:off x="7342188" y="5020152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	</a:t>
            </a:r>
            <a:r>
              <a:rPr lang="zh-CN" altLang="en-US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季度规划</a:t>
            </a:r>
            <a:endParaRPr lang="zh-CN" altLang="en-US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340" name="TextBox 6"/>
          <p:cNvSpPr txBox="1">
            <a:spLocks noChangeArrowheads="1"/>
          </p:cNvSpPr>
          <p:nvPr/>
        </p:nvSpPr>
        <p:spPr bwMode="auto">
          <a:xfrm>
            <a:off x="7351713" y="2787333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eaLnBrk="1" hangingPunct="1">
              <a:lnSpc>
                <a:spcPct val="100000"/>
              </a:lnSpc>
              <a:buFontTx/>
              <a:buNone/>
              <a:defRPr sz="240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r>
              <a:rPr lang="en-US" altLang="zh-CN" dirty="0"/>
              <a:t>01	</a:t>
            </a:r>
            <a:r>
              <a:rPr lang="zh-CN" altLang="en-US" dirty="0"/>
              <a:t>发展趋势</a:t>
            </a:r>
            <a:endParaRPr lang="zh-CN" altLang="en-US" dirty="0"/>
          </a:p>
        </p:txBody>
      </p:sp>
      <p:sp>
        <p:nvSpPr>
          <p:cNvPr id="14341" name="TextBox 10"/>
          <p:cNvSpPr txBox="1">
            <a:spLocks noChangeArrowheads="1"/>
          </p:cNvSpPr>
          <p:nvPr/>
        </p:nvSpPr>
        <p:spPr bwMode="auto">
          <a:xfrm>
            <a:off x="7342188" y="3531077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dirty="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	</a:t>
            </a:r>
            <a:r>
              <a:rPr lang="zh-CN" altLang="en-US" dirty="0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技术选型</a:t>
            </a:r>
            <a:endParaRPr lang="zh-CN" altLang="en-US" dirty="0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342" name="TextBox 11"/>
          <p:cNvSpPr txBox="1">
            <a:spLocks noChangeArrowheads="1"/>
          </p:cNvSpPr>
          <p:nvPr/>
        </p:nvSpPr>
        <p:spPr bwMode="auto">
          <a:xfrm>
            <a:off x="7342188" y="4275614"/>
            <a:ext cx="3832225" cy="368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  <a:lvl2pPr marL="7429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2pPr>
            <a:lvl3pPr marL="11430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3pPr>
            <a:lvl4pPr marL="16002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2057400" indent="-2286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25146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6pPr>
            <a:lvl7pPr marL="29718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7pPr>
            <a:lvl8pPr marL="34290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8pPr>
            <a:lvl9pPr marL="3886200" indent="-228600" algn="just" eaLnBrk="0" fontAlgn="base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	</a:t>
            </a:r>
            <a:r>
              <a:rPr lang="zh-CN" altLang="en-US">
                <a:solidFill>
                  <a:srgbClr val="595959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功能列表</a:t>
            </a:r>
            <a:endParaRPr lang="zh-CN" altLang="en-US">
              <a:solidFill>
                <a:srgbClr val="595959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rgbClr val="0D6A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发展趋势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发展趋势</a:t>
            </a:r>
            <a:endParaRPr lang="zh-CN" altLang="en-US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01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2"/>
          <p:cNvSpPr>
            <a:spLocks noGrp="1"/>
          </p:cNvSpPr>
          <p:nvPr>
            <p:ph sz="quarter" idx="14"/>
          </p:nvPr>
        </p:nvSpPr>
        <p:spPr>
          <a:xfrm>
            <a:off x="1676400" y="176213"/>
            <a:ext cx="8034338" cy="784225"/>
          </a:xfrm>
        </p:spPr>
        <p:txBody>
          <a:bodyPr/>
          <a:lstStyle/>
          <a:p>
            <a:r>
              <a:rPr lang="zh-CN" altLang="en-US"/>
              <a:t>发展趋势</a:t>
            </a:r>
            <a:endParaRPr lang="zh-CN" altLang="en-US"/>
          </a:p>
        </p:txBody>
      </p:sp>
      <p:sp>
        <p:nvSpPr>
          <p:cNvPr id="4" name="MH_SubTitle_1"/>
          <p:cNvSpPr/>
          <p:nvPr>
            <p:custDataLst>
              <p:tags r:id="rId1"/>
            </p:custDataLst>
          </p:nvPr>
        </p:nvSpPr>
        <p:spPr>
          <a:xfrm>
            <a:off x="1777784" y="2544808"/>
            <a:ext cx="1236662" cy="1236663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a-DK" altLang="zh-CN" dirty="0">
                <a:solidFill>
                  <a:srgbClr val="FFFFFF"/>
                </a:solidFill>
                <a:cs typeface="Mangal" panose="02040503050203030202" pitchFamily="18" charset="0"/>
              </a:rPr>
              <a:t>LOREM IPSUM</a:t>
            </a:r>
            <a:endParaRPr lang="zh-CN" altLang="en-US" dirty="0">
              <a:solidFill>
                <a:srgbClr val="FFFFFF"/>
              </a:solidFill>
              <a:cs typeface="Mangal" panose="02040503050203030202" pitchFamily="18" charset="0"/>
            </a:endParaRPr>
          </a:p>
        </p:txBody>
      </p:sp>
      <p:sp>
        <p:nvSpPr>
          <p:cNvPr id="5" name="MH_Other_1"/>
          <p:cNvSpPr/>
          <p:nvPr>
            <p:custDataLst>
              <p:tags r:id="rId2"/>
            </p:custDataLst>
          </p:nvPr>
        </p:nvSpPr>
        <p:spPr>
          <a:xfrm>
            <a:off x="1741272" y="2455908"/>
            <a:ext cx="1362075" cy="1414463"/>
          </a:xfrm>
          <a:custGeom>
            <a:avLst/>
            <a:gdLst>
              <a:gd name="connsiteX0" fmla="*/ 757956 w 1577106"/>
              <a:gd name="connsiteY0" fmla="*/ 0 h 1638300"/>
              <a:gd name="connsiteX1" fmla="*/ 1577106 w 1577106"/>
              <a:gd name="connsiteY1" fmla="*/ 819150 h 1638300"/>
              <a:gd name="connsiteX2" fmla="*/ 757956 w 1577106"/>
              <a:gd name="connsiteY2" fmla="*/ 1638300 h 1638300"/>
              <a:gd name="connsiteX3" fmla="*/ 3179 w 1577106"/>
              <a:gd name="connsiteY3" fmla="*/ 1138000 h 1638300"/>
              <a:gd name="connsiteX4" fmla="*/ 0 w 1577106"/>
              <a:gd name="connsiteY4" fmla="*/ 1127760 h 1638300"/>
              <a:gd name="connsiteX5" fmla="*/ 62811 w 1577106"/>
              <a:gd name="connsiteY5" fmla="*/ 1127760 h 1638300"/>
              <a:gd name="connsiteX6" fmla="*/ 126428 w 1577106"/>
              <a:gd name="connsiteY6" fmla="*/ 1244966 h 1638300"/>
              <a:gd name="connsiteX7" fmla="*/ 757956 w 1577106"/>
              <a:gd name="connsiteY7" fmla="*/ 1580747 h 1638300"/>
              <a:gd name="connsiteX8" fmla="*/ 1519553 w 1577106"/>
              <a:gd name="connsiteY8" fmla="*/ 819150 h 1638300"/>
              <a:gd name="connsiteX9" fmla="*/ 757956 w 1577106"/>
              <a:gd name="connsiteY9" fmla="*/ 57553 h 1638300"/>
              <a:gd name="connsiteX10" fmla="*/ 738906 w 1577106"/>
              <a:gd name="connsiteY10" fmla="*/ 58515 h 1638300"/>
              <a:gd name="connsiteX11" fmla="*/ 738906 w 1577106"/>
              <a:gd name="connsiteY11" fmla="*/ 962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7106" h="1638300">
                <a:moveTo>
                  <a:pt x="757956" y="0"/>
                </a:moveTo>
                <a:cubicBezTo>
                  <a:pt x="1210360" y="0"/>
                  <a:pt x="1577106" y="366746"/>
                  <a:pt x="1577106" y="819150"/>
                </a:cubicBezTo>
                <a:cubicBezTo>
                  <a:pt x="1577106" y="1271554"/>
                  <a:pt x="1210360" y="1638300"/>
                  <a:pt x="757956" y="1638300"/>
                </a:cubicBezTo>
                <a:cubicBezTo>
                  <a:pt x="418653" y="1638300"/>
                  <a:pt x="127533" y="1432005"/>
                  <a:pt x="3179" y="1138000"/>
                </a:cubicBezTo>
                <a:lnTo>
                  <a:pt x="0" y="1127760"/>
                </a:lnTo>
                <a:lnTo>
                  <a:pt x="62811" y="1127760"/>
                </a:lnTo>
                <a:lnTo>
                  <a:pt x="126428" y="1244966"/>
                </a:lnTo>
                <a:cubicBezTo>
                  <a:pt x="263293" y="1447552"/>
                  <a:pt x="495070" y="1580747"/>
                  <a:pt x="757956" y="1580747"/>
                </a:cubicBezTo>
                <a:cubicBezTo>
                  <a:pt x="1178574" y="1580747"/>
                  <a:pt x="1519553" y="1239768"/>
                  <a:pt x="1519553" y="819150"/>
                </a:cubicBezTo>
                <a:cubicBezTo>
                  <a:pt x="1519553" y="398532"/>
                  <a:pt x="1178574" y="57553"/>
                  <a:pt x="757956" y="57553"/>
                </a:cubicBezTo>
                <a:lnTo>
                  <a:pt x="738906" y="58515"/>
                </a:lnTo>
                <a:lnTo>
                  <a:pt x="738906" y="96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MH_Other_2"/>
          <p:cNvSpPr/>
          <p:nvPr>
            <p:custDataLst>
              <p:tags r:id="rId3"/>
            </p:custDataLst>
          </p:nvPr>
        </p:nvSpPr>
        <p:spPr>
          <a:xfrm>
            <a:off x="3377984" y="2963907"/>
            <a:ext cx="304800" cy="4127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>
          <a:xfrm>
            <a:off x="5489359" y="2963907"/>
            <a:ext cx="304800" cy="4127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MH_Other_4"/>
          <p:cNvSpPr/>
          <p:nvPr>
            <p:custDataLst>
              <p:tags r:id="rId5"/>
            </p:custDataLst>
          </p:nvPr>
        </p:nvSpPr>
        <p:spPr>
          <a:xfrm>
            <a:off x="7600734" y="2963907"/>
            <a:ext cx="303212" cy="41275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MH_SubTitle_2"/>
          <p:cNvSpPr/>
          <p:nvPr>
            <p:custDataLst>
              <p:tags r:id="rId6"/>
            </p:custDataLst>
          </p:nvPr>
        </p:nvSpPr>
        <p:spPr>
          <a:xfrm>
            <a:off x="3916147" y="2544808"/>
            <a:ext cx="1236663" cy="1236663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a-DK" altLang="zh-CN" dirty="0">
                <a:solidFill>
                  <a:srgbClr val="FFFFFF"/>
                </a:solidFill>
                <a:cs typeface="Mangal" panose="02040503050203030202" pitchFamily="18" charset="0"/>
              </a:rPr>
              <a:t>LOREM IPSUM</a:t>
            </a:r>
            <a:endParaRPr lang="zh-CN" altLang="en-US" dirty="0">
              <a:solidFill>
                <a:srgbClr val="FFFFFF"/>
              </a:solidFill>
              <a:cs typeface="Mangal" panose="02040503050203030202" pitchFamily="18" charset="0"/>
            </a:endParaRPr>
          </a:p>
        </p:txBody>
      </p:sp>
      <p:sp>
        <p:nvSpPr>
          <p:cNvPr id="10" name="MH_Other_5"/>
          <p:cNvSpPr/>
          <p:nvPr>
            <p:custDataLst>
              <p:tags r:id="rId7"/>
            </p:custDataLst>
          </p:nvPr>
        </p:nvSpPr>
        <p:spPr>
          <a:xfrm>
            <a:off x="3879635" y="2455908"/>
            <a:ext cx="1362075" cy="1414463"/>
          </a:xfrm>
          <a:custGeom>
            <a:avLst/>
            <a:gdLst>
              <a:gd name="connsiteX0" fmla="*/ 757956 w 1577106"/>
              <a:gd name="connsiteY0" fmla="*/ 0 h 1638300"/>
              <a:gd name="connsiteX1" fmla="*/ 1577106 w 1577106"/>
              <a:gd name="connsiteY1" fmla="*/ 819150 h 1638300"/>
              <a:gd name="connsiteX2" fmla="*/ 757956 w 1577106"/>
              <a:gd name="connsiteY2" fmla="*/ 1638300 h 1638300"/>
              <a:gd name="connsiteX3" fmla="*/ 3179 w 1577106"/>
              <a:gd name="connsiteY3" fmla="*/ 1138000 h 1638300"/>
              <a:gd name="connsiteX4" fmla="*/ 0 w 1577106"/>
              <a:gd name="connsiteY4" fmla="*/ 1127760 h 1638300"/>
              <a:gd name="connsiteX5" fmla="*/ 62811 w 1577106"/>
              <a:gd name="connsiteY5" fmla="*/ 1127760 h 1638300"/>
              <a:gd name="connsiteX6" fmla="*/ 126428 w 1577106"/>
              <a:gd name="connsiteY6" fmla="*/ 1244966 h 1638300"/>
              <a:gd name="connsiteX7" fmla="*/ 757956 w 1577106"/>
              <a:gd name="connsiteY7" fmla="*/ 1580747 h 1638300"/>
              <a:gd name="connsiteX8" fmla="*/ 1519553 w 1577106"/>
              <a:gd name="connsiteY8" fmla="*/ 819150 h 1638300"/>
              <a:gd name="connsiteX9" fmla="*/ 757956 w 1577106"/>
              <a:gd name="connsiteY9" fmla="*/ 57553 h 1638300"/>
              <a:gd name="connsiteX10" fmla="*/ 738906 w 1577106"/>
              <a:gd name="connsiteY10" fmla="*/ 58515 h 1638300"/>
              <a:gd name="connsiteX11" fmla="*/ 738906 w 1577106"/>
              <a:gd name="connsiteY11" fmla="*/ 962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7106" h="1638300">
                <a:moveTo>
                  <a:pt x="757956" y="0"/>
                </a:moveTo>
                <a:cubicBezTo>
                  <a:pt x="1210360" y="0"/>
                  <a:pt x="1577106" y="366746"/>
                  <a:pt x="1577106" y="819150"/>
                </a:cubicBezTo>
                <a:cubicBezTo>
                  <a:pt x="1577106" y="1271554"/>
                  <a:pt x="1210360" y="1638300"/>
                  <a:pt x="757956" y="1638300"/>
                </a:cubicBezTo>
                <a:cubicBezTo>
                  <a:pt x="418653" y="1638300"/>
                  <a:pt x="127533" y="1432005"/>
                  <a:pt x="3179" y="1138000"/>
                </a:cubicBezTo>
                <a:lnTo>
                  <a:pt x="0" y="1127760"/>
                </a:lnTo>
                <a:lnTo>
                  <a:pt x="62811" y="1127760"/>
                </a:lnTo>
                <a:lnTo>
                  <a:pt x="126428" y="1244966"/>
                </a:lnTo>
                <a:cubicBezTo>
                  <a:pt x="263293" y="1447552"/>
                  <a:pt x="495070" y="1580747"/>
                  <a:pt x="757956" y="1580747"/>
                </a:cubicBezTo>
                <a:cubicBezTo>
                  <a:pt x="1178574" y="1580747"/>
                  <a:pt x="1519553" y="1239768"/>
                  <a:pt x="1519553" y="819150"/>
                </a:cubicBezTo>
                <a:cubicBezTo>
                  <a:pt x="1519553" y="398532"/>
                  <a:pt x="1178574" y="57553"/>
                  <a:pt x="757956" y="57553"/>
                </a:cubicBezTo>
                <a:lnTo>
                  <a:pt x="738906" y="58515"/>
                </a:lnTo>
                <a:lnTo>
                  <a:pt x="738906" y="96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MH_SubTitle_3"/>
          <p:cNvSpPr/>
          <p:nvPr>
            <p:custDataLst>
              <p:tags r:id="rId8"/>
            </p:custDataLst>
          </p:nvPr>
        </p:nvSpPr>
        <p:spPr>
          <a:xfrm>
            <a:off x="6025934" y="2544808"/>
            <a:ext cx="1236662" cy="1236663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a-DK" altLang="zh-CN" dirty="0">
                <a:solidFill>
                  <a:srgbClr val="FFFFFF"/>
                </a:solidFill>
                <a:cs typeface="Mangal" panose="02040503050203030202" pitchFamily="18" charset="0"/>
              </a:rPr>
              <a:t>LOREM IPSUM</a:t>
            </a:r>
            <a:endParaRPr lang="zh-CN" altLang="en-US" dirty="0">
              <a:solidFill>
                <a:srgbClr val="FFFFFF"/>
              </a:solidFill>
              <a:cs typeface="Mangal" panose="02040503050203030202" pitchFamily="18" charset="0"/>
            </a:endParaRPr>
          </a:p>
        </p:txBody>
      </p:sp>
      <p:sp>
        <p:nvSpPr>
          <p:cNvPr id="12" name="MH_Other_6"/>
          <p:cNvSpPr/>
          <p:nvPr>
            <p:custDataLst>
              <p:tags r:id="rId9"/>
            </p:custDataLst>
          </p:nvPr>
        </p:nvSpPr>
        <p:spPr>
          <a:xfrm>
            <a:off x="5991010" y="2455908"/>
            <a:ext cx="1360487" cy="1414463"/>
          </a:xfrm>
          <a:custGeom>
            <a:avLst/>
            <a:gdLst>
              <a:gd name="connsiteX0" fmla="*/ 757956 w 1577106"/>
              <a:gd name="connsiteY0" fmla="*/ 0 h 1638300"/>
              <a:gd name="connsiteX1" fmla="*/ 1577106 w 1577106"/>
              <a:gd name="connsiteY1" fmla="*/ 819150 h 1638300"/>
              <a:gd name="connsiteX2" fmla="*/ 757956 w 1577106"/>
              <a:gd name="connsiteY2" fmla="*/ 1638300 h 1638300"/>
              <a:gd name="connsiteX3" fmla="*/ 3179 w 1577106"/>
              <a:gd name="connsiteY3" fmla="*/ 1138000 h 1638300"/>
              <a:gd name="connsiteX4" fmla="*/ 0 w 1577106"/>
              <a:gd name="connsiteY4" fmla="*/ 1127760 h 1638300"/>
              <a:gd name="connsiteX5" fmla="*/ 62811 w 1577106"/>
              <a:gd name="connsiteY5" fmla="*/ 1127760 h 1638300"/>
              <a:gd name="connsiteX6" fmla="*/ 126428 w 1577106"/>
              <a:gd name="connsiteY6" fmla="*/ 1244966 h 1638300"/>
              <a:gd name="connsiteX7" fmla="*/ 757956 w 1577106"/>
              <a:gd name="connsiteY7" fmla="*/ 1580747 h 1638300"/>
              <a:gd name="connsiteX8" fmla="*/ 1519553 w 1577106"/>
              <a:gd name="connsiteY8" fmla="*/ 819150 h 1638300"/>
              <a:gd name="connsiteX9" fmla="*/ 757956 w 1577106"/>
              <a:gd name="connsiteY9" fmla="*/ 57553 h 1638300"/>
              <a:gd name="connsiteX10" fmla="*/ 738906 w 1577106"/>
              <a:gd name="connsiteY10" fmla="*/ 58515 h 1638300"/>
              <a:gd name="connsiteX11" fmla="*/ 738906 w 1577106"/>
              <a:gd name="connsiteY11" fmla="*/ 962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7106" h="1638300">
                <a:moveTo>
                  <a:pt x="757956" y="0"/>
                </a:moveTo>
                <a:cubicBezTo>
                  <a:pt x="1210360" y="0"/>
                  <a:pt x="1577106" y="366746"/>
                  <a:pt x="1577106" y="819150"/>
                </a:cubicBezTo>
                <a:cubicBezTo>
                  <a:pt x="1577106" y="1271554"/>
                  <a:pt x="1210360" y="1638300"/>
                  <a:pt x="757956" y="1638300"/>
                </a:cubicBezTo>
                <a:cubicBezTo>
                  <a:pt x="418653" y="1638300"/>
                  <a:pt x="127533" y="1432005"/>
                  <a:pt x="3179" y="1138000"/>
                </a:cubicBezTo>
                <a:lnTo>
                  <a:pt x="0" y="1127760"/>
                </a:lnTo>
                <a:lnTo>
                  <a:pt x="62811" y="1127760"/>
                </a:lnTo>
                <a:lnTo>
                  <a:pt x="126428" y="1244966"/>
                </a:lnTo>
                <a:cubicBezTo>
                  <a:pt x="263293" y="1447552"/>
                  <a:pt x="495070" y="1580747"/>
                  <a:pt x="757956" y="1580747"/>
                </a:cubicBezTo>
                <a:cubicBezTo>
                  <a:pt x="1178574" y="1580747"/>
                  <a:pt x="1519553" y="1239768"/>
                  <a:pt x="1519553" y="819150"/>
                </a:cubicBezTo>
                <a:cubicBezTo>
                  <a:pt x="1519553" y="398532"/>
                  <a:pt x="1178574" y="57553"/>
                  <a:pt x="757956" y="57553"/>
                </a:cubicBezTo>
                <a:lnTo>
                  <a:pt x="738906" y="58515"/>
                </a:lnTo>
                <a:lnTo>
                  <a:pt x="738906" y="96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MH_SubTitle_4"/>
          <p:cNvSpPr/>
          <p:nvPr>
            <p:custDataLst>
              <p:tags r:id="rId10"/>
            </p:custDataLst>
          </p:nvPr>
        </p:nvSpPr>
        <p:spPr>
          <a:xfrm>
            <a:off x="8137309" y="2544808"/>
            <a:ext cx="1236662" cy="1236663"/>
          </a:xfrm>
          <a:prstGeom prst="ellipse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a-DK" altLang="zh-CN" dirty="0">
                <a:solidFill>
                  <a:srgbClr val="FFFFFF"/>
                </a:solidFill>
                <a:cs typeface="Mangal" panose="02040503050203030202" pitchFamily="18" charset="0"/>
              </a:rPr>
              <a:t>LOREM IPSUM</a:t>
            </a:r>
            <a:endParaRPr lang="zh-CN" altLang="en-US" dirty="0">
              <a:solidFill>
                <a:srgbClr val="FFFFFF"/>
              </a:solidFill>
              <a:cs typeface="Mangal" panose="02040503050203030202" pitchFamily="18" charset="0"/>
            </a:endParaRPr>
          </a:p>
        </p:txBody>
      </p:sp>
      <p:sp>
        <p:nvSpPr>
          <p:cNvPr id="14" name="MH_Other_7"/>
          <p:cNvSpPr/>
          <p:nvPr>
            <p:custDataLst>
              <p:tags r:id="rId11"/>
            </p:custDataLst>
          </p:nvPr>
        </p:nvSpPr>
        <p:spPr>
          <a:xfrm>
            <a:off x="8102385" y="2455908"/>
            <a:ext cx="1360487" cy="1414463"/>
          </a:xfrm>
          <a:custGeom>
            <a:avLst/>
            <a:gdLst>
              <a:gd name="connsiteX0" fmla="*/ 757956 w 1577106"/>
              <a:gd name="connsiteY0" fmla="*/ 0 h 1638300"/>
              <a:gd name="connsiteX1" fmla="*/ 1577106 w 1577106"/>
              <a:gd name="connsiteY1" fmla="*/ 819150 h 1638300"/>
              <a:gd name="connsiteX2" fmla="*/ 757956 w 1577106"/>
              <a:gd name="connsiteY2" fmla="*/ 1638300 h 1638300"/>
              <a:gd name="connsiteX3" fmla="*/ 3179 w 1577106"/>
              <a:gd name="connsiteY3" fmla="*/ 1138000 h 1638300"/>
              <a:gd name="connsiteX4" fmla="*/ 0 w 1577106"/>
              <a:gd name="connsiteY4" fmla="*/ 1127760 h 1638300"/>
              <a:gd name="connsiteX5" fmla="*/ 62811 w 1577106"/>
              <a:gd name="connsiteY5" fmla="*/ 1127760 h 1638300"/>
              <a:gd name="connsiteX6" fmla="*/ 126428 w 1577106"/>
              <a:gd name="connsiteY6" fmla="*/ 1244966 h 1638300"/>
              <a:gd name="connsiteX7" fmla="*/ 757956 w 1577106"/>
              <a:gd name="connsiteY7" fmla="*/ 1580747 h 1638300"/>
              <a:gd name="connsiteX8" fmla="*/ 1519553 w 1577106"/>
              <a:gd name="connsiteY8" fmla="*/ 819150 h 1638300"/>
              <a:gd name="connsiteX9" fmla="*/ 757956 w 1577106"/>
              <a:gd name="connsiteY9" fmla="*/ 57553 h 1638300"/>
              <a:gd name="connsiteX10" fmla="*/ 738906 w 1577106"/>
              <a:gd name="connsiteY10" fmla="*/ 58515 h 1638300"/>
              <a:gd name="connsiteX11" fmla="*/ 738906 w 1577106"/>
              <a:gd name="connsiteY11" fmla="*/ 962 h 163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77106" h="1638300">
                <a:moveTo>
                  <a:pt x="757956" y="0"/>
                </a:moveTo>
                <a:cubicBezTo>
                  <a:pt x="1210360" y="0"/>
                  <a:pt x="1577106" y="366746"/>
                  <a:pt x="1577106" y="819150"/>
                </a:cubicBezTo>
                <a:cubicBezTo>
                  <a:pt x="1577106" y="1271554"/>
                  <a:pt x="1210360" y="1638300"/>
                  <a:pt x="757956" y="1638300"/>
                </a:cubicBezTo>
                <a:cubicBezTo>
                  <a:pt x="418653" y="1638300"/>
                  <a:pt x="127533" y="1432005"/>
                  <a:pt x="3179" y="1138000"/>
                </a:cubicBezTo>
                <a:lnTo>
                  <a:pt x="0" y="1127760"/>
                </a:lnTo>
                <a:lnTo>
                  <a:pt x="62811" y="1127760"/>
                </a:lnTo>
                <a:lnTo>
                  <a:pt x="126428" y="1244966"/>
                </a:lnTo>
                <a:cubicBezTo>
                  <a:pt x="263293" y="1447552"/>
                  <a:pt x="495070" y="1580747"/>
                  <a:pt x="757956" y="1580747"/>
                </a:cubicBezTo>
                <a:cubicBezTo>
                  <a:pt x="1178574" y="1580747"/>
                  <a:pt x="1519553" y="1239768"/>
                  <a:pt x="1519553" y="819150"/>
                </a:cubicBezTo>
                <a:cubicBezTo>
                  <a:pt x="1519553" y="398532"/>
                  <a:pt x="1178574" y="57553"/>
                  <a:pt x="757956" y="57553"/>
                </a:cubicBezTo>
                <a:lnTo>
                  <a:pt x="738906" y="58515"/>
                </a:lnTo>
                <a:lnTo>
                  <a:pt x="738906" y="96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4" name="Group 39"/>
          <p:cNvGrpSpPr/>
          <p:nvPr/>
        </p:nvGrpSpPr>
        <p:grpSpPr>
          <a:xfrm>
            <a:off x="2967107" y="2512989"/>
            <a:ext cx="6286813" cy="2459764"/>
            <a:chOff x="673100" y="2232157"/>
            <a:chExt cx="6286813" cy="2459764"/>
          </a:xfrm>
        </p:grpSpPr>
        <p:sp>
          <p:nvSpPr>
            <p:cNvPr id="5" name="íṡḷîḓe"/>
            <p:cNvSpPr/>
            <p:nvPr/>
          </p:nvSpPr>
          <p:spPr bwMode="auto">
            <a:xfrm>
              <a:off x="5184641" y="2556730"/>
              <a:ext cx="596253" cy="596253"/>
            </a:xfrm>
            <a:custGeom>
              <a:avLst/>
              <a:gdLst>
                <a:gd name="T0" fmla="*/ 2116 w 2116"/>
                <a:gd name="T1" fmla="*/ 1052 h 2116"/>
                <a:gd name="T2" fmla="*/ 1925 w 2116"/>
                <a:gd name="T3" fmla="*/ 883 h 2116"/>
                <a:gd name="T4" fmla="*/ 2038 w 2116"/>
                <a:gd name="T5" fmla="*/ 652 h 2116"/>
                <a:gd name="T6" fmla="*/ 1795 w 2116"/>
                <a:gd name="T7" fmla="*/ 570 h 2116"/>
                <a:gd name="T8" fmla="*/ 1802 w 2116"/>
                <a:gd name="T9" fmla="*/ 305 h 2116"/>
                <a:gd name="T10" fmla="*/ 1548 w 2116"/>
                <a:gd name="T11" fmla="*/ 321 h 2116"/>
                <a:gd name="T12" fmla="*/ 1464 w 2116"/>
                <a:gd name="T13" fmla="*/ 80 h 2116"/>
                <a:gd name="T14" fmla="*/ 1234 w 2116"/>
                <a:gd name="T15" fmla="*/ 191 h 2116"/>
                <a:gd name="T16" fmla="*/ 1052 w 2116"/>
                <a:gd name="T17" fmla="*/ 0 h 2116"/>
                <a:gd name="T18" fmla="*/ 884 w 2116"/>
                <a:gd name="T19" fmla="*/ 191 h 2116"/>
                <a:gd name="T20" fmla="*/ 653 w 2116"/>
                <a:gd name="T21" fmla="*/ 78 h 2116"/>
                <a:gd name="T22" fmla="*/ 570 w 2116"/>
                <a:gd name="T23" fmla="*/ 321 h 2116"/>
                <a:gd name="T24" fmla="*/ 305 w 2116"/>
                <a:gd name="T25" fmla="*/ 314 h 2116"/>
                <a:gd name="T26" fmla="*/ 322 w 2116"/>
                <a:gd name="T27" fmla="*/ 568 h 2116"/>
                <a:gd name="T28" fmla="*/ 81 w 2116"/>
                <a:gd name="T29" fmla="*/ 652 h 2116"/>
                <a:gd name="T30" fmla="*/ 192 w 2116"/>
                <a:gd name="T31" fmla="*/ 882 h 2116"/>
                <a:gd name="T32" fmla="*/ 0 w 2116"/>
                <a:gd name="T33" fmla="*/ 1064 h 2116"/>
                <a:gd name="T34" fmla="*/ 191 w 2116"/>
                <a:gd name="T35" fmla="*/ 1233 h 2116"/>
                <a:gd name="T36" fmla="*/ 78 w 2116"/>
                <a:gd name="T37" fmla="*/ 1463 h 2116"/>
                <a:gd name="T38" fmla="*/ 321 w 2116"/>
                <a:gd name="T39" fmla="*/ 1546 h 2116"/>
                <a:gd name="T40" fmla="*/ 314 w 2116"/>
                <a:gd name="T41" fmla="*/ 1811 h 2116"/>
                <a:gd name="T42" fmla="*/ 569 w 2116"/>
                <a:gd name="T43" fmla="*/ 1794 h 2116"/>
                <a:gd name="T44" fmla="*/ 653 w 2116"/>
                <a:gd name="T45" fmla="*/ 2035 h 2116"/>
                <a:gd name="T46" fmla="*/ 882 w 2116"/>
                <a:gd name="T47" fmla="*/ 1925 h 2116"/>
                <a:gd name="T48" fmla="*/ 1064 w 2116"/>
                <a:gd name="T49" fmla="*/ 2116 h 2116"/>
                <a:gd name="T50" fmla="*/ 1233 w 2116"/>
                <a:gd name="T51" fmla="*/ 1925 h 2116"/>
                <a:gd name="T52" fmla="*/ 1464 w 2116"/>
                <a:gd name="T53" fmla="*/ 2038 h 2116"/>
                <a:gd name="T54" fmla="*/ 1546 w 2116"/>
                <a:gd name="T55" fmla="*/ 1795 h 2116"/>
                <a:gd name="T56" fmla="*/ 1811 w 2116"/>
                <a:gd name="T57" fmla="*/ 1802 h 2116"/>
                <a:gd name="T58" fmla="*/ 1795 w 2116"/>
                <a:gd name="T59" fmla="*/ 1547 h 2116"/>
                <a:gd name="T60" fmla="*/ 2036 w 2116"/>
                <a:gd name="T61" fmla="*/ 1463 h 2116"/>
                <a:gd name="T62" fmla="*/ 1925 w 2116"/>
                <a:gd name="T63" fmla="*/ 1234 h 2116"/>
                <a:gd name="T64" fmla="*/ 1358 w 2116"/>
                <a:gd name="T65" fmla="*/ 1669 h 2116"/>
                <a:gd name="T66" fmla="*/ 759 w 2116"/>
                <a:gd name="T67" fmla="*/ 447 h 2116"/>
                <a:gd name="T68" fmla="*/ 1358 w 2116"/>
                <a:gd name="T69" fmla="*/ 1669 h 2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16" h="2116">
                  <a:moveTo>
                    <a:pt x="1941" y="1111"/>
                  </a:moveTo>
                  <a:cubicBezTo>
                    <a:pt x="2116" y="1052"/>
                    <a:pt x="2116" y="1052"/>
                    <a:pt x="2116" y="1052"/>
                  </a:cubicBezTo>
                  <a:cubicBezTo>
                    <a:pt x="2107" y="917"/>
                    <a:pt x="2107" y="917"/>
                    <a:pt x="2107" y="917"/>
                  </a:cubicBezTo>
                  <a:cubicBezTo>
                    <a:pt x="1925" y="883"/>
                    <a:pt x="1925" y="883"/>
                    <a:pt x="1925" y="883"/>
                  </a:cubicBezTo>
                  <a:cubicBezTo>
                    <a:pt x="1918" y="847"/>
                    <a:pt x="1908" y="810"/>
                    <a:pt x="1896" y="774"/>
                  </a:cubicBezTo>
                  <a:cubicBezTo>
                    <a:pt x="2038" y="652"/>
                    <a:pt x="2038" y="652"/>
                    <a:pt x="2038" y="652"/>
                  </a:cubicBezTo>
                  <a:cubicBezTo>
                    <a:pt x="1979" y="532"/>
                    <a:pt x="1979" y="532"/>
                    <a:pt x="1979" y="532"/>
                  </a:cubicBezTo>
                  <a:cubicBezTo>
                    <a:pt x="1795" y="570"/>
                    <a:pt x="1795" y="570"/>
                    <a:pt x="1795" y="570"/>
                  </a:cubicBezTo>
                  <a:cubicBezTo>
                    <a:pt x="1772" y="535"/>
                    <a:pt x="1747" y="502"/>
                    <a:pt x="1720" y="471"/>
                  </a:cubicBezTo>
                  <a:cubicBezTo>
                    <a:pt x="1802" y="305"/>
                    <a:pt x="1802" y="305"/>
                    <a:pt x="1802" y="305"/>
                  </a:cubicBezTo>
                  <a:cubicBezTo>
                    <a:pt x="1700" y="217"/>
                    <a:pt x="1700" y="217"/>
                    <a:pt x="1700" y="217"/>
                  </a:cubicBezTo>
                  <a:cubicBezTo>
                    <a:pt x="1548" y="321"/>
                    <a:pt x="1548" y="321"/>
                    <a:pt x="1548" y="321"/>
                  </a:cubicBezTo>
                  <a:cubicBezTo>
                    <a:pt x="1516" y="301"/>
                    <a:pt x="1483" y="282"/>
                    <a:pt x="1450" y="265"/>
                  </a:cubicBezTo>
                  <a:cubicBezTo>
                    <a:pt x="1464" y="80"/>
                    <a:pt x="1464" y="80"/>
                    <a:pt x="1464" y="80"/>
                  </a:cubicBezTo>
                  <a:cubicBezTo>
                    <a:pt x="1336" y="37"/>
                    <a:pt x="1336" y="37"/>
                    <a:pt x="1336" y="37"/>
                  </a:cubicBezTo>
                  <a:cubicBezTo>
                    <a:pt x="1234" y="191"/>
                    <a:pt x="1234" y="191"/>
                    <a:pt x="1234" y="191"/>
                  </a:cubicBezTo>
                  <a:cubicBezTo>
                    <a:pt x="1194" y="183"/>
                    <a:pt x="1152" y="178"/>
                    <a:pt x="1111" y="175"/>
                  </a:cubicBezTo>
                  <a:cubicBezTo>
                    <a:pt x="1052" y="0"/>
                    <a:pt x="1052" y="0"/>
                    <a:pt x="1052" y="0"/>
                  </a:cubicBezTo>
                  <a:cubicBezTo>
                    <a:pt x="918" y="9"/>
                    <a:pt x="918" y="9"/>
                    <a:pt x="918" y="9"/>
                  </a:cubicBezTo>
                  <a:cubicBezTo>
                    <a:pt x="884" y="191"/>
                    <a:pt x="884" y="191"/>
                    <a:pt x="884" y="191"/>
                  </a:cubicBezTo>
                  <a:cubicBezTo>
                    <a:pt x="847" y="198"/>
                    <a:pt x="810" y="208"/>
                    <a:pt x="774" y="220"/>
                  </a:cubicBezTo>
                  <a:cubicBezTo>
                    <a:pt x="653" y="78"/>
                    <a:pt x="653" y="78"/>
                    <a:pt x="653" y="78"/>
                  </a:cubicBezTo>
                  <a:cubicBezTo>
                    <a:pt x="532" y="137"/>
                    <a:pt x="532" y="137"/>
                    <a:pt x="532" y="137"/>
                  </a:cubicBezTo>
                  <a:cubicBezTo>
                    <a:pt x="570" y="321"/>
                    <a:pt x="570" y="321"/>
                    <a:pt x="570" y="321"/>
                  </a:cubicBezTo>
                  <a:cubicBezTo>
                    <a:pt x="535" y="344"/>
                    <a:pt x="502" y="369"/>
                    <a:pt x="471" y="396"/>
                  </a:cubicBezTo>
                  <a:cubicBezTo>
                    <a:pt x="305" y="314"/>
                    <a:pt x="305" y="314"/>
                    <a:pt x="305" y="314"/>
                  </a:cubicBezTo>
                  <a:cubicBezTo>
                    <a:pt x="217" y="416"/>
                    <a:pt x="217" y="416"/>
                    <a:pt x="217" y="416"/>
                  </a:cubicBezTo>
                  <a:cubicBezTo>
                    <a:pt x="322" y="568"/>
                    <a:pt x="322" y="568"/>
                    <a:pt x="322" y="568"/>
                  </a:cubicBezTo>
                  <a:cubicBezTo>
                    <a:pt x="301" y="600"/>
                    <a:pt x="282" y="633"/>
                    <a:pt x="265" y="666"/>
                  </a:cubicBezTo>
                  <a:cubicBezTo>
                    <a:pt x="81" y="652"/>
                    <a:pt x="81" y="652"/>
                    <a:pt x="81" y="652"/>
                  </a:cubicBezTo>
                  <a:cubicBezTo>
                    <a:pt x="37" y="780"/>
                    <a:pt x="37" y="780"/>
                    <a:pt x="37" y="780"/>
                  </a:cubicBezTo>
                  <a:cubicBezTo>
                    <a:pt x="192" y="882"/>
                    <a:pt x="192" y="882"/>
                    <a:pt x="192" y="882"/>
                  </a:cubicBezTo>
                  <a:cubicBezTo>
                    <a:pt x="183" y="923"/>
                    <a:pt x="178" y="964"/>
                    <a:pt x="175" y="1005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9" y="1198"/>
                    <a:pt x="9" y="1198"/>
                    <a:pt x="9" y="1198"/>
                  </a:cubicBezTo>
                  <a:cubicBezTo>
                    <a:pt x="191" y="1233"/>
                    <a:pt x="191" y="1233"/>
                    <a:pt x="191" y="1233"/>
                  </a:cubicBezTo>
                  <a:cubicBezTo>
                    <a:pt x="199" y="1269"/>
                    <a:pt x="208" y="1306"/>
                    <a:pt x="221" y="1342"/>
                  </a:cubicBezTo>
                  <a:cubicBezTo>
                    <a:pt x="78" y="1463"/>
                    <a:pt x="78" y="1463"/>
                    <a:pt x="78" y="1463"/>
                  </a:cubicBezTo>
                  <a:cubicBezTo>
                    <a:pt x="138" y="1584"/>
                    <a:pt x="138" y="1584"/>
                    <a:pt x="138" y="1584"/>
                  </a:cubicBezTo>
                  <a:cubicBezTo>
                    <a:pt x="321" y="1546"/>
                    <a:pt x="321" y="1546"/>
                    <a:pt x="321" y="1546"/>
                  </a:cubicBezTo>
                  <a:cubicBezTo>
                    <a:pt x="344" y="1581"/>
                    <a:pt x="369" y="1614"/>
                    <a:pt x="397" y="1645"/>
                  </a:cubicBezTo>
                  <a:cubicBezTo>
                    <a:pt x="314" y="1811"/>
                    <a:pt x="314" y="1811"/>
                    <a:pt x="314" y="1811"/>
                  </a:cubicBezTo>
                  <a:cubicBezTo>
                    <a:pt x="416" y="1899"/>
                    <a:pt x="416" y="1899"/>
                    <a:pt x="416" y="1899"/>
                  </a:cubicBezTo>
                  <a:cubicBezTo>
                    <a:pt x="569" y="1794"/>
                    <a:pt x="569" y="1794"/>
                    <a:pt x="569" y="1794"/>
                  </a:cubicBezTo>
                  <a:cubicBezTo>
                    <a:pt x="600" y="1815"/>
                    <a:pt x="633" y="1834"/>
                    <a:pt x="667" y="1851"/>
                  </a:cubicBezTo>
                  <a:cubicBezTo>
                    <a:pt x="653" y="2035"/>
                    <a:pt x="653" y="2035"/>
                    <a:pt x="653" y="2035"/>
                  </a:cubicBezTo>
                  <a:cubicBezTo>
                    <a:pt x="780" y="2079"/>
                    <a:pt x="780" y="2079"/>
                    <a:pt x="780" y="2079"/>
                  </a:cubicBezTo>
                  <a:cubicBezTo>
                    <a:pt x="882" y="1925"/>
                    <a:pt x="882" y="1925"/>
                    <a:pt x="882" y="1925"/>
                  </a:cubicBezTo>
                  <a:cubicBezTo>
                    <a:pt x="923" y="1933"/>
                    <a:pt x="964" y="1938"/>
                    <a:pt x="1005" y="1941"/>
                  </a:cubicBezTo>
                  <a:cubicBezTo>
                    <a:pt x="1064" y="2116"/>
                    <a:pt x="1064" y="2116"/>
                    <a:pt x="1064" y="2116"/>
                  </a:cubicBezTo>
                  <a:cubicBezTo>
                    <a:pt x="1199" y="2107"/>
                    <a:pt x="1199" y="2107"/>
                    <a:pt x="1199" y="2107"/>
                  </a:cubicBezTo>
                  <a:cubicBezTo>
                    <a:pt x="1233" y="1925"/>
                    <a:pt x="1233" y="1925"/>
                    <a:pt x="1233" y="1925"/>
                  </a:cubicBezTo>
                  <a:cubicBezTo>
                    <a:pt x="1269" y="1918"/>
                    <a:pt x="1306" y="1908"/>
                    <a:pt x="1342" y="1896"/>
                  </a:cubicBezTo>
                  <a:cubicBezTo>
                    <a:pt x="1464" y="2038"/>
                    <a:pt x="1464" y="2038"/>
                    <a:pt x="1464" y="2038"/>
                  </a:cubicBezTo>
                  <a:cubicBezTo>
                    <a:pt x="1584" y="1979"/>
                    <a:pt x="1584" y="1979"/>
                    <a:pt x="1584" y="1979"/>
                  </a:cubicBezTo>
                  <a:cubicBezTo>
                    <a:pt x="1546" y="1795"/>
                    <a:pt x="1546" y="1795"/>
                    <a:pt x="1546" y="1795"/>
                  </a:cubicBezTo>
                  <a:cubicBezTo>
                    <a:pt x="1581" y="1772"/>
                    <a:pt x="1614" y="1747"/>
                    <a:pt x="1645" y="1719"/>
                  </a:cubicBezTo>
                  <a:cubicBezTo>
                    <a:pt x="1811" y="1802"/>
                    <a:pt x="1811" y="1802"/>
                    <a:pt x="1811" y="1802"/>
                  </a:cubicBezTo>
                  <a:cubicBezTo>
                    <a:pt x="1899" y="1700"/>
                    <a:pt x="1899" y="1700"/>
                    <a:pt x="1899" y="1700"/>
                  </a:cubicBezTo>
                  <a:cubicBezTo>
                    <a:pt x="1795" y="1547"/>
                    <a:pt x="1795" y="1547"/>
                    <a:pt x="1795" y="1547"/>
                  </a:cubicBezTo>
                  <a:cubicBezTo>
                    <a:pt x="1816" y="1516"/>
                    <a:pt x="1834" y="1483"/>
                    <a:pt x="1851" y="1450"/>
                  </a:cubicBezTo>
                  <a:cubicBezTo>
                    <a:pt x="2036" y="1463"/>
                    <a:pt x="2036" y="1463"/>
                    <a:pt x="2036" y="1463"/>
                  </a:cubicBezTo>
                  <a:cubicBezTo>
                    <a:pt x="2079" y="1336"/>
                    <a:pt x="2079" y="1336"/>
                    <a:pt x="2079" y="1336"/>
                  </a:cubicBezTo>
                  <a:cubicBezTo>
                    <a:pt x="1925" y="1234"/>
                    <a:pt x="1925" y="1234"/>
                    <a:pt x="1925" y="1234"/>
                  </a:cubicBezTo>
                  <a:cubicBezTo>
                    <a:pt x="1933" y="1193"/>
                    <a:pt x="1938" y="1152"/>
                    <a:pt x="1941" y="1111"/>
                  </a:cubicBezTo>
                  <a:close/>
                  <a:moveTo>
                    <a:pt x="1358" y="1669"/>
                  </a:moveTo>
                  <a:cubicBezTo>
                    <a:pt x="1020" y="1834"/>
                    <a:pt x="613" y="1695"/>
                    <a:pt x="447" y="1357"/>
                  </a:cubicBezTo>
                  <a:cubicBezTo>
                    <a:pt x="282" y="1020"/>
                    <a:pt x="421" y="613"/>
                    <a:pt x="759" y="447"/>
                  </a:cubicBezTo>
                  <a:cubicBezTo>
                    <a:pt x="1096" y="282"/>
                    <a:pt x="1504" y="421"/>
                    <a:pt x="1669" y="759"/>
                  </a:cubicBezTo>
                  <a:cubicBezTo>
                    <a:pt x="1834" y="1096"/>
                    <a:pt x="1695" y="1503"/>
                    <a:pt x="1358" y="1669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9050" cap="rnd">
              <a:noFill/>
              <a:round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457200"/>
              <a:endParaRPr lang="id-ID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îSḷîḋé"/>
            <p:cNvSpPr/>
            <p:nvPr/>
          </p:nvSpPr>
          <p:spPr bwMode="auto">
            <a:xfrm>
              <a:off x="2660931" y="4029701"/>
              <a:ext cx="596253" cy="596253"/>
            </a:xfrm>
            <a:custGeom>
              <a:avLst/>
              <a:gdLst>
                <a:gd name="T0" fmla="*/ 2116 w 2116"/>
                <a:gd name="T1" fmla="*/ 1052 h 2116"/>
                <a:gd name="T2" fmla="*/ 1925 w 2116"/>
                <a:gd name="T3" fmla="*/ 883 h 2116"/>
                <a:gd name="T4" fmla="*/ 2038 w 2116"/>
                <a:gd name="T5" fmla="*/ 652 h 2116"/>
                <a:gd name="T6" fmla="*/ 1795 w 2116"/>
                <a:gd name="T7" fmla="*/ 570 h 2116"/>
                <a:gd name="T8" fmla="*/ 1802 w 2116"/>
                <a:gd name="T9" fmla="*/ 305 h 2116"/>
                <a:gd name="T10" fmla="*/ 1548 w 2116"/>
                <a:gd name="T11" fmla="*/ 321 h 2116"/>
                <a:gd name="T12" fmla="*/ 1464 w 2116"/>
                <a:gd name="T13" fmla="*/ 80 h 2116"/>
                <a:gd name="T14" fmla="*/ 1234 w 2116"/>
                <a:gd name="T15" fmla="*/ 191 h 2116"/>
                <a:gd name="T16" fmla="*/ 1052 w 2116"/>
                <a:gd name="T17" fmla="*/ 0 h 2116"/>
                <a:gd name="T18" fmla="*/ 884 w 2116"/>
                <a:gd name="T19" fmla="*/ 191 h 2116"/>
                <a:gd name="T20" fmla="*/ 653 w 2116"/>
                <a:gd name="T21" fmla="*/ 78 h 2116"/>
                <a:gd name="T22" fmla="*/ 570 w 2116"/>
                <a:gd name="T23" fmla="*/ 321 h 2116"/>
                <a:gd name="T24" fmla="*/ 305 w 2116"/>
                <a:gd name="T25" fmla="*/ 314 h 2116"/>
                <a:gd name="T26" fmla="*/ 322 w 2116"/>
                <a:gd name="T27" fmla="*/ 568 h 2116"/>
                <a:gd name="T28" fmla="*/ 81 w 2116"/>
                <a:gd name="T29" fmla="*/ 652 h 2116"/>
                <a:gd name="T30" fmla="*/ 192 w 2116"/>
                <a:gd name="T31" fmla="*/ 882 h 2116"/>
                <a:gd name="T32" fmla="*/ 0 w 2116"/>
                <a:gd name="T33" fmla="*/ 1064 h 2116"/>
                <a:gd name="T34" fmla="*/ 191 w 2116"/>
                <a:gd name="T35" fmla="*/ 1233 h 2116"/>
                <a:gd name="T36" fmla="*/ 78 w 2116"/>
                <a:gd name="T37" fmla="*/ 1463 h 2116"/>
                <a:gd name="T38" fmla="*/ 321 w 2116"/>
                <a:gd name="T39" fmla="*/ 1546 h 2116"/>
                <a:gd name="T40" fmla="*/ 314 w 2116"/>
                <a:gd name="T41" fmla="*/ 1811 h 2116"/>
                <a:gd name="T42" fmla="*/ 569 w 2116"/>
                <a:gd name="T43" fmla="*/ 1794 h 2116"/>
                <a:gd name="T44" fmla="*/ 653 w 2116"/>
                <a:gd name="T45" fmla="*/ 2035 h 2116"/>
                <a:gd name="T46" fmla="*/ 882 w 2116"/>
                <a:gd name="T47" fmla="*/ 1925 h 2116"/>
                <a:gd name="T48" fmla="*/ 1064 w 2116"/>
                <a:gd name="T49" fmla="*/ 2116 h 2116"/>
                <a:gd name="T50" fmla="*/ 1233 w 2116"/>
                <a:gd name="T51" fmla="*/ 1925 h 2116"/>
                <a:gd name="T52" fmla="*/ 1464 w 2116"/>
                <a:gd name="T53" fmla="*/ 2038 h 2116"/>
                <a:gd name="T54" fmla="*/ 1546 w 2116"/>
                <a:gd name="T55" fmla="*/ 1795 h 2116"/>
                <a:gd name="T56" fmla="*/ 1811 w 2116"/>
                <a:gd name="T57" fmla="*/ 1802 h 2116"/>
                <a:gd name="T58" fmla="*/ 1795 w 2116"/>
                <a:gd name="T59" fmla="*/ 1547 h 2116"/>
                <a:gd name="T60" fmla="*/ 2036 w 2116"/>
                <a:gd name="T61" fmla="*/ 1463 h 2116"/>
                <a:gd name="T62" fmla="*/ 1925 w 2116"/>
                <a:gd name="T63" fmla="*/ 1234 h 2116"/>
                <a:gd name="T64" fmla="*/ 1358 w 2116"/>
                <a:gd name="T65" fmla="*/ 1669 h 2116"/>
                <a:gd name="T66" fmla="*/ 759 w 2116"/>
                <a:gd name="T67" fmla="*/ 447 h 2116"/>
                <a:gd name="T68" fmla="*/ 1358 w 2116"/>
                <a:gd name="T69" fmla="*/ 1669 h 2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16" h="2116">
                  <a:moveTo>
                    <a:pt x="1941" y="1111"/>
                  </a:moveTo>
                  <a:cubicBezTo>
                    <a:pt x="2116" y="1052"/>
                    <a:pt x="2116" y="1052"/>
                    <a:pt x="2116" y="1052"/>
                  </a:cubicBezTo>
                  <a:cubicBezTo>
                    <a:pt x="2107" y="917"/>
                    <a:pt x="2107" y="917"/>
                    <a:pt x="2107" y="917"/>
                  </a:cubicBezTo>
                  <a:cubicBezTo>
                    <a:pt x="1925" y="883"/>
                    <a:pt x="1925" y="883"/>
                    <a:pt x="1925" y="883"/>
                  </a:cubicBezTo>
                  <a:cubicBezTo>
                    <a:pt x="1918" y="847"/>
                    <a:pt x="1908" y="810"/>
                    <a:pt x="1896" y="774"/>
                  </a:cubicBezTo>
                  <a:cubicBezTo>
                    <a:pt x="2038" y="652"/>
                    <a:pt x="2038" y="652"/>
                    <a:pt x="2038" y="652"/>
                  </a:cubicBezTo>
                  <a:cubicBezTo>
                    <a:pt x="1979" y="532"/>
                    <a:pt x="1979" y="532"/>
                    <a:pt x="1979" y="532"/>
                  </a:cubicBezTo>
                  <a:cubicBezTo>
                    <a:pt x="1795" y="570"/>
                    <a:pt x="1795" y="570"/>
                    <a:pt x="1795" y="570"/>
                  </a:cubicBezTo>
                  <a:cubicBezTo>
                    <a:pt x="1772" y="535"/>
                    <a:pt x="1747" y="502"/>
                    <a:pt x="1720" y="471"/>
                  </a:cubicBezTo>
                  <a:cubicBezTo>
                    <a:pt x="1802" y="305"/>
                    <a:pt x="1802" y="305"/>
                    <a:pt x="1802" y="305"/>
                  </a:cubicBezTo>
                  <a:cubicBezTo>
                    <a:pt x="1700" y="217"/>
                    <a:pt x="1700" y="217"/>
                    <a:pt x="1700" y="217"/>
                  </a:cubicBezTo>
                  <a:cubicBezTo>
                    <a:pt x="1548" y="321"/>
                    <a:pt x="1548" y="321"/>
                    <a:pt x="1548" y="321"/>
                  </a:cubicBezTo>
                  <a:cubicBezTo>
                    <a:pt x="1516" y="301"/>
                    <a:pt x="1483" y="282"/>
                    <a:pt x="1450" y="265"/>
                  </a:cubicBezTo>
                  <a:cubicBezTo>
                    <a:pt x="1464" y="80"/>
                    <a:pt x="1464" y="80"/>
                    <a:pt x="1464" y="80"/>
                  </a:cubicBezTo>
                  <a:cubicBezTo>
                    <a:pt x="1336" y="37"/>
                    <a:pt x="1336" y="37"/>
                    <a:pt x="1336" y="37"/>
                  </a:cubicBezTo>
                  <a:cubicBezTo>
                    <a:pt x="1234" y="191"/>
                    <a:pt x="1234" y="191"/>
                    <a:pt x="1234" y="191"/>
                  </a:cubicBezTo>
                  <a:cubicBezTo>
                    <a:pt x="1194" y="183"/>
                    <a:pt x="1152" y="178"/>
                    <a:pt x="1111" y="175"/>
                  </a:cubicBezTo>
                  <a:cubicBezTo>
                    <a:pt x="1052" y="0"/>
                    <a:pt x="1052" y="0"/>
                    <a:pt x="1052" y="0"/>
                  </a:cubicBezTo>
                  <a:cubicBezTo>
                    <a:pt x="918" y="9"/>
                    <a:pt x="918" y="9"/>
                    <a:pt x="918" y="9"/>
                  </a:cubicBezTo>
                  <a:cubicBezTo>
                    <a:pt x="884" y="191"/>
                    <a:pt x="884" y="191"/>
                    <a:pt x="884" y="191"/>
                  </a:cubicBezTo>
                  <a:cubicBezTo>
                    <a:pt x="847" y="198"/>
                    <a:pt x="810" y="208"/>
                    <a:pt x="774" y="220"/>
                  </a:cubicBezTo>
                  <a:cubicBezTo>
                    <a:pt x="653" y="78"/>
                    <a:pt x="653" y="78"/>
                    <a:pt x="653" y="78"/>
                  </a:cubicBezTo>
                  <a:cubicBezTo>
                    <a:pt x="532" y="137"/>
                    <a:pt x="532" y="137"/>
                    <a:pt x="532" y="137"/>
                  </a:cubicBezTo>
                  <a:cubicBezTo>
                    <a:pt x="570" y="321"/>
                    <a:pt x="570" y="321"/>
                    <a:pt x="570" y="321"/>
                  </a:cubicBezTo>
                  <a:cubicBezTo>
                    <a:pt x="535" y="344"/>
                    <a:pt x="502" y="369"/>
                    <a:pt x="471" y="396"/>
                  </a:cubicBezTo>
                  <a:cubicBezTo>
                    <a:pt x="305" y="314"/>
                    <a:pt x="305" y="314"/>
                    <a:pt x="305" y="314"/>
                  </a:cubicBezTo>
                  <a:cubicBezTo>
                    <a:pt x="217" y="416"/>
                    <a:pt x="217" y="416"/>
                    <a:pt x="217" y="416"/>
                  </a:cubicBezTo>
                  <a:cubicBezTo>
                    <a:pt x="322" y="568"/>
                    <a:pt x="322" y="568"/>
                    <a:pt x="322" y="568"/>
                  </a:cubicBezTo>
                  <a:cubicBezTo>
                    <a:pt x="301" y="600"/>
                    <a:pt x="282" y="633"/>
                    <a:pt x="265" y="666"/>
                  </a:cubicBezTo>
                  <a:cubicBezTo>
                    <a:pt x="81" y="652"/>
                    <a:pt x="81" y="652"/>
                    <a:pt x="81" y="652"/>
                  </a:cubicBezTo>
                  <a:cubicBezTo>
                    <a:pt x="37" y="780"/>
                    <a:pt x="37" y="780"/>
                    <a:pt x="37" y="780"/>
                  </a:cubicBezTo>
                  <a:cubicBezTo>
                    <a:pt x="192" y="882"/>
                    <a:pt x="192" y="882"/>
                    <a:pt x="192" y="882"/>
                  </a:cubicBezTo>
                  <a:cubicBezTo>
                    <a:pt x="183" y="923"/>
                    <a:pt x="178" y="964"/>
                    <a:pt x="175" y="1005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9" y="1198"/>
                    <a:pt x="9" y="1198"/>
                    <a:pt x="9" y="1198"/>
                  </a:cubicBezTo>
                  <a:cubicBezTo>
                    <a:pt x="191" y="1233"/>
                    <a:pt x="191" y="1233"/>
                    <a:pt x="191" y="1233"/>
                  </a:cubicBezTo>
                  <a:cubicBezTo>
                    <a:pt x="199" y="1269"/>
                    <a:pt x="208" y="1306"/>
                    <a:pt x="221" y="1342"/>
                  </a:cubicBezTo>
                  <a:cubicBezTo>
                    <a:pt x="78" y="1463"/>
                    <a:pt x="78" y="1463"/>
                    <a:pt x="78" y="1463"/>
                  </a:cubicBezTo>
                  <a:cubicBezTo>
                    <a:pt x="138" y="1584"/>
                    <a:pt x="138" y="1584"/>
                    <a:pt x="138" y="1584"/>
                  </a:cubicBezTo>
                  <a:cubicBezTo>
                    <a:pt x="321" y="1546"/>
                    <a:pt x="321" y="1546"/>
                    <a:pt x="321" y="1546"/>
                  </a:cubicBezTo>
                  <a:cubicBezTo>
                    <a:pt x="344" y="1581"/>
                    <a:pt x="369" y="1614"/>
                    <a:pt x="397" y="1645"/>
                  </a:cubicBezTo>
                  <a:cubicBezTo>
                    <a:pt x="314" y="1811"/>
                    <a:pt x="314" y="1811"/>
                    <a:pt x="314" y="1811"/>
                  </a:cubicBezTo>
                  <a:cubicBezTo>
                    <a:pt x="416" y="1899"/>
                    <a:pt x="416" y="1899"/>
                    <a:pt x="416" y="1899"/>
                  </a:cubicBezTo>
                  <a:cubicBezTo>
                    <a:pt x="569" y="1794"/>
                    <a:pt x="569" y="1794"/>
                    <a:pt x="569" y="1794"/>
                  </a:cubicBezTo>
                  <a:cubicBezTo>
                    <a:pt x="600" y="1815"/>
                    <a:pt x="633" y="1834"/>
                    <a:pt x="667" y="1851"/>
                  </a:cubicBezTo>
                  <a:cubicBezTo>
                    <a:pt x="653" y="2035"/>
                    <a:pt x="653" y="2035"/>
                    <a:pt x="653" y="2035"/>
                  </a:cubicBezTo>
                  <a:cubicBezTo>
                    <a:pt x="780" y="2079"/>
                    <a:pt x="780" y="2079"/>
                    <a:pt x="780" y="2079"/>
                  </a:cubicBezTo>
                  <a:cubicBezTo>
                    <a:pt x="882" y="1925"/>
                    <a:pt x="882" y="1925"/>
                    <a:pt x="882" y="1925"/>
                  </a:cubicBezTo>
                  <a:cubicBezTo>
                    <a:pt x="923" y="1933"/>
                    <a:pt x="964" y="1938"/>
                    <a:pt x="1005" y="1941"/>
                  </a:cubicBezTo>
                  <a:cubicBezTo>
                    <a:pt x="1064" y="2116"/>
                    <a:pt x="1064" y="2116"/>
                    <a:pt x="1064" y="2116"/>
                  </a:cubicBezTo>
                  <a:cubicBezTo>
                    <a:pt x="1199" y="2107"/>
                    <a:pt x="1199" y="2107"/>
                    <a:pt x="1199" y="2107"/>
                  </a:cubicBezTo>
                  <a:cubicBezTo>
                    <a:pt x="1233" y="1925"/>
                    <a:pt x="1233" y="1925"/>
                    <a:pt x="1233" y="1925"/>
                  </a:cubicBezTo>
                  <a:cubicBezTo>
                    <a:pt x="1269" y="1918"/>
                    <a:pt x="1306" y="1908"/>
                    <a:pt x="1342" y="1896"/>
                  </a:cubicBezTo>
                  <a:cubicBezTo>
                    <a:pt x="1464" y="2038"/>
                    <a:pt x="1464" y="2038"/>
                    <a:pt x="1464" y="2038"/>
                  </a:cubicBezTo>
                  <a:cubicBezTo>
                    <a:pt x="1584" y="1979"/>
                    <a:pt x="1584" y="1979"/>
                    <a:pt x="1584" y="1979"/>
                  </a:cubicBezTo>
                  <a:cubicBezTo>
                    <a:pt x="1546" y="1795"/>
                    <a:pt x="1546" y="1795"/>
                    <a:pt x="1546" y="1795"/>
                  </a:cubicBezTo>
                  <a:cubicBezTo>
                    <a:pt x="1581" y="1772"/>
                    <a:pt x="1614" y="1747"/>
                    <a:pt x="1645" y="1719"/>
                  </a:cubicBezTo>
                  <a:cubicBezTo>
                    <a:pt x="1811" y="1802"/>
                    <a:pt x="1811" y="1802"/>
                    <a:pt x="1811" y="1802"/>
                  </a:cubicBezTo>
                  <a:cubicBezTo>
                    <a:pt x="1899" y="1700"/>
                    <a:pt x="1899" y="1700"/>
                    <a:pt x="1899" y="1700"/>
                  </a:cubicBezTo>
                  <a:cubicBezTo>
                    <a:pt x="1795" y="1547"/>
                    <a:pt x="1795" y="1547"/>
                    <a:pt x="1795" y="1547"/>
                  </a:cubicBezTo>
                  <a:cubicBezTo>
                    <a:pt x="1816" y="1516"/>
                    <a:pt x="1834" y="1483"/>
                    <a:pt x="1851" y="1450"/>
                  </a:cubicBezTo>
                  <a:cubicBezTo>
                    <a:pt x="2036" y="1463"/>
                    <a:pt x="2036" y="1463"/>
                    <a:pt x="2036" y="1463"/>
                  </a:cubicBezTo>
                  <a:cubicBezTo>
                    <a:pt x="2079" y="1336"/>
                    <a:pt x="2079" y="1336"/>
                    <a:pt x="2079" y="1336"/>
                  </a:cubicBezTo>
                  <a:cubicBezTo>
                    <a:pt x="1925" y="1234"/>
                    <a:pt x="1925" y="1234"/>
                    <a:pt x="1925" y="1234"/>
                  </a:cubicBezTo>
                  <a:cubicBezTo>
                    <a:pt x="1933" y="1193"/>
                    <a:pt x="1938" y="1152"/>
                    <a:pt x="1941" y="1111"/>
                  </a:cubicBezTo>
                  <a:close/>
                  <a:moveTo>
                    <a:pt x="1358" y="1669"/>
                  </a:moveTo>
                  <a:cubicBezTo>
                    <a:pt x="1020" y="1834"/>
                    <a:pt x="613" y="1695"/>
                    <a:pt x="447" y="1357"/>
                  </a:cubicBezTo>
                  <a:cubicBezTo>
                    <a:pt x="282" y="1020"/>
                    <a:pt x="421" y="613"/>
                    <a:pt x="759" y="447"/>
                  </a:cubicBezTo>
                  <a:cubicBezTo>
                    <a:pt x="1096" y="282"/>
                    <a:pt x="1504" y="421"/>
                    <a:pt x="1669" y="759"/>
                  </a:cubicBezTo>
                  <a:cubicBezTo>
                    <a:pt x="1834" y="1096"/>
                    <a:pt x="1695" y="1503"/>
                    <a:pt x="1358" y="1669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7" name="işļïḓê"/>
            <p:cNvGrpSpPr/>
            <p:nvPr/>
          </p:nvGrpSpPr>
          <p:grpSpPr>
            <a:xfrm>
              <a:off x="5947032" y="2556730"/>
              <a:ext cx="1012881" cy="1004192"/>
              <a:chOff x="5947032" y="2556730"/>
              <a:chExt cx="1012881" cy="1004192"/>
            </a:xfrm>
          </p:grpSpPr>
          <p:sp>
            <p:nvSpPr>
              <p:cNvPr id="20" name="íšḷiḋê"/>
              <p:cNvSpPr/>
              <p:nvPr/>
            </p:nvSpPr>
            <p:spPr bwMode="auto">
              <a:xfrm>
                <a:off x="5947032" y="2556730"/>
                <a:ext cx="1012881" cy="1004192"/>
              </a:xfrm>
              <a:custGeom>
                <a:avLst/>
                <a:gdLst>
                  <a:gd name="T0" fmla="*/ 190 w 197"/>
                  <a:gd name="T1" fmla="*/ 97 h 195"/>
                  <a:gd name="T2" fmla="*/ 197 w 197"/>
                  <a:gd name="T3" fmla="*/ 86 h 195"/>
                  <a:gd name="T4" fmla="*/ 193 w 197"/>
                  <a:gd name="T5" fmla="*/ 76 h 195"/>
                  <a:gd name="T6" fmla="*/ 188 w 197"/>
                  <a:gd name="T7" fmla="*/ 59 h 195"/>
                  <a:gd name="T8" fmla="*/ 183 w 197"/>
                  <a:gd name="T9" fmla="*/ 48 h 195"/>
                  <a:gd name="T10" fmla="*/ 167 w 197"/>
                  <a:gd name="T11" fmla="*/ 38 h 195"/>
                  <a:gd name="T12" fmla="*/ 166 w 197"/>
                  <a:gd name="T13" fmla="*/ 25 h 195"/>
                  <a:gd name="T14" fmla="*/ 158 w 197"/>
                  <a:gd name="T15" fmla="*/ 29 h 195"/>
                  <a:gd name="T16" fmla="*/ 147 w 197"/>
                  <a:gd name="T17" fmla="*/ 12 h 195"/>
                  <a:gd name="T18" fmla="*/ 137 w 197"/>
                  <a:gd name="T19" fmla="*/ 9 h 195"/>
                  <a:gd name="T20" fmla="*/ 120 w 197"/>
                  <a:gd name="T21" fmla="*/ 3 h 195"/>
                  <a:gd name="T22" fmla="*/ 110 w 197"/>
                  <a:gd name="T23" fmla="*/ 0 h 195"/>
                  <a:gd name="T24" fmla="*/ 99 w 197"/>
                  <a:gd name="T25" fmla="*/ 7 h 195"/>
                  <a:gd name="T26" fmla="*/ 88 w 197"/>
                  <a:gd name="T27" fmla="*/ 0 h 195"/>
                  <a:gd name="T28" fmla="*/ 77 w 197"/>
                  <a:gd name="T29" fmla="*/ 3 h 195"/>
                  <a:gd name="T30" fmla="*/ 61 w 197"/>
                  <a:gd name="T31" fmla="*/ 9 h 195"/>
                  <a:gd name="T32" fmla="*/ 50 w 197"/>
                  <a:gd name="T33" fmla="*/ 12 h 195"/>
                  <a:gd name="T34" fmla="*/ 40 w 197"/>
                  <a:gd name="T35" fmla="*/ 29 h 195"/>
                  <a:gd name="T36" fmla="*/ 32 w 197"/>
                  <a:gd name="T37" fmla="*/ 25 h 195"/>
                  <a:gd name="T38" fmla="*/ 30 w 197"/>
                  <a:gd name="T39" fmla="*/ 38 h 195"/>
                  <a:gd name="T40" fmla="*/ 15 w 197"/>
                  <a:gd name="T41" fmla="*/ 48 h 195"/>
                  <a:gd name="T42" fmla="*/ 10 w 197"/>
                  <a:gd name="T43" fmla="*/ 59 h 195"/>
                  <a:gd name="T44" fmla="*/ 4 w 197"/>
                  <a:gd name="T45" fmla="*/ 76 h 195"/>
                  <a:gd name="T46" fmla="*/ 0 w 197"/>
                  <a:gd name="T47" fmla="*/ 86 h 195"/>
                  <a:gd name="T48" fmla="*/ 8 w 197"/>
                  <a:gd name="T49" fmla="*/ 97 h 195"/>
                  <a:gd name="T50" fmla="*/ 0 w 197"/>
                  <a:gd name="T51" fmla="*/ 109 h 195"/>
                  <a:gd name="T52" fmla="*/ 4 w 197"/>
                  <a:gd name="T53" fmla="*/ 119 h 195"/>
                  <a:gd name="T54" fmla="*/ 10 w 197"/>
                  <a:gd name="T55" fmla="*/ 136 h 195"/>
                  <a:gd name="T56" fmla="*/ 15 w 197"/>
                  <a:gd name="T57" fmla="*/ 147 h 195"/>
                  <a:gd name="T58" fmla="*/ 30 w 197"/>
                  <a:gd name="T59" fmla="*/ 157 h 195"/>
                  <a:gd name="T60" fmla="*/ 32 w 197"/>
                  <a:gd name="T61" fmla="*/ 170 h 195"/>
                  <a:gd name="T62" fmla="*/ 40 w 197"/>
                  <a:gd name="T63" fmla="*/ 166 h 195"/>
                  <a:gd name="T64" fmla="*/ 50 w 197"/>
                  <a:gd name="T65" fmla="*/ 183 h 195"/>
                  <a:gd name="T66" fmla="*/ 61 w 197"/>
                  <a:gd name="T67" fmla="*/ 186 h 195"/>
                  <a:gd name="T68" fmla="*/ 77 w 197"/>
                  <a:gd name="T69" fmla="*/ 191 h 195"/>
                  <a:gd name="T70" fmla="*/ 88 w 197"/>
                  <a:gd name="T71" fmla="*/ 195 h 195"/>
                  <a:gd name="T72" fmla="*/ 99 w 197"/>
                  <a:gd name="T73" fmla="*/ 188 h 195"/>
                  <a:gd name="T74" fmla="*/ 110 w 197"/>
                  <a:gd name="T75" fmla="*/ 195 h 195"/>
                  <a:gd name="T76" fmla="*/ 120 w 197"/>
                  <a:gd name="T77" fmla="*/ 191 h 195"/>
                  <a:gd name="T78" fmla="*/ 137 w 197"/>
                  <a:gd name="T79" fmla="*/ 186 h 195"/>
                  <a:gd name="T80" fmla="*/ 147 w 197"/>
                  <a:gd name="T81" fmla="*/ 183 h 195"/>
                  <a:gd name="T82" fmla="*/ 158 w 197"/>
                  <a:gd name="T83" fmla="*/ 166 h 195"/>
                  <a:gd name="T84" fmla="*/ 166 w 197"/>
                  <a:gd name="T85" fmla="*/ 170 h 195"/>
                  <a:gd name="T86" fmla="*/ 167 w 197"/>
                  <a:gd name="T87" fmla="*/ 157 h 195"/>
                  <a:gd name="T88" fmla="*/ 183 w 197"/>
                  <a:gd name="T89" fmla="*/ 147 h 195"/>
                  <a:gd name="T90" fmla="*/ 188 w 197"/>
                  <a:gd name="T91" fmla="*/ 136 h 195"/>
                  <a:gd name="T92" fmla="*/ 193 w 197"/>
                  <a:gd name="T93" fmla="*/ 119 h 195"/>
                  <a:gd name="T94" fmla="*/ 197 w 197"/>
                  <a:gd name="T95" fmla="*/ 10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95">
                    <a:moveTo>
                      <a:pt x="195" y="106"/>
                    </a:move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3"/>
                      <a:pt x="190" y="100"/>
                      <a:pt x="190" y="97"/>
                    </a:cubicBezTo>
                    <a:cubicBezTo>
                      <a:pt x="190" y="95"/>
                      <a:pt x="189" y="92"/>
                      <a:pt x="189" y="90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7" y="88"/>
                      <a:pt x="197" y="87"/>
                      <a:pt x="197" y="86"/>
                    </a:cubicBezTo>
                    <a:cubicBezTo>
                      <a:pt x="197" y="83"/>
                      <a:pt x="196" y="80"/>
                      <a:pt x="196" y="78"/>
                    </a:cubicBezTo>
                    <a:cubicBezTo>
                      <a:pt x="196" y="77"/>
                      <a:pt x="195" y="76"/>
                      <a:pt x="194" y="76"/>
                    </a:cubicBezTo>
                    <a:cubicBezTo>
                      <a:pt x="194" y="76"/>
                      <a:pt x="194" y="76"/>
                      <a:pt x="193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6" y="72"/>
                      <a:pt x="184" y="67"/>
                      <a:pt x="182" y="62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9" y="59"/>
                      <a:pt x="189" y="57"/>
                      <a:pt x="189" y="56"/>
                    </a:cubicBezTo>
                    <a:cubicBezTo>
                      <a:pt x="188" y="54"/>
                      <a:pt x="186" y="51"/>
                      <a:pt x="185" y="49"/>
                    </a:cubicBezTo>
                    <a:cubicBezTo>
                      <a:pt x="185" y="48"/>
                      <a:pt x="184" y="48"/>
                      <a:pt x="183" y="48"/>
                    </a:cubicBezTo>
                    <a:cubicBezTo>
                      <a:pt x="183" y="48"/>
                      <a:pt x="182" y="48"/>
                      <a:pt x="182" y="48"/>
                    </a:cubicBezTo>
                    <a:cubicBezTo>
                      <a:pt x="176" y="50"/>
                      <a:pt x="176" y="50"/>
                      <a:pt x="176" y="50"/>
                    </a:cubicBezTo>
                    <a:cubicBezTo>
                      <a:pt x="174" y="46"/>
                      <a:pt x="171" y="42"/>
                      <a:pt x="167" y="38"/>
                    </a:cubicBezTo>
                    <a:cubicBezTo>
                      <a:pt x="172" y="34"/>
                      <a:pt x="172" y="34"/>
                      <a:pt x="172" y="34"/>
                    </a:cubicBezTo>
                    <a:cubicBezTo>
                      <a:pt x="172" y="33"/>
                      <a:pt x="172" y="31"/>
                      <a:pt x="172" y="31"/>
                    </a:cubicBezTo>
                    <a:cubicBezTo>
                      <a:pt x="170" y="28"/>
                      <a:pt x="168" y="26"/>
                      <a:pt x="166" y="25"/>
                    </a:cubicBezTo>
                    <a:cubicBezTo>
                      <a:pt x="165" y="24"/>
                      <a:pt x="165" y="24"/>
                      <a:pt x="164" y="24"/>
                    </a:cubicBezTo>
                    <a:cubicBezTo>
                      <a:pt x="163" y="24"/>
                      <a:pt x="163" y="24"/>
                      <a:pt x="162" y="25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4" y="26"/>
                      <a:pt x="150" y="23"/>
                      <a:pt x="146" y="20"/>
                    </a:cubicBezTo>
                    <a:cubicBezTo>
                      <a:pt x="148" y="14"/>
                      <a:pt x="148" y="14"/>
                      <a:pt x="148" y="14"/>
                    </a:cubicBezTo>
                    <a:cubicBezTo>
                      <a:pt x="149" y="13"/>
                      <a:pt x="148" y="12"/>
                      <a:pt x="147" y="12"/>
                    </a:cubicBezTo>
                    <a:cubicBezTo>
                      <a:pt x="145" y="10"/>
                      <a:pt x="142" y="9"/>
                      <a:pt x="140" y="8"/>
                    </a:cubicBezTo>
                    <a:cubicBezTo>
                      <a:pt x="139" y="8"/>
                      <a:pt x="139" y="7"/>
                      <a:pt x="139" y="7"/>
                    </a:cubicBezTo>
                    <a:cubicBezTo>
                      <a:pt x="138" y="7"/>
                      <a:pt x="137" y="8"/>
                      <a:pt x="137" y="9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29" y="12"/>
                      <a:pt x="124" y="11"/>
                      <a:pt x="119" y="10"/>
                    </a:cubicBezTo>
                    <a:cubicBezTo>
                      <a:pt x="120" y="3"/>
                      <a:pt x="120" y="3"/>
                      <a:pt x="120" y="3"/>
                    </a:cubicBezTo>
                    <a:cubicBezTo>
                      <a:pt x="120" y="2"/>
                      <a:pt x="120" y="1"/>
                      <a:pt x="118" y="1"/>
                    </a:cubicBezTo>
                    <a:cubicBezTo>
                      <a:pt x="116" y="0"/>
                      <a:pt x="113" y="0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9" y="0"/>
                      <a:pt x="108" y="0"/>
                      <a:pt x="107" y="1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104" y="7"/>
                      <a:pt x="101" y="7"/>
                      <a:pt x="99" y="7"/>
                    </a:cubicBezTo>
                    <a:cubicBezTo>
                      <a:pt x="96" y="7"/>
                      <a:pt x="94" y="7"/>
                      <a:pt x="91" y="7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0" y="0"/>
                      <a:pt x="89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5" y="0"/>
                      <a:pt x="82" y="0"/>
                      <a:pt x="79" y="1"/>
                    </a:cubicBezTo>
                    <a:cubicBezTo>
                      <a:pt x="78" y="1"/>
                      <a:pt x="77" y="2"/>
                      <a:pt x="77" y="3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3" y="11"/>
                      <a:pt x="68" y="12"/>
                      <a:pt x="64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0" y="8"/>
                      <a:pt x="60" y="7"/>
                      <a:pt x="59" y="7"/>
                    </a:cubicBezTo>
                    <a:cubicBezTo>
                      <a:pt x="58" y="7"/>
                      <a:pt x="58" y="8"/>
                      <a:pt x="58" y="8"/>
                    </a:cubicBezTo>
                    <a:cubicBezTo>
                      <a:pt x="55" y="9"/>
                      <a:pt x="53" y="10"/>
                      <a:pt x="50" y="12"/>
                    </a:cubicBezTo>
                    <a:cubicBezTo>
                      <a:pt x="49" y="12"/>
                      <a:pt x="49" y="13"/>
                      <a:pt x="49" y="1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8" y="23"/>
                      <a:pt x="44" y="26"/>
                      <a:pt x="40" y="29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4"/>
                      <a:pt x="34" y="24"/>
                      <a:pt x="34" y="24"/>
                    </a:cubicBezTo>
                    <a:cubicBezTo>
                      <a:pt x="33" y="24"/>
                      <a:pt x="32" y="24"/>
                      <a:pt x="32" y="25"/>
                    </a:cubicBezTo>
                    <a:cubicBezTo>
                      <a:pt x="30" y="26"/>
                      <a:pt x="28" y="28"/>
                      <a:pt x="26" y="31"/>
                    </a:cubicBezTo>
                    <a:cubicBezTo>
                      <a:pt x="25" y="31"/>
                      <a:pt x="25" y="33"/>
                      <a:pt x="26" y="34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27" y="42"/>
                      <a:pt x="24" y="46"/>
                      <a:pt x="21" y="5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3" y="48"/>
                      <a:pt x="13" y="49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8" y="57"/>
                      <a:pt x="9" y="59"/>
                      <a:pt x="10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3" y="67"/>
                      <a:pt x="12" y="72"/>
                      <a:pt x="10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2" y="77"/>
                      <a:pt x="2" y="78"/>
                    </a:cubicBezTo>
                    <a:cubicBezTo>
                      <a:pt x="1" y="80"/>
                      <a:pt x="1" y="83"/>
                      <a:pt x="0" y="86"/>
                    </a:cubicBezTo>
                    <a:cubicBezTo>
                      <a:pt x="0" y="87"/>
                      <a:pt x="1" y="88"/>
                      <a:pt x="2" y="89"/>
                    </a:cubicBezTo>
                    <a:cubicBezTo>
                      <a:pt x="8" y="90"/>
                      <a:pt x="8" y="90"/>
                      <a:pt x="8" y="90"/>
                    </a:cubicBezTo>
                    <a:cubicBezTo>
                      <a:pt x="8" y="92"/>
                      <a:pt x="8" y="95"/>
                      <a:pt x="8" y="97"/>
                    </a:cubicBezTo>
                    <a:cubicBezTo>
                      <a:pt x="8" y="100"/>
                      <a:pt x="8" y="103"/>
                      <a:pt x="8" y="105"/>
                    </a:cubicBezTo>
                    <a:cubicBezTo>
                      <a:pt x="2" y="106"/>
                      <a:pt x="2" y="106"/>
                      <a:pt x="2" y="106"/>
                    </a:cubicBezTo>
                    <a:cubicBezTo>
                      <a:pt x="1" y="106"/>
                      <a:pt x="0" y="107"/>
                      <a:pt x="0" y="109"/>
                    </a:cubicBezTo>
                    <a:cubicBezTo>
                      <a:pt x="1" y="112"/>
                      <a:pt x="1" y="114"/>
                      <a:pt x="2" y="117"/>
                    </a:cubicBezTo>
                    <a:cubicBezTo>
                      <a:pt x="2" y="118"/>
                      <a:pt x="3" y="119"/>
                      <a:pt x="4" y="119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12" y="123"/>
                      <a:pt x="13" y="128"/>
                      <a:pt x="15" y="133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6"/>
                      <a:pt x="8" y="137"/>
                      <a:pt x="9" y="139"/>
                    </a:cubicBezTo>
                    <a:cubicBezTo>
                      <a:pt x="10" y="141"/>
                      <a:pt x="11" y="144"/>
                      <a:pt x="13" y="146"/>
                    </a:cubicBezTo>
                    <a:cubicBezTo>
                      <a:pt x="13" y="147"/>
                      <a:pt x="14" y="147"/>
                      <a:pt x="15" y="147"/>
                    </a:cubicBezTo>
                    <a:cubicBezTo>
                      <a:pt x="15" y="147"/>
                      <a:pt x="15" y="147"/>
                      <a:pt x="16" y="147"/>
                    </a:cubicBezTo>
                    <a:cubicBezTo>
                      <a:pt x="21" y="144"/>
                      <a:pt x="21" y="144"/>
                      <a:pt x="21" y="144"/>
                    </a:cubicBezTo>
                    <a:cubicBezTo>
                      <a:pt x="24" y="149"/>
                      <a:pt x="27" y="153"/>
                      <a:pt x="30" y="157"/>
                    </a:cubicBezTo>
                    <a:cubicBezTo>
                      <a:pt x="26" y="161"/>
                      <a:pt x="26" y="161"/>
                      <a:pt x="26" y="161"/>
                    </a:cubicBezTo>
                    <a:cubicBezTo>
                      <a:pt x="25" y="162"/>
                      <a:pt x="25" y="163"/>
                      <a:pt x="26" y="164"/>
                    </a:cubicBezTo>
                    <a:cubicBezTo>
                      <a:pt x="28" y="166"/>
                      <a:pt x="30" y="168"/>
                      <a:pt x="32" y="170"/>
                    </a:cubicBezTo>
                    <a:cubicBezTo>
                      <a:pt x="32" y="171"/>
                      <a:pt x="33" y="171"/>
                      <a:pt x="34" y="171"/>
                    </a:cubicBezTo>
                    <a:cubicBezTo>
                      <a:pt x="34" y="171"/>
                      <a:pt x="35" y="171"/>
                      <a:pt x="35" y="170"/>
                    </a:cubicBezTo>
                    <a:cubicBezTo>
                      <a:pt x="40" y="166"/>
                      <a:pt x="40" y="166"/>
                      <a:pt x="40" y="166"/>
                    </a:cubicBezTo>
                    <a:cubicBezTo>
                      <a:pt x="44" y="169"/>
                      <a:pt x="48" y="172"/>
                      <a:pt x="52" y="175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9" y="181"/>
                      <a:pt x="49" y="183"/>
                      <a:pt x="50" y="183"/>
                    </a:cubicBezTo>
                    <a:cubicBezTo>
                      <a:pt x="53" y="185"/>
                      <a:pt x="55" y="186"/>
                      <a:pt x="58" y="187"/>
                    </a:cubicBezTo>
                    <a:cubicBezTo>
                      <a:pt x="58" y="187"/>
                      <a:pt x="58" y="187"/>
                      <a:pt x="59" y="187"/>
                    </a:cubicBezTo>
                    <a:cubicBezTo>
                      <a:pt x="60" y="187"/>
                      <a:pt x="60" y="187"/>
                      <a:pt x="61" y="186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3"/>
                      <a:pt x="73" y="184"/>
                      <a:pt x="78" y="185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3"/>
                      <a:pt x="78" y="194"/>
                      <a:pt x="79" y="194"/>
                    </a:cubicBezTo>
                    <a:cubicBezTo>
                      <a:pt x="82" y="194"/>
                      <a:pt x="85" y="195"/>
                      <a:pt x="88" y="195"/>
                    </a:cubicBezTo>
                    <a:cubicBezTo>
                      <a:pt x="88" y="195"/>
                      <a:pt x="88" y="195"/>
                      <a:pt x="88" y="195"/>
                    </a:cubicBezTo>
                    <a:cubicBezTo>
                      <a:pt x="89" y="195"/>
                      <a:pt x="90" y="195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4" y="187"/>
                      <a:pt x="96" y="188"/>
                      <a:pt x="99" y="188"/>
                    </a:cubicBezTo>
                    <a:cubicBezTo>
                      <a:pt x="101" y="188"/>
                      <a:pt x="104" y="187"/>
                      <a:pt x="106" y="187"/>
                    </a:cubicBezTo>
                    <a:cubicBezTo>
                      <a:pt x="107" y="193"/>
                      <a:pt x="107" y="193"/>
                      <a:pt x="107" y="193"/>
                    </a:cubicBezTo>
                    <a:cubicBezTo>
                      <a:pt x="108" y="195"/>
                      <a:pt x="109" y="195"/>
                      <a:pt x="110" y="195"/>
                    </a:cubicBezTo>
                    <a:cubicBezTo>
                      <a:pt x="110" y="195"/>
                      <a:pt x="110" y="195"/>
                      <a:pt x="110" y="195"/>
                    </a:cubicBezTo>
                    <a:cubicBezTo>
                      <a:pt x="113" y="195"/>
                      <a:pt x="116" y="194"/>
                      <a:pt x="118" y="194"/>
                    </a:cubicBezTo>
                    <a:cubicBezTo>
                      <a:pt x="120" y="194"/>
                      <a:pt x="120" y="193"/>
                      <a:pt x="120" y="191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24" y="184"/>
                      <a:pt x="129" y="183"/>
                      <a:pt x="134" y="181"/>
                    </a:cubicBezTo>
                    <a:cubicBezTo>
                      <a:pt x="137" y="186"/>
                      <a:pt x="137" y="186"/>
                      <a:pt x="137" y="186"/>
                    </a:cubicBezTo>
                    <a:cubicBezTo>
                      <a:pt x="137" y="187"/>
                      <a:pt x="138" y="187"/>
                      <a:pt x="139" y="187"/>
                    </a:cubicBezTo>
                    <a:cubicBezTo>
                      <a:pt x="139" y="187"/>
                      <a:pt x="139" y="187"/>
                      <a:pt x="140" y="187"/>
                    </a:cubicBezTo>
                    <a:cubicBezTo>
                      <a:pt x="142" y="186"/>
                      <a:pt x="145" y="185"/>
                      <a:pt x="147" y="183"/>
                    </a:cubicBezTo>
                    <a:cubicBezTo>
                      <a:pt x="148" y="183"/>
                      <a:pt x="149" y="181"/>
                      <a:pt x="148" y="180"/>
                    </a:cubicBezTo>
                    <a:cubicBezTo>
                      <a:pt x="146" y="175"/>
                      <a:pt x="146" y="175"/>
                      <a:pt x="146" y="175"/>
                    </a:cubicBezTo>
                    <a:cubicBezTo>
                      <a:pt x="150" y="172"/>
                      <a:pt x="154" y="169"/>
                      <a:pt x="158" y="166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3" y="171"/>
                      <a:pt x="163" y="171"/>
                      <a:pt x="164" y="171"/>
                    </a:cubicBezTo>
                    <a:cubicBezTo>
                      <a:pt x="165" y="171"/>
                      <a:pt x="165" y="171"/>
                      <a:pt x="166" y="170"/>
                    </a:cubicBezTo>
                    <a:cubicBezTo>
                      <a:pt x="168" y="168"/>
                      <a:pt x="170" y="166"/>
                      <a:pt x="172" y="164"/>
                    </a:cubicBezTo>
                    <a:cubicBezTo>
                      <a:pt x="172" y="163"/>
                      <a:pt x="172" y="162"/>
                      <a:pt x="172" y="161"/>
                    </a:cubicBezTo>
                    <a:cubicBezTo>
                      <a:pt x="167" y="157"/>
                      <a:pt x="167" y="157"/>
                      <a:pt x="167" y="157"/>
                    </a:cubicBezTo>
                    <a:cubicBezTo>
                      <a:pt x="171" y="153"/>
                      <a:pt x="174" y="149"/>
                      <a:pt x="176" y="144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7"/>
                      <a:pt x="183" y="147"/>
                      <a:pt x="183" y="147"/>
                    </a:cubicBezTo>
                    <a:cubicBezTo>
                      <a:pt x="184" y="147"/>
                      <a:pt x="185" y="147"/>
                      <a:pt x="185" y="146"/>
                    </a:cubicBezTo>
                    <a:cubicBezTo>
                      <a:pt x="186" y="144"/>
                      <a:pt x="188" y="141"/>
                      <a:pt x="189" y="139"/>
                    </a:cubicBezTo>
                    <a:cubicBezTo>
                      <a:pt x="189" y="137"/>
                      <a:pt x="189" y="136"/>
                      <a:pt x="188" y="136"/>
                    </a:cubicBezTo>
                    <a:cubicBezTo>
                      <a:pt x="182" y="133"/>
                      <a:pt x="182" y="133"/>
                      <a:pt x="182" y="133"/>
                    </a:cubicBezTo>
                    <a:cubicBezTo>
                      <a:pt x="184" y="128"/>
                      <a:pt x="186" y="123"/>
                      <a:pt x="187" y="118"/>
                    </a:cubicBezTo>
                    <a:cubicBezTo>
                      <a:pt x="193" y="119"/>
                      <a:pt x="193" y="119"/>
                      <a:pt x="193" y="119"/>
                    </a:cubicBezTo>
                    <a:cubicBezTo>
                      <a:pt x="194" y="119"/>
                      <a:pt x="194" y="119"/>
                      <a:pt x="194" y="119"/>
                    </a:cubicBezTo>
                    <a:cubicBezTo>
                      <a:pt x="195" y="119"/>
                      <a:pt x="196" y="118"/>
                      <a:pt x="196" y="117"/>
                    </a:cubicBezTo>
                    <a:cubicBezTo>
                      <a:pt x="196" y="114"/>
                      <a:pt x="197" y="112"/>
                      <a:pt x="197" y="109"/>
                    </a:cubicBezTo>
                    <a:cubicBezTo>
                      <a:pt x="197" y="107"/>
                      <a:pt x="197" y="106"/>
                      <a:pt x="195" y="106"/>
                    </a:cubicBezTo>
                    <a:close/>
                  </a:path>
                </a:pathLst>
              </a:custGeom>
              <a:solidFill>
                <a:srgbClr val="437CED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2700000" scaled="1"/>
                  </a:gradFill>
                </a:endParaRPr>
              </a:p>
            </p:txBody>
          </p:sp>
          <p:sp>
            <p:nvSpPr>
              <p:cNvPr id="21" name="iṥļîḋe"/>
              <p:cNvSpPr/>
              <p:nvPr/>
            </p:nvSpPr>
            <p:spPr>
              <a:xfrm>
                <a:off x="6279307" y="2884925"/>
                <a:ext cx="348330" cy="347802"/>
              </a:xfrm>
              <a:custGeom>
                <a:avLst/>
                <a:gdLst>
                  <a:gd name="connsiteX0" fmla="*/ 459822 w 607639"/>
                  <a:gd name="connsiteY0" fmla="*/ 403211 h 606722"/>
                  <a:gd name="connsiteX1" fmla="*/ 607639 w 607639"/>
                  <a:gd name="connsiteY1" fmla="*/ 550734 h 606722"/>
                  <a:gd name="connsiteX2" fmla="*/ 551574 w 607639"/>
                  <a:gd name="connsiteY2" fmla="*/ 606722 h 606722"/>
                  <a:gd name="connsiteX3" fmla="*/ 403846 w 607639"/>
                  <a:gd name="connsiteY3" fmla="*/ 459110 h 606722"/>
                  <a:gd name="connsiteX4" fmla="*/ 459822 w 607639"/>
                  <a:gd name="connsiteY4" fmla="*/ 403211 h 606722"/>
                  <a:gd name="connsiteX5" fmla="*/ 158522 w 607639"/>
                  <a:gd name="connsiteY5" fmla="*/ 217647 h 606722"/>
                  <a:gd name="connsiteX6" fmla="*/ 158522 w 607639"/>
                  <a:gd name="connsiteY6" fmla="*/ 257189 h 606722"/>
                  <a:gd name="connsiteX7" fmla="*/ 317019 w 607639"/>
                  <a:gd name="connsiteY7" fmla="*/ 257189 h 606722"/>
                  <a:gd name="connsiteX8" fmla="*/ 317019 w 607639"/>
                  <a:gd name="connsiteY8" fmla="*/ 217647 h 606722"/>
                  <a:gd name="connsiteX9" fmla="*/ 237726 w 607639"/>
                  <a:gd name="connsiteY9" fmla="*/ 98933 h 606722"/>
                  <a:gd name="connsiteX10" fmla="*/ 376467 w 607639"/>
                  <a:gd name="connsiteY10" fmla="*/ 237374 h 606722"/>
                  <a:gd name="connsiteX11" fmla="*/ 237726 w 607639"/>
                  <a:gd name="connsiteY11" fmla="*/ 375903 h 606722"/>
                  <a:gd name="connsiteX12" fmla="*/ 99074 w 607639"/>
                  <a:gd name="connsiteY12" fmla="*/ 237374 h 606722"/>
                  <a:gd name="connsiteX13" fmla="*/ 237726 w 607639"/>
                  <a:gd name="connsiteY13" fmla="*/ 98933 h 606722"/>
                  <a:gd name="connsiteX14" fmla="*/ 237726 w 607639"/>
                  <a:gd name="connsiteY14" fmla="*/ 59365 h 606722"/>
                  <a:gd name="connsiteX15" fmla="*/ 59454 w 607639"/>
                  <a:gd name="connsiteY15" fmla="*/ 237373 h 606722"/>
                  <a:gd name="connsiteX16" fmla="*/ 237726 w 607639"/>
                  <a:gd name="connsiteY16" fmla="*/ 415470 h 606722"/>
                  <a:gd name="connsiteX17" fmla="*/ 416086 w 607639"/>
                  <a:gd name="connsiteY17" fmla="*/ 237373 h 606722"/>
                  <a:gd name="connsiteX18" fmla="*/ 237726 w 607639"/>
                  <a:gd name="connsiteY18" fmla="*/ 59365 h 606722"/>
                  <a:gd name="connsiteX19" fmla="*/ 237726 w 607639"/>
                  <a:gd name="connsiteY19" fmla="*/ 0 h 606722"/>
                  <a:gd name="connsiteX20" fmla="*/ 475540 w 607639"/>
                  <a:gd name="connsiteY20" fmla="*/ 237373 h 606722"/>
                  <a:gd name="connsiteX21" fmla="*/ 237726 w 607639"/>
                  <a:gd name="connsiteY21" fmla="*/ 474835 h 606722"/>
                  <a:gd name="connsiteX22" fmla="*/ 0 w 607639"/>
                  <a:gd name="connsiteY22" fmla="*/ 237373 h 606722"/>
                  <a:gd name="connsiteX23" fmla="*/ 237726 w 607639"/>
                  <a:gd name="connsiteY23" fmla="*/ 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607639" h="606722">
                    <a:moveTo>
                      <a:pt x="459822" y="403211"/>
                    </a:moveTo>
                    <a:lnTo>
                      <a:pt x="607639" y="550734"/>
                    </a:lnTo>
                    <a:lnTo>
                      <a:pt x="551574" y="606722"/>
                    </a:lnTo>
                    <a:lnTo>
                      <a:pt x="403846" y="459110"/>
                    </a:lnTo>
                    <a:cubicBezTo>
                      <a:pt x="425026" y="443291"/>
                      <a:pt x="443982" y="424362"/>
                      <a:pt x="459822" y="403211"/>
                    </a:cubicBezTo>
                    <a:close/>
                    <a:moveTo>
                      <a:pt x="158522" y="217647"/>
                    </a:moveTo>
                    <a:lnTo>
                      <a:pt x="158522" y="257189"/>
                    </a:lnTo>
                    <a:lnTo>
                      <a:pt x="317019" y="257189"/>
                    </a:lnTo>
                    <a:lnTo>
                      <a:pt x="317019" y="217647"/>
                    </a:lnTo>
                    <a:close/>
                    <a:moveTo>
                      <a:pt x="237726" y="98933"/>
                    </a:moveTo>
                    <a:cubicBezTo>
                      <a:pt x="314260" y="98933"/>
                      <a:pt x="376467" y="161045"/>
                      <a:pt x="376467" y="237374"/>
                    </a:cubicBezTo>
                    <a:cubicBezTo>
                      <a:pt x="376467" y="313791"/>
                      <a:pt x="314260" y="375903"/>
                      <a:pt x="237726" y="375903"/>
                    </a:cubicBezTo>
                    <a:cubicBezTo>
                      <a:pt x="161281" y="375903"/>
                      <a:pt x="99074" y="313791"/>
                      <a:pt x="99074" y="237374"/>
                    </a:cubicBezTo>
                    <a:cubicBezTo>
                      <a:pt x="99074" y="161045"/>
                      <a:pt x="161281" y="98933"/>
                      <a:pt x="237726" y="98933"/>
                    </a:cubicBezTo>
                    <a:close/>
                    <a:moveTo>
                      <a:pt x="237726" y="59365"/>
                    </a:moveTo>
                    <a:cubicBezTo>
                      <a:pt x="139467" y="59365"/>
                      <a:pt x="59454" y="139260"/>
                      <a:pt x="59454" y="237373"/>
                    </a:cubicBezTo>
                    <a:cubicBezTo>
                      <a:pt x="59454" y="335575"/>
                      <a:pt x="139467" y="415470"/>
                      <a:pt x="237726" y="415470"/>
                    </a:cubicBezTo>
                    <a:cubicBezTo>
                      <a:pt x="336073" y="415470"/>
                      <a:pt x="416086" y="335575"/>
                      <a:pt x="416086" y="237373"/>
                    </a:cubicBezTo>
                    <a:cubicBezTo>
                      <a:pt x="416086" y="139260"/>
                      <a:pt x="336073" y="59365"/>
                      <a:pt x="237726" y="59365"/>
                    </a:cubicBezTo>
                    <a:close/>
                    <a:moveTo>
                      <a:pt x="237726" y="0"/>
                    </a:moveTo>
                    <a:cubicBezTo>
                      <a:pt x="368826" y="0"/>
                      <a:pt x="475540" y="106467"/>
                      <a:pt x="475540" y="237373"/>
                    </a:cubicBezTo>
                    <a:cubicBezTo>
                      <a:pt x="475540" y="368279"/>
                      <a:pt x="368826" y="474835"/>
                      <a:pt x="237726" y="474835"/>
                    </a:cubicBezTo>
                    <a:cubicBezTo>
                      <a:pt x="106625" y="474835"/>
                      <a:pt x="0" y="368279"/>
                      <a:pt x="0" y="237373"/>
                    </a:cubicBezTo>
                    <a:cubicBezTo>
                      <a:pt x="0" y="106467"/>
                      <a:pt x="106625" y="0"/>
                      <a:pt x="23772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8" name="iśľîďe"/>
            <p:cNvGrpSpPr/>
            <p:nvPr/>
          </p:nvGrpSpPr>
          <p:grpSpPr>
            <a:xfrm>
              <a:off x="4953765" y="3288777"/>
              <a:ext cx="1415285" cy="1403144"/>
              <a:chOff x="4953765" y="3288777"/>
              <a:chExt cx="1415285" cy="1403144"/>
            </a:xfrm>
          </p:grpSpPr>
          <p:sp>
            <p:nvSpPr>
              <p:cNvPr id="18" name="îṩļîḍè"/>
              <p:cNvSpPr/>
              <p:nvPr/>
            </p:nvSpPr>
            <p:spPr bwMode="auto">
              <a:xfrm>
                <a:off x="4953765" y="3288777"/>
                <a:ext cx="1415285" cy="1403144"/>
              </a:xfrm>
              <a:custGeom>
                <a:avLst/>
                <a:gdLst>
                  <a:gd name="T0" fmla="*/ 190 w 197"/>
                  <a:gd name="T1" fmla="*/ 97 h 195"/>
                  <a:gd name="T2" fmla="*/ 197 w 197"/>
                  <a:gd name="T3" fmla="*/ 86 h 195"/>
                  <a:gd name="T4" fmla="*/ 193 w 197"/>
                  <a:gd name="T5" fmla="*/ 76 h 195"/>
                  <a:gd name="T6" fmla="*/ 188 w 197"/>
                  <a:gd name="T7" fmla="*/ 59 h 195"/>
                  <a:gd name="T8" fmla="*/ 183 w 197"/>
                  <a:gd name="T9" fmla="*/ 48 h 195"/>
                  <a:gd name="T10" fmla="*/ 167 w 197"/>
                  <a:gd name="T11" fmla="*/ 38 h 195"/>
                  <a:gd name="T12" fmla="*/ 166 w 197"/>
                  <a:gd name="T13" fmla="*/ 25 h 195"/>
                  <a:gd name="T14" fmla="*/ 158 w 197"/>
                  <a:gd name="T15" fmla="*/ 29 h 195"/>
                  <a:gd name="T16" fmla="*/ 147 w 197"/>
                  <a:gd name="T17" fmla="*/ 12 h 195"/>
                  <a:gd name="T18" fmla="*/ 137 w 197"/>
                  <a:gd name="T19" fmla="*/ 9 h 195"/>
                  <a:gd name="T20" fmla="*/ 120 w 197"/>
                  <a:gd name="T21" fmla="*/ 3 h 195"/>
                  <a:gd name="T22" fmla="*/ 110 w 197"/>
                  <a:gd name="T23" fmla="*/ 0 h 195"/>
                  <a:gd name="T24" fmla="*/ 99 w 197"/>
                  <a:gd name="T25" fmla="*/ 7 h 195"/>
                  <a:gd name="T26" fmla="*/ 88 w 197"/>
                  <a:gd name="T27" fmla="*/ 0 h 195"/>
                  <a:gd name="T28" fmla="*/ 77 w 197"/>
                  <a:gd name="T29" fmla="*/ 3 h 195"/>
                  <a:gd name="T30" fmla="*/ 61 w 197"/>
                  <a:gd name="T31" fmla="*/ 9 h 195"/>
                  <a:gd name="T32" fmla="*/ 50 w 197"/>
                  <a:gd name="T33" fmla="*/ 12 h 195"/>
                  <a:gd name="T34" fmla="*/ 40 w 197"/>
                  <a:gd name="T35" fmla="*/ 29 h 195"/>
                  <a:gd name="T36" fmla="*/ 32 w 197"/>
                  <a:gd name="T37" fmla="*/ 25 h 195"/>
                  <a:gd name="T38" fmla="*/ 30 w 197"/>
                  <a:gd name="T39" fmla="*/ 38 h 195"/>
                  <a:gd name="T40" fmla="*/ 15 w 197"/>
                  <a:gd name="T41" fmla="*/ 48 h 195"/>
                  <a:gd name="T42" fmla="*/ 10 w 197"/>
                  <a:gd name="T43" fmla="*/ 59 h 195"/>
                  <a:gd name="T44" fmla="*/ 4 w 197"/>
                  <a:gd name="T45" fmla="*/ 76 h 195"/>
                  <a:gd name="T46" fmla="*/ 0 w 197"/>
                  <a:gd name="T47" fmla="*/ 86 h 195"/>
                  <a:gd name="T48" fmla="*/ 8 w 197"/>
                  <a:gd name="T49" fmla="*/ 97 h 195"/>
                  <a:gd name="T50" fmla="*/ 0 w 197"/>
                  <a:gd name="T51" fmla="*/ 109 h 195"/>
                  <a:gd name="T52" fmla="*/ 4 w 197"/>
                  <a:gd name="T53" fmla="*/ 119 h 195"/>
                  <a:gd name="T54" fmla="*/ 10 w 197"/>
                  <a:gd name="T55" fmla="*/ 136 h 195"/>
                  <a:gd name="T56" fmla="*/ 15 w 197"/>
                  <a:gd name="T57" fmla="*/ 147 h 195"/>
                  <a:gd name="T58" fmla="*/ 30 w 197"/>
                  <a:gd name="T59" fmla="*/ 157 h 195"/>
                  <a:gd name="T60" fmla="*/ 32 w 197"/>
                  <a:gd name="T61" fmla="*/ 170 h 195"/>
                  <a:gd name="T62" fmla="*/ 40 w 197"/>
                  <a:gd name="T63" fmla="*/ 166 h 195"/>
                  <a:gd name="T64" fmla="*/ 50 w 197"/>
                  <a:gd name="T65" fmla="*/ 183 h 195"/>
                  <a:gd name="T66" fmla="*/ 61 w 197"/>
                  <a:gd name="T67" fmla="*/ 186 h 195"/>
                  <a:gd name="T68" fmla="*/ 77 w 197"/>
                  <a:gd name="T69" fmla="*/ 191 h 195"/>
                  <a:gd name="T70" fmla="*/ 88 w 197"/>
                  <a:gd name="T71" fmla="*/ 195 h 195"/>
                  <a:gd name="T72" fmla="*/ 99 w 197"/>
                  <a:gd name="T73" fmla="*/ 188 h 195"/>
                  <a:gd name="T74" fmla="*/ 110 w 197"/>
                  <a:gd name="T75" fmla="*/ 195 h 195"/>
                  <a:gd name="T76" fmla="*/ 120 w 197"/>
                  <a:gd name="T77" fmla="*/ 191 h 195"/>
                  <a:gd name="T78" fmla="*/ 137 w 197"/>
                  <a:gd name="T79" fmla="*/ 186 h 195"/>
                  <a:gd name="T80" fmla="*/ 147 w 197"/>
                  <a:gd name="T81" fmla="*/ 183 h 195"/>
                  <a:gd name="T82" fmla="*/ 158 w 197"/>
                  <a:gd name="T83" fmla="*/ 166 h 195"/>
                  <a:gd name="T84" fmla="*/ 166 w 197"/>
                  <a:gd name="T85" fmla="*/ 170 h 195"/>
                  <a:gd name="T86" fmla="*/ 167 w 197"/>
                  <a:gd name="T87" fmla="*/ 157 h 195"/>
                  <a:gd name="T88" fmla="*/ 183 w 197"/>
                  <a:gd name="T89" fmla="*/ 147 h 195"/>
                  <a:gd name="T90" fmla="*/ 188 w 197"/>
                  <a:gd name="T91" fmla="*/ 136 h 195"/>
                  <a:gd name="T92" fmla="*/ 193 w 197"/>
                  <a:gd name="T93" fmla="*/ 119 h 195"/>
                  <a:gd name="T94" fmla="*/ 197 w 197"/>
                  <a:gd name="T95" fmla="*/ 10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95">
                    <a:moveTo>
                      <a:pt x="195" y="106"/>
                    </a:move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3"/>
                      <a:pt x="190" y="100"/>
                      <a:pt x="190" y="97"/>
                    </a:cubicBezTo>
                    <a:cubicBezTo>
                      <a:pt x="190" y="95"/>
                      <a:pt x="189" y="92"/>
                      <a:pt x="189" y="90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7" y="88"/>
                      <a:pt x="197" y="87"/>
                      <a:pt x="197" y="86"/>
                    </a:cubicBezTo>
                    <a:cubicBezTo>
                      <a:pt x="197" y="83"/>
                      <a:pt x="196" y="80"/>
                      <a:pt x="196" y="78"/>
                    </a:cubicBezTo>
                    <a:cubicBezTo>
                      <a:pt x="196" y="77"/>
                      <a:pt x="195" y="76"/>
                      <a:pt x="194" y="76"/>
                    </a:cubicBezTo>
                    <a:cubicBezTo>
                      <a:pt x="194" y="76"/>
                      <a:pt x="194" y="76"/>
                      <a:pt x="193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6" y="72"/>
                      <a:pt x="184" y="67"/>
                      <a:pt x="182" y="62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9" y="59"/>
                      <a:pt x="189" y="57"/>
                      <a:pt x="189" y="56"/>
                    </a:cubicBezTo>
                    <a:cubicBezTo>
                      <a:pt x="188" y="54"/>
                      <a:pt x="186" y="51"/>
                      <a:pt x="185" y="49"/>
                    </a:cubicBezTo>
                    <a:cubicBezTo>
                      <a:pt x="185" y="48"/>
                      <a:pt x="184" y="48"/>
                      <a:pt x="183" y="48"/>
                    </a:cubicBezTo>
                    <a:cubicBezTo>
                      <a:pt x="183" y="48"/>
                      <a:pt x="182" y="48"/>
                      <a:pt x="182" y="48"/>
                    </a:cubicBezTo>
                    <a:cubicBezTo>
                      <a:pt x="176" y="50"/>
                      <a:pt x="176" y="50"/>
                      <a:pt x="176" y="50"/>
                    </a:cubicBezTo>
                    <a:cubicBezTo>
                      <a:pt x="174" y="46"/>
                      <a:pt x="171" y="42"/>
                      <a:pt x="167" y="38"/>
                    </a:cubicBezTo>
                    <a:cubicBezTo>
                      <a:pt x="172" y="34"/>
                      <a:pt x="172" y="34"/>
                      <a:pt x="172" y="34"/>
                    </a:cubicBezTo>
                    <a:cubicBezTo>
                      <a:pt x="172" y="33"/>
                      <a:pt x="172" y="31"/>
                      <a:pt x="172" y="31"/>
                    </a:cubicBezTo>
                    <a:cubicBezTo>
                      <a:pt x="170" y="28"/>
                      <a:pt x="168" y="26"/>
                      <a:pt x="166" y="25"/>
                    </a:cubicBezTo>
                    <a:cubicBezTo>
                      <a:pt x="165" y="24"/>
                      <a:pt x="165" y="24"/>
                      <a:pt x="164" y="24"/>
                    </a:cubicBezTo>
                    <a:cubicBezTo>
                      <a:pt x="163" y="24"/>
                      <a:pt x="163" y="24"/>
                      <a:pt x="162" y="25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4" y="26"/>
                      <a:pt x="150" y="23"/>
                      <a:pt x="146" y="20"/>
                    </a:cubicBezTo>
                    <a:cubicBezTo>
                      <a:pt x="148" y="14"/>
                      <a:pt x="148" y="14"/>
                      <a:pt x="148" y="14"/>
                    </a:cubicBezTo>
                    <a:cubicBezTo>
                      <a:pt x="149" y="13"/>
                      <a:pt x="148" y="12"/>
                      <a:pt x="147" y="12"/>
                    </a:cubicBezTo>
                    <a:cubicBezTo>
                      <a:pt x="145" y="10"/>
                      <a:pt x="142" y="9"/>
                      <a:pt x="140" y="8"/>
                    </a:cubicBezTo>
                    <a:cubicBezTo>
                      <a:pt x="139" y="8"/>
                      <a:pt x="139" y="7"/>
                      <a:pt x="139" y="7"/>
                    </a:cubicBezTo>
                    <a:cubicBezTo>
                      <a:pt x="138" y="7"/>
                      <a:pt x="137" y="8"/>
                      <a:pt x="137" y="9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29" y="12"/>
                      <a:pt x="124" y="11"/>
                      <a:pt x="119" y="10"/>
                    </a:cubicBezTo>
                    <a:cubicBezTo>
                      <a:pt x="120" y="3"/>
                      <a:pt x="120" y="3"/>
                      <a:pt x="120" y="3"/>
                    </a:cubicBezTo>
                    <a:cubicBezTo>
                      <a:pt x="120" y="2"/>
                      <a:pt x="120" y="1"/>
                      <a:pt x="118" y="1"/>
                    </a:cubicBezTo>
                    <a:cubicBezTo>
                      <a:pt x="116" y="0"/>
                      <a:pt x="113" y="0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9" y="0"/>
                      <a:pt x="108" y="0"/>
                      <a:pt x="107" y="1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104" y="7"/>
                      <a:pt x="101" y="7"/>
                      <a:pt x="99" y="7"/>
                    </a:cubicBezTo>
                    <a:cubicBezTo>
                      <a:pt x="96" y="7"/>
                      <a:pt x="94" y="7"/>
                      <a:pt x="91" y="7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0" y="0"/>
                      <a:pt x="89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5" y="0"/>
                      <a:pt x="82" y="0"/>
                      <a:pt x="79" y="1"/>
                    </a:cubicBezTo>
                    <a:cubicBezTo>
                      <a:pt x="78" y="1"/>
                      <a:pt x="77" y="2"/>
                      <a:pt x="77" y="3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3" y="11"/>
                      <a:pt x="68" y="12"/>
                      <a:pt x="64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0" y="8"/>
                      <a:pt x="60" y="7"/>
                      <a:pt x="59" y="7"/>
                    </a:cubicBezTo>
                    <a:cubicBezTo>
                      <a:pt x="58" y="7"/>
                      <a:pt x="58" y="8"/>
                      <a:pt x="58" y="8"/>
                    </a:cubicBezTo>
                    <a:cubicBezTo>
                      <a:pt x="55" y="9"/>
                      <a:pt x="53" y="10"/>
                      <a:pt x="50" y="12"/>
                    </a:cubicBezTo>
                    <a:cubicBezTo>
                      <a:pt x="49" y="12"/>
                      <a:pt x="49" y="13"/>
                      <a:pt x="49" y="1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8" y="23"/>
                      <a:pt x="44" y="26"/>
                      <a:pt x="40" y="29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4"/>
                      <a:pt x="34" y="24"/>
                      <a:pt x="34" y="24"/>
                    </a:cubicBezTo>
                    <a:cubicBezTo>
                      <a:pt x="33" y="24"/>
                      <a:pt x="32" y="24"/>
                      <a:pt x="32" y="25"/>
                    </a:cubicBezTo>
                    <a:cubicBezTo>
                      <a:pt x="30" y="26"/>
                      <a:pt x="28" y="28"/>
                      <a:pt x="26" y="31"/>
                    </a:cubicBezTo>
                    <a:cubicBezTo>
                      <a:pt x="25" y="31"/>
                      <a:pt x="25" y="33"/>
                      <a:pt x="26" y="34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27" y="42"/>
                      <a:pt x="24" y="46"/>
                      <a:pt x="21" y="5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3" y="48"/>
                      <a:pt x="13" y="49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8" y="57"/>
                      <a:pt x="9" y="59"/>
                      <a:pt x="10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3" y="67"/>
                      <a:pt x="12" y="72"/>
                      <a:pt x="10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2" y="77"/>
                      <a:pt x="2" y="78"/>
                    </a:cubicBezTo>
                    <a:cubicBezTo>
                      <a:pt x="1" y="80"/>
                      <a:pt x="1" y="83"/>
                      <a:pt x="0" y="86"/>
                    </a:cubicBezTo>
                    <a:cubicBezTo>
                      <a:pt x="0" y="87"/>
                      <a:pt x="1" y="88"/>
                      <a:pt x="2" y="89"/>
                    </a:cubicBezTo>
                    <a:cubicBezTo>
                      <a:pt x="8" y="90"/>
                      <a:pt x="8" y="90"/>
                      <a:pt x="8" y="90"/>
                    </a:cubicBezTo>
                    <a:cubicBezTo>
                      <a:pt x="8" y="92"/>
                      <a:pt x="8" y="95"/>
                      <a:pt x="8" y="97"/>
                    </a:cubicBezTo>
                    <a:cubicBezTo>
                      <a:pt x="8" y="100"/>
                      <a:pt x="8" y="103"/>
                      <a:pt x="8" y="105"/>
                    </a:cubicBezTo>
                    <a:cubicBezTo>
                      <a:pt x="2" y="106"/>
                      <a:pt x="2" y="106"/>
                      <a:pt x="2" y="106"/>
                    </a:cubicBezTo>
                    <a:cubicBezTo>
                      <a:pt x="1" y="106"/>
                      <a:pt x="0" y="107"/>
                      <a:pt x="0" y="109"/>
                    </a:cubicBezTo>
                    <a:cubicBezTo>
                      <a:pt x="1" y="112"/>
                      <a:pt x="1" y="114"/>
                      <a:pt x="2" y="117"/>
                    </a:cubicBezTo>
                    <a:cubicBezTo>
                      <a:pt x="2" y="118"/>
                      <a:pt x="3" y="119"/>
                      <a:pt x="4" y="119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12" y="123"/>
                      <a:pt x="13" y="128"/>
                      <a:pt x="15" y="133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6"/>
                      <a:pt x="8" y="137"/>
                      <a:pt x="9" y="139"/>
                    </a:cubicBezTo>
                    <a:cubicBezTo>
                      <a:pt x="10" y="141"/>
                      <a:pt x="11" y="144"/>
                      <a:pt x="13" y="146"/>
                    </a:cubicBezTo>
                    <a:cubicBezTo>
                      <a:pt x="13" y="147"/>
                      <a:pt x="14" y="147"/>
                      <a:pt x="15" y="147"/>
                    </a:cubicBezTo>
                    <a:cubicBezTo>
                      <a:pt x="15" y="147"/>
                      <a:pt x="15" y="147"/>
                      <a:pt x="16" y="147"/>
                    </a:cubicBezTo>
                    <a:cubicBezTo>
                      <a:pt x="21" y="144"/>
                      <a:pt x="21" y="144"/>
                      <a:pt x="21" y="144"/>
                    </a:cubicBezTo>
                    <a:cubicBezTo>
                      <a:pt x="24" y="149"/>
                      <a:pt x="27" y="153"/>
                      <a:pt x="30" y="157"/>
                    </a:cubicBezTo>
                    <a:cubicBezTo>
                      <a:pt x="26" y="161"/>
                      <a:pt x="26" y="161"/>
                      <a:pt x="26" y="161"/>
                    </a:cubicBezTo>
                    <a:cubicBezTo>
                      <a:pt x="25" y="162"/>
                      <a:pt x="25" y="163"/>
                      <a:pt x="26" y="164"/>
                    </a:cubicBezTo>
                    <a:cubicBezTo>
                      <a:pt x="28" y="166"/>
                      <a:pt x="30" y="168"/>
                      <a:pt x="32" y="170"/>
                    </a:cubicBezTo>
                    <a:cubicBezTo>
                      <a:pt x="32" y="171"/>
                      <a:pt x="33" y="171"/>
                      <a:pt x="34" y="171"/>
                    </a:cubicBezTo>
                    <a:cubicBezTo>
                      <a:pt x="34" y="171"/>
                      <a:pt x="35" y="171"/>
                      <a:pt x="35" y="170"/>
                    </a:cubicBezTo>
                    <a:cubicBezTo>
                      <a:pt x="40" y="166"/>
                      <a:pt x="40" y="166"/>
                      <a:pt x="40" y="166"/>
                    </a:cubicBezTo>
                    <a:cubicBezTo>
                      <a:pt x="44" y="169"/>
                      <a:pt x="48" y="172"/>
                      <a:pt x="52" y="175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9" y="181"/>
                      <a:pt x="49" y="183"/>
                      <a:pt x="50" y="183"/>
                    </a:cubicBezTo>
                    <a:cubicBezTo>
                      <a:pt x="53" y="185"/>
                      <a:pt x="55" y="186"/>
                      <a:pt x="58" y="187"/>
                    </a:cubicBezTo>
                    <a:cubicBezTo>
                      <a:pt x="58" y="187"/>
                      <a:pt x="58" y="187"/>
                      <a:pt x="59" y="187"/>
                    </a:cubicBezTo>
                    <a:cubicBezTo>
                      <a:pt x="60" y="187"/>
                      <a:pt x="60" y="187"/>
                      <a:pt x="61" y="186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3"/>
                      <a:pt x="73" y="184"/>
                      <a:pt x="78" y="185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3"/>
                      <a:pt x="78" y="194"/>
                      <a:pt x="79" y="194"/>
                    </a:cubicBezTo>
                    <a:cubicBezTo>
                      <a:pt x="82" y="194"/>
                      <a:pt x="85" y="195"/>
                      <a:pt x="88" y="195"/>
                    </a:cubicBezTo>
                    <a:cubicBezTo>
                      <a:pt x="88" y="195"/>
                      <a:pt x="88" y="195"/>
                      <a:pt x="88" y="195"/>
                    </a:cubicBezTo>
                    <a:cubicBezTo>
                      <a:pt x="89" y="195"/>
                      <a:pt x="90" y="195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4" y="187"/>
                      <a:pt x="96" y="188"/>
                      <a:pt x="99" y="188"/>
                    </a:cubicBezTo>
                    <a:cubicBezTo>
                      <a:pt x="101" y="188"/>
                      <a:pt x="104" y="187"/>
                      <a:pt x="106" y="187"/>
                    </a:cubicBezTo>
                    <a:cubicBezTo>
                      <a:pt x="107" y="193"/>
                      <a:pt x="107" y="193"/>
                      <a:pt x="107" y="193"/>
                    </a:cubicBezTo>
                    <a:cubicBezTo>
                      <a:pt x="108" y="195"/>
                      <a:pt x="109" y="195"/>
                      <a:pt x="110" y="195"/>
                    </a:cubicBezTo>
                    <a:cubicBezTo>
                      <a:pt x="110" y="195"/>
                      <a:pt x="110" y="195"/>
                      <a:pt x="110" y="195"/>
                    </a:cubicBezTo>
                    <a:cubicBezTo>
                      <a:pt x="113" y="195"/>
                      <a:pt x="116" y="194"/>
                      <a:pt x="118" y="194"/>
                    </a:cubicBezTo>
                    <a:cubicBezTo>
                      <a:pt x="120" y="194"/>
                      <a:pt x="120" y="193"/>
                      <a:pt x="120" y="191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24" y="184"/>
                      <a:pt x="129" y="183"/>
                      <a:pt x="134" y="181"/>
                    </a:cubicBezTo>
                    <a:cubicBezTo>
                      <a:pt x="137" y="186"/>
                      <a:pt x="137" y="186"/>
                      <a:pt x="137" y="186"/>
                    </a:cubicBezTo>
                    <a:cubicBezTo>
                      <a:pt x="137" y="187"/>
                      <a:pt x="138" y="187"/>
                      <a:pt x="139" y="187"/>
                    </a:cubicBezTo>
                    <a:cubicBezTo>
                      <a:pt x="139" y="187"/>
                      <a:pt x="139" y="187"/>
                      <a:pt x="140" y="187"/>
                    </a:cubicBezTo>
                    <a:cubicBezTo>
                      <a:pt x="142" y="186"/>
                      <a:pt x="145" y="185"/>
                      <a:pt x="147" y="183"/>
                    </a:cubicBezTo>
                    <a:cubicBezTo>
                      <a:pt x="148" y="183"/>
                      <a:pt x="149" y="181"/>
                      <a:pt x="148" y="180"/>
                    </a:cubicBezTo>
                    <a:cubicBezTo>
                      <a:pt x="146" y="175"/>
                      <a:pt x="146" y="175"/>
                      <a:pt x="146" y="175"/>
                    </a:cubicBezTo>
                    <a:cubicBezTo>
                      <a:pt x="150" y="172"/>
                      <a:pt x="154" y="169"/>
                      <a:pt x="158" y="166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3" y="171"/>
                      <a:pt x="163" y="171"/>
                      <a:pt x="164" y="171"/>
                    </a:cubicBezTo>
                    <a:cubicBezTo>
                      <a:pt x="165" y="171"/>
                      <a:pt x="165" y="171"/>
                      <a:pt x="166" y="170"/>
                    </a:cubicBezTo>
                    <a:cubicBezTo>
                      <a:pt x="168" y="168"/>
                      <a:pt x="170" y="166"/>
                      <a:pt x="172" y="164"/>
                    </a:cubicBezTo>
                    <a:cubicBezTo>
                      <a:pt x="172" y="163"/>
                      <a:pt x="172" y="162"/>
                      <a:pt x="172" y="161"/>
                    </a:cubicBezTo>
                    <a:cubicBezTo>
                      <a:pt x="167" y="157"/>
                      <a:pt x="167" y="157"/>
                      <a:pt x="167" y="157"/>
                    </a:cubicBezTo>
                    <a:cubicBezTo>
                      <a:pt x="171" y="153"/>
                      <a:pt x="174" y="149"/>
                      <a:pt x="176" y="144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7"/>
                      <a:pt x="183" y="147"/>
                      <a:pt x="183" y="147"/>
                    </a:cubicBezTo>
                    <a:cubicBezTo>
                      <a:pt x="184" y="147"/>
                      <a:pt x="185" y="147"/>
                      <a:pt x="185" y="146"/>
                    </a:cubicBezTo>
                    <a:cubicBezTo>
                      <a:pt x="186" y="144"/>
                      <a:pt x="188" y="141"/>
                      <a:pt x="189" y="139"/>
                    </a:cubicBezTo>
                    <a:cubicBezTo>
                      <a:pt x="189" y="137"/>
                      <a:pt x="189" y="136"/>
                      <a:pt x="188" y="136"/>
                    </a:cubicBezTo>
                    <a:cubicBezTo>
                      <a:pt x="182" y="133"/>
                      <a:pt x="182" y="133"/>
                      <a:pt x="182" y="133"/>
                    </a:cubicBezTo>
                    <a:cubicBezTo>
                      <a:pt x="184" y="128"/>
                      <a:pt x="186" y="123"/>
                      <a:pt x="187" y="118"/>
                    </a:cubicBezTo>
                    <a:cubicBezTo>
                      <a:pt x="193" y="119"/>
                      <a:pt x="193" y="119"/>
                      <a:pt x="193" y="119"/>
                    </a:cubicBezTo>
                    <a:cubicBezTo>
                      <a:pt x="194" y="119"/>
                      <a:pt x="194" y="119"/>
                      <a:pt x="194" y="119"/>
                    </a:cubicBezTo>
                    <a:cubicBezTo>
                      <a:pt x="195" y="119"/>
                      <a:pt x="196" y="118"/>
                      <a:pt x="196" y="117"/>
                    </a:cubicBezTo>
                    <a:cubicBezTo>
                      <a:pt x="196" y="114"/>
                      <a:pt x="197" y="112"/>
                      <a:pt x="197" y="109"/>
                    </a:cubicBezTo>
                    <a:cubicBezTo>
                      <a:pt x="197" y="107"/>
                      <a:pt x="197" y="106"/>
                      <a:pt x="195" y="10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2700000" scaled="1"/>
                  </a:gradFill>
                </a:endParaRPr>
              </a:p>
            </p:txBody>
          </p:sp>
          <p:sp>
            <p:nvSpPr>
              <p:cNvPr id="19" name="išļíḋe"/>
              <p:cNvSpPr/>
              <p:nvPr/>
            </p:nvSpPr>
            <p:spPr>
              <a:xfrm>
                <a:off x="5421501" y="3751416"/>
                <a:ext cx="479812" cy="477864"/>
              </a:xfrm>
              <a:custGeom>
                <a:avLst/>
                <a:gdLst>
                  <a:gd name="connsiteX0" fmla="*/ 0 w 608344"/>
                  <a:gd name="connsiteY0" fmla="*/ 537850 h 605875"/>
                  <a:gd name="connsiteX1" fmla="*/ 608344 w 608344"/>
                  <a:gd name="connsiteY1" fmla="*/ 537850 h 605875"/>
                  <a:gd name="connsiteX2" fmla="*/ 608344 w 608344"/>
                  <a:gd name="connsiteY2" fmla="*/ 605875 h 605875"/>
                  <a:gd name="connsiteX3" fmla="*/ 0 w 608344"/>
                  <a:gd name="connsiteY3" fmla="*/ 605875 h 605875"/>
                  <a:gd name="connsiteX4" fmla="*/ 25404 w 608344"/>
                  <a:gd name="connsiteY4" fmla="*/ 377807 h 605875"/>
                  <a:gd name="connsiteX5" fmla="*/ 195114 w 608344"/>
                  <a:gd name="connsiteY5" fmla="*/ 377807 h 605875"/>
                  <a:gd name="connsiteX6" fmla="*/ 195114 w 608344"/>
                  <a:gd name="connsiteY6" fmla="*/ 510258 h 605875"/>
                  <a:gd name="connsiteX7" fmla="*/ 25404 w 608344"/>
                  <a:gd name="connsiteY7" fmla="*/ 510258 h 605875"/>
                  <a:gd name="connsiteX8" fmla="*/ 219317 w 608344"/>
                  <a:gd name="connsiteY8" fmla="*/ 262927 h 605875"/>
                  <a:gd name="connsiteX9" fmla="*/ 389027 w 608344"/>
                  <a:gd name="connsiteY9" fmla="*/ 262927 h 605875"/>
                  <a:gd name="connsiteX10" fmla="*/ 389027 w 608344"/>
                  <a:gd name="connsiteY10" fmla="*/ 510259 h 605875"/>
                  <a:gd name="connsiteX11" fmla="*/ 219317 w 608344"/>
                  <a:gd name="connsiteY11" fmla="*/ 510259 h 605875"/>
                  <a:gd name="connsiteX12" fmla="*/ 412313 w 608344"/>
                  <a:gd name="connsiteY12" fmla="*/ 133369 h 605875"/>
                  <a:gd name="connsiteX13" fmla="*/ 582093 w 608344"/>
                  <a:gd name="connsiteY13" fmla="*/ 133369 h 605875"/>
                  <a:gd name="connsiteX14" fmla="*/ 582093 w 608344"/>
                  <a:gd name="connsiteY14" fmla="*/ 510259 h 605875"/>
                  <a:gd name="connsiteX15" fmla="*/ 412313 w 608344"/>
                  <a:gd name="connsiteY15" fmla="*/ 510259 h 605875"/>
                  <a:gd name="connsiteX16" fmla="*/ 463479 w 608344"/>
                  <a:gd name="connsiteY16" fmla="*/ 0 h 605875"/>
                  <a:gd name="connsiteX17" fmla="*/ 554150 w 608344"/>
                  <a:gd name="connsiteY17" fmla="*/ 52977 h 605875"/>
                  <a:gd name="connsiteX18" fmla="*/ 462928 w 608344"/>
                  <a:gd name="connsiteY18" fmla="*/ 104963 h 605875"/>
                  <a:gd name="connsiteX19" fmla="*/ 463038 w 608344"/>
                  <a:gd name="connsiteY19" fmla="*/ 73574 h 605875"/>
                  <a:gd name="connsiteX20" fmla="*/ 360565 w 608344"/>
                  <a:gd name="connsiteY20" fmla="*/ 73023 h 605875"/>
                  <a:gd name="connsiteX21" fmla="*/ 359462 w 608344"/>
                  <a:gd name="connsiteY21" fmla="*/ 192195 h 605875"/>
                  <a:gd name="connsiteX22" fmla="*/ 183305 w 608344"/>
                  <a:gd name="connsiteY22" fmla="*/ 192195 h 605875"/>
                  <a:gd name="connsiteX23" fmla="*/ 183305 w 608344"/>
                  <a:gd name="connsiteY23" fmla="*/ 320508 h 605875"/>
                  <a:gd name="connsiteX24" fmla="*/ 51160 w 608344"/>
                  <a:gd name="connsiteY24" fmla="*/ 320508 h 605875"/>
                  <a:gd name="connsiteX25" fmla="*/ 51160 w 608344"/>
                  <a:gd name="connsiteY25" fmla="*/ 278435 h 605875"/>
                  <a:gd name="connsiteX26" fmla="*/ 141058 w 608344"/>
                  <a:gd name="connsiteY26" fmla="*/ 278435 h 605875"/>
                  <a:gd name="connsiteX27" fmla="*/ 141058 w 608344"/>
                  <a:gd name="connsiteY27" fmla="*/ 150121 h 605875"/>
                  <a:gd name="connsiteX28" fmla="*/ 317656 w 608344"/>
                  <a:gd name="connsiteY28" fmla="*/ 150121 h 605875"/>
                  <a:gd name="connsiteX29" fmla="*/ 318760 w 608344"/>
                  <a:gd name="connsiteY29" fmla="*/ 30729 h 605875"/>
                  <a:gd name="connsiteX30" fmla="*/ 463259 w 608344"/>
                  <a:gd name="connsiteY30" fmla="*/ 31500 h 605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8344" h="605875">
                    <a:moveTo>
                      <a:pt x="0" y="537850"/>
                    </a:moveTo>
                    <a:lnTo>
                      <a:pt x="608344" y="537850"/>
                    </a:lnTo>
                    <a:lnTo>
                      <a:pt x="608344" y="605875"/>
                    </a:lnTo>
                    <a:lnTo>
                      <a:pt x="0" y="605875"/>
                    </a:lnTo>
                    <a:close/>
                    <a:moveTo>
                      <a:pt x="25404" y="377807"/>
                    </a:moveTo>
                    <a:lnTo>
                      <a:pt x="195114" y="377807"/>
                    </a:lnTo>
                    <a:lnTo>
                      <a:pt x="195114" y="510258"/>
                    </a:lnTo>
                    <a:lnTo>
                      <a:pt x="25404" y="510258"/>
                    </a:lnTo>
                    <a:close/>
                    <a:moveTo>
                      <a:pt x="219317" y="262927"/>
                    </a:moveTo>
                    <a:lnTo>
                      <a:pt x="389027" y="262927"/>
                    </a:lnTo>
                    <a:lnTo>
                      <a:pt x="389027" y="510259"/>
                    </a:lnTo>
                    <a:lnTo>
                      <a:pt x="219317" y="510259"/>
                    </a:lnTo>
                    <a:close/>
                    <a:moveTo>
                      <a:pt x="412313" y="133369"/>
                    </a:moveTo>
                    <a:lnTo>
                      <a:pt x="582093" y="133369"/>
                    </a:lnTo>
                    <a:lnTo>
                      <a:pt x="582093" y="510259"/>
                    </a:lnTo>
                    <a:lnTo>
                      <a:pt x="412313" y="510259"/>
                    </a:lnTo>
                    <a:close/>
                    <a:moveTo>
                      <a:pt x="463479" y="0"/>
                    </a:moveTo>
                    <a:lnTo>
                      <a:pt x="554150" y="52977"/>
                    </a:lnTo>
                    <a:lnTo>
                      <a:pt x="462928" y="104963"/>
                    </a:lnTo>
                    <a:lnTo>
                      <a:pt x="463038" y="73574"/>
                    </a:lnTo>
                    <a:lnTo>
                      <a:pt x="360565" y="73023"/>
                    </a:lnTo>
                    <a:lnTo>
                      <a:pt x="359462" y="192195"/>
                    </a:lnTo>
                    <a:lnTo>
                      <a:pt x="183305" y="192195"/>
                    </a:lnTo>
                    <a:lnTo>
                      <a:pt x="183305" y="320508"/>
                    </a:lnTo>
                    <a:lnTo>
                      <a:pt x="51160" y="320508"/>
                    </a:lnTo>
                    <a:lnTo>
                      <a:pt x="51160" y="278435"/>
                    </a:lnTo>
                    <a:lnTo>
                      <a:pt x="141058" y="278435"/>
                    </a:lnTo>
                    <a:lnTo>
                      <a:pt x="141058" y="150121"/>
                    </a:lnTo>
                    <a:lnTo>
                      <a:pt x="317656" y="150121"/>
                    </a:lnTo>
                    <a:lnTo>
                      <a:pt x="318760" y="30729"/>
                    </a:lnTo>
                    <a:lnTo>
                      <a:pt x="463259" y="3150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9" name="î$ḷïḍê"/>
            <p:cNvGrpSpPr/>
            <p:nvPr/>
          </p:nvGrpSpPr>
          <p:grpSpPr>
            <a:xfrm>
              <a:off x="2961752" y="2232157"/>
              <a:ext cx="2131525" cy="2113242"/>
              <a:chOff x="2961752" y="2232157"/>
              <a:chExt cx="2131525" cy="2113242"/>
            </a:xfrm>
          </p:grpSpPr>
          <p:sp>
            <p:nvSpPr>
              <p:cNvPr id="16" name="îŝļiḓe"/>
              <p:cNvSpPr/>
              <p:nvPr/>
            </p:nvSpPr>
            <p:spPr bwMode="auto">
              <a:xfrm>
                <a:off x="2961752" y="2232157"/>
                <a:ext cx="2131525" cy="2113242"/>
              </a:xfrm>
              <a:custGeom>
                <a:avLst/>
                <a:gdLst>
                  <a:gd name="T0" fmla="*/ 190 w 197"/>
                  <a:gd name="T1" fmla="*/ 97 h 195"/>
                  <a:gd name="T2" fmla="*/ 197 w 197"/>
                  <a:gd name="T3" fmla="*/ 86 h 195"/>
                  <a:gd name="T4" fmla="*/ 193 w 197"/>
                  <a:gd name="T5" fmla="*/ 76 h 195"/>
                  <a:gd name="T6" fmla="*/ 188 w 197"/>
                  <a:gd name="T7" fmla="*/ 59 h 195"/>
                  <a:gd name="T8" fmla="*/ 183 w 197"/>
                  <a:gd name="T9" fmla="*/ 48 h 195"/>
                  <a:gd name="T10" fmla="*/ 167 w 197"/>
                  <a:gd name="T11" fmla="*/ 38 h 195"/>
                  <a:gd name="T12" fmla="*/ 166 w 197"/>
                  <a:gd name="T13" fmla="*/ 25 h 195"/>
                  <a:gd name="T14" fmla="*/ 158 w 197"/>
                  <a:gd name="T15" fmla="*/ 29 h 195"/>
                  <a:gd name="T16" fmla="*/ 147 w 197"/>
                  <a:gd name="T17" fmla="*/ 12 h 195"/>
                  <a:gd name="T18" fmla="*/ 137 w 197"/>
                  <a:gd name="T19" fmla="*/ 9 h 195"/>
                  <a:gd name="T20" fmla="*/ 120 w 197"/>
                  <a:gd name="T21" fmla="*/ 3 h 195"/>
                  <a:gd name="T22" fmla="*/ 110 w 197"/>
                  <a:gd name="T23" fmla="*/ 0 h 195"/>
                  <a:gd name="T24" fmla="*/ 99 w 197"/>
                  <a:gd name="T25" fmla="*/ 7 h 195"/>
                  <a:gd name="T26" fmla="*/ 88 w 197"/>
                  <a:gd name="T27" fmla="*/ 0 h 195"/>
                  <a:gd name="T28" fmla="*/ 77 w 197"/>
                  <a:gd name="T29" fmla="*/ 3 h 195"/>
                  <a:gd name="T30" fmla="*/ 61 w 197"/>
                  <a:gd name="T31" fmla="*/ 9 h 195"/>
                  <a:gd name="T32" fmla="*/ 50 w 197"/>
                  <a:gd name="T33" fmla="*/ 12 h 195"/>
                  <a:gd name="T34" fmla="*/ 40 w 197"/>
                  <a:gd name="T35" fmla="*/ 29 h 195"/>
                  <a:gd name="T36" fmla="*/ 32 w 197"/>
                  <a:gd name="T37" fmla="*/ 25 h 195"/>
                  <a:gd name="T38" fmla="*/ 30 w 197"/>
                  <a:gd name="T39" fmla="*/ 38 h 195"/>
                  <a:gd name="T40" fmla="*/ 15 w 197"/>
                  <a:gd name="T41" fmla="*/ 48 h 195"/>
                  <a:gd name="T42" fmla="*/ 10 w 197"/>
                  <a:gd name="T43" fmla="*/ 59 h 195"/>
                  <a:gd name="T44" fmla="*/ 4 w 197"/>
                  <a:gd name="T45" fmla="*/ 76 h 195"/>
                  <a:gd name="T46" fmla="*/ 0 w 197"/>
                  <a:gd name="T47" fmla="*/ 86 h 195"/>
                  <a:gd name="T48" fmla="*/ 8 w 197"/>
                  <a:gd name="T49" fmla="*/ 97 h 195"/>
                  <a:gd name="T50" fmla="*/ 0 w 197"/>
                  <a:gd name="T51" fmla="*/ 109 h 195"/>
                  <a:gd name="T52" fmla="*/ 4 w 197"/>
                  <a:gd name="T53" fmla="*/ 119 h 195"/>
                  <a:gd name="T54" fmla="*/ 10 w 197"/>
                  <a:gd name="T55" fmla="*/ 136 h 195"/>
                  <a:gd name="T56" fmla="*/ 15 w 197"/>
                  <a:gd name="T57" fmla="*/ 147 h 195"/>
                  <a:gd name="T58" fmla="*/ 30 w 197"/>
                  <a:gd name="T59" fmla="*/ 157 h 195"/>
                  <a:gd name="T60" fmla="*/ 32 w 197"/>
                  <a:gd name="T61" fmla="*/ 170 h 195"/>
                  <a:gd name="T62" fmla="*/ 40 w 197"/>
                  <a:gd name="T63" fmla="*/ 166 h 195"/>
                  <a:gd name="T64" fmla="*/ 50 w 197"/>
                  <a:gd name="T65" fmla="*/ 183 h 195"/>
                  <a:gd name="T66" fmla="*/ 61 w 197"/>
                  <a:gd name="T67" fmla="*/ 186 h 195"/>
                  <a:gd name="T68" fmla="*/ 77 w 197"/>
                  <a:gd name="T69" fmla="*/ 191 h 195"/>
                  <a:gd name="T70" fmla="*/ 88 w 197"/>
                  <a:gd name="T71" fmla="*/ 195 h 195"/>
                  <a:gd name="T72" fmla="*/ 99 w 197"/>
                  <a:gd name="T73" fmla="*/ 188 h 195"/>
                  <a:gd name="T74" fmla="*/ 110 w 197"/>
                  <a:gd name="T75" fmla="*/ 195 h 195"/>
                  <a:gd name="T76" fmla="*/ 120 w 197"/>
                  <a:gd name="T77" fmla="*/ 191 h 195"/>
                  <a:gd name="T78" fmla="*/ 137 w 197"/>
                  <a:gd name="T79" fmla="*/ 186 h 195"/>
                  <a:gd name="T80" fmla="*/ 147 w 197"/>
                  <a:gd name="T81" fmla="*/ 183 h 195"/>
                  <a:gd name="T82" fmla="*/ 158 w 197"/>
                  <a:gd name="T83" fmla="*/ 166 h 195"/>
                  <a:gd name="T84" fmla="*/ 166 w 197"/>
                  <a:gd name="T85" fmla="*/ 170 h 195"/>
                  <a:gd name="T86" fmla="*/ 167 w 197"/>
                  <a:gd name="T87" fmla="*/ 157 h 195"/>
                  <a:gd name="T88" fmla="*/ 183 w 197"/>
                  <a:gd name="T89" fmla="*/ 147 h 195"/>
                  <a:gd name="T90" fmla="*/ 188 w 197"/>
                  <a:gd name="T91" fmla="*/ 136 h 195"/>
                  <a:gd name="T92" fmla="*/ 193 w 197"/>
                  <a:gd name="T93" fmla="*/ 119 h 195"/>
                  <a:gd name="T94" fmla="*/ 197 w 197"/>
                  <a:gd name="T95" fmla="*/ 10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95">
                    <a:moveTo>
                      <a:pt x="195" y="106"/>
                    </a:move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3"/>
                      <a:pt x="190" y="100"/>
                      <a:pt x="190" y="97"/>
                    </a:cubicBezTo>
                    <a:cubicBezTo>
                      <a:pt x="190" y="95"/>
                      <a:pt x="189" y="92"/>
                      <a:pt x="189" y="90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7" y="88"/>
                      <a:pt x="197" y="87"/>
                      <a:pt x="197" y="86"/>
                    </a:cubicBezTo>
                    <a:cubicBezTo>
                      <a:pt x="197" y="83"/>
                      <a:pt x="196" y="80"/>
                      <a:pt x="196" y="78"/>
                    </a:cubicBezTo>
                    <a:cubicBezTo>
                      <a:pt x="196" y="77"/>
                      <a:pt x="195" y="76"/>
                      <a:pt x="194" y="76"/>
                    </a:cubicBezTo>
                    <a:cubicBezTo>
                      <a:pt x="194" y="76"/>
                      <a:pt x="194" y="76"/>
                      <a:pt x="193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6" y="72"/>
                      <a:pt x="184" y="67"/>
                      <a:pt x="182" y="62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9" y="59"/>
                      <a:pt x="189" y="57"/>
                      <a:pt x="189" y="56"/>
                    </a:cubicBezTo>
                    <a:cubicBezTo>
                      <a:pt x="188" y="54"/>
                      <a:pt x="186" y="51"/>
                      <a:pt x="185" y="49"/>
                    </a:cubicBezTo>
                    <a:cubicBezTo>
                      <a:pt x="185" y="48"/>
                      <a:pt x="184" y="48"/>
                      <a:pt x="183" y="48"/>
                    </a:cubicBezTo>
                    <a:cubicBezTo>
                      <a:pt x="183" y="48"/>
                      <a:pt x="182" y="48"/>
                      <a:pt x="182" y="48"/>
                    </a:cubicBezTo>
                    <a:cubicBezTo>
                      <a:pt x="176" y="50"/>
                      <a:pt x="176" y="50"/>
                      <a:pt x="176" y="50"/>
                    </a:cubicBezTo>
                    <a:cubicBezTo>
                      <a:pt x="174" y="46"/>
                      <a:pt x="171" y="42"/>
                      <a:pt x="167" y="38"/>
                    </a:cubicBezTo>
                    <a:cubicBezTo>
                      <a:pt x="172" y="34"/>
                      <a:pt x="172" y="34"/>
                      <a:pt x="172" y="34"/>
                    </a:cubicBezTo>
                    <a:cubicBezTo>
                      <a:pt x="172" y="33"/>
                      <a:pt x="172" y="31"/>
                      <a:pt x="172" y="31"/>
                    </a:cubicBezTo>
                    <a:cubicBezTo>
                      <a:pt x="170" y="28"/>
                      <a:pt x="168" y="26"/>
                      <a:pt x="166" y="25"/>
                    </a:cubicBezTo>
                    <a:cubicBezTo>
                      <a:pt x="165" y="24"/>
                      <a:pt x="165" y="24"/>
                      <a:pt x="164" y="24"/>
                    </a:cubicBezTo>
                    <a:cubicBezTo>
                      <a:pt x="163" y="24"/>
                      <a:pt x="163" y="24"/>
                      <a:pt x="162" y="25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4" y="26"/>
                      <a:pt x="150" y="23"/>
                      <a:pt x="146" y="20"/>
                    </a:cubicBezTo>
                    <a:cubicBezTo>
                      <a:pt x="148" y="14"/>
                      <a:pt x="148" y="14"/>
                      <a:pt x="148" y="14"/>
                    </a:cubicBezTo>
                    <a:cubicBezTo>
                      <a:pt x="149" y="13"/>
                      <a:pt x="148" y="12"/>
                      <a:pt x="147" y="12"/>
                    </a:cubicBezTo>
                    <a:cubicBezTo>
                      <a:pt x="145" y="10"/>
                      <a:pt x="142" y="9"/>
                      <a:pt x="140" y="8"/>
                    </a:cubicBezTo>
                    <a:cubicBezTo>
                      <a:pt x="139" y="8"/>
                      <a:pt x="139" y="7"/>
                      <a:pt x="139" y="7"/>
                    </a:cubicBezTo>
                    <a:cubicBezTo>
                      <a:pt x="138" y="7"/>
                      <a:pt x="137" y="8"/>
                      <a:pt x="137" y="9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29" y="12"/>
                      <a:pt x="124" y="11"/>
                      <a:pt x="119" y="10"/>
                    </a:cubicBezTo>
                    <a:cubicBezTo>
                      <a:pt x="120" y="3"/>
                      <a:pt x="120" y="3"/>
                      <a:pt x="120" y="3"/>
                    </a:cubicBezTo>
                    <a:cubicBezTo>
                      <a:pt x="120" y="2"/>
                      <a:pt x="120" y="1"/>
                      <a:pt x="118" y="1"/>
                    </a:cubicBezTo>
                    <a:cubicBezTo>
                      <a:pt x="116" y="0"/>
                      <a:pt x="113" y="0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9" y="0"/>
                      <a:pt x="108" y="0"/>
                      <a:pt x="107" y="1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104" y="7"/>
                      <a:pt x="101" y="7"/>
                      <a:pt x="99" y="7"/>
                    </a:cubicBezTo>
                    <a:cubicBezTo>
                      <a:pt x="96" y="7"/>
                      <a:pt x="94" y="7"/>
                      <a:pt x="91" y="7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0" y="0"/>
                      <a:pt x="89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5" y="0"/>
                      <a:pt x="82" y="0"/>
                      <a:pt x="79" y="1"/>
                    </a:cubicBezTo>
                    <a:cubicBezTo>
                      <a:pt x="78" y="1"/>
                      <a:pt x="77" y="2"/>
                      <a:pt x="77" y="3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3" y="11"/>
                      <a:pt x="68" y="12"/>
                      <a:pt x="64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0" y="8"/>
                      <a:pt x="60" y="7"/>
                      <a:pt x="59" y="7"/>
                    </a:cubicBezTo>
                    <a:cubicBezTo>
                      <a:pt x="58" y="7"/>
                      <a:pt x="58" y="8"/>
                      <a:pt x="58" y="8"/>
                    </a:cubicBezTo>
                    <a:cubicBezTo>
                      <a:pt x="55" y="9"/>
                      <a:pt x="53" y="10"/>
                      <a:pt x="50" y="12"/>
                    </a:cubicBezTo>
                    <a:cubicBezTo>
                      <a:pt x="49" y="12"/>
                      <a:pt x="49" y="13"/>
                      <a:pt x="49" y="1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8" y="23"/>
                      <a:pt x="44" y="26"/>
                      <a:pt x="40" y="29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4"/>
                      <a:pt x="34" y="24"/>
                      <a:pt x="34" y="24"/>
                    </a:cubicBezTo>
                    <a:cubicBezTo>
                      <a:pt x="33" y="24"/>
                      <a:pt x="32" y="24"/>
                      <a:pt x="32" y="25"/>
                    </a:cubicBezTo>
                    <a:cubicBezTo>
                      <a:pt x="30" y="26"/>
                      <a:pt x="28" y="28"/>
                      <a:pt x="26" y="31"/>
                    </a:cubicBezTo>
                    <a:cubicBezTo>
                      <a:pt x="25" y="31"/>
                      <a:pt x="25" y="33"/>
                      <a:pt x="26" y="34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27" y="42"/>
                      <a:pt x="24" y="46"/>
                      <a:pt x="21" y="5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3" y="48"/>
                      <a:pt x="13" y="49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8" y="57"/>
                      <a:pt x="9" y="59"/>
                      <a:pt x="10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3" y="67"/>
                      <a:pt x="12" y="72"/>
                      <a:pt x="10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2" y="77"/>
                      <a:pt x="2" y="78"/>
                    </a:cubicBezTo>
                    <a:cubicBezTo>
                      <a:pt x="1" y="80"/>
                      <a:pt x="1" y="83"/>
                      <a:pt x="0" y="86"/>
                    </a:cubicBezTo>
                    <a:cubicBezTo>
                      <a:pt x="0" y="87"/>
                      <a:pt x="1" y="88"/>
                      <a:pt x="2" y="89"/>
                    </a:cubicBezTo>
                    <a:cubicBezTo>
                      <a:pt x="8" y="90"/>
                      <a:pt x="8" y="90"/>
                      <a:pt x="8" y="90"/>
                    </a:cubicBezTo>
                    <a:cubicBezTo>
                      <a:pt x="8" y="92"/>
                      <a:pt x="8" y="95"/>
                      <a:pt x="8" y="97"/>
                    </a:cubicBezTo>
                    <a:cubicBezTo>
                      <a:pt x="8" y="100"/>
                      <a:pt x="8" y="103"/>
                      <a:pt x="8" y="105"/>
                    </a:cubicBezTo>
                    <a:cubicBezTo>
                      <a:pt x="2" y="106"/>
                      <a:pt x="2" y="106"/>
                      <a:pt x="2" y="106"/>
                    </a:cubicBezTo>
                    <a:cubicBezTo>
                      <a:pt x="1" y="106"/>
                      <a:pt x="0" y="107"/>
                      <a:pt x="0" y="109"/>
                    </a:cubicBezTo>
                    <a:cubicBezTo>
                      <a:pt x="1" y="112"/>
                      <a:pt x="1" y="114"/>
                      <a:pt x="2" y="117"/>
                    </a:cubicBezTo>
                    <a:cubicBezTo>
                      <a:pt x="2" y="118"/>
                      <a:pt x="3" y="119"/>
                      <a:pt x="4" y="119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12" y="123"/>
                      <a:pt x="13" y="128"/>
                      <a:pt x="15" y="133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6"/>
                      <a:pt x="8" y="137"/>
                      <a:pt x="9" y="139"/>
                    </a:cubicBezTo>
                    <a:cubicBezTo>
                      <a:pt x="10" y="141"/>
                      <a:pt x="11" y="144"/>
                      <a:pt x="13" y="146"/>
                    </a:cubicBezTo>
                    <a:cubicBezTo>
                      <a:pt x="13" y="147"/>
                      <a:pt x="14" y="147"/>
                      <a:pt x="15" y="147"/>
                    </a:cubicBezTo>
                    <a:cubicBezTo>
                      <a:pt x="15" y="147"/>
                      <a:pt x="15" y="147"/>
                      <a:pt x="16" y="147"/>
                    </a:cubicBezTo>
                    <a:cubicBezTo>
                      <a:pt x="21" y="144"/>
                      <a:pt x="21" y="144"/>
                      <a:pt x="21" y="144"/>
                    </a:cubicBezTo>
                    <a:cubicBezTo>
                      <a:pt x="24" y="149"/>
                      <a:pt x="27" y="153"/>
                      <a:pt x="30" y="157"/>
                    </a:cubicBezTo>
                    <a:cubicBezTo>
                      <a:pt x="26" y="161"/>
                      <a:pt x="26" y="161"/>
                      <a:pt x="26" y="161"/>
                    </a:cubicBezTo>
                    <a:cubicBezTo>
                      <a:pt x="25" y="162"/>
                      <a:pt x="25" y="163"/>
                      <a:pt x="26" y="164"/>
                    </a:cubicBezTo>
                    <a:cubicBezTo>
                      <a:pt x="28" y="166"/>
                      <a:pt x="30" y="168"/>
                      <a:pt x="32" y="170"/>
                    </a:cubicBezTo>
                    <a:cubicBezTo>
                      <a:pt x="32" y="171"/>
                      <a:pt x="33" y="171"/>
                      <a:pt x="34" y="171"/>
                    </a:cubicBezTo>
                    <a:cubicBezTo>
                      <a:pt x="34" y="171"/>
                      <a:pt x="35" y="171"/>
                      <a:pt x="35" y="170"/>
                    </a:cubicBezTo>
                    <a:cubicBezTo>
                      <a:pt x="40" y="166"/>
                      <a:pt x="40" y="166"/>
                      <a:pt x="40" y="166"/>
                    </a:cubicBezTo>
                    <a:cubicBezTo>
                      <a:pt x="44" y="169"/>
                      <a:pt x="48" y="172"/>
                      <a:pt x="52" y="175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9" y="181"/>
                      <a:pt x="49" y="183"/>
                      <a:pt x="50" y="183"/>
                    </a:cubicBezTo>
                    <a:cubicBezTo>
                      <a:pt x="53" y="185"/>
                      <a:pt x="55" y="186"/>
                      <a:pt x="58" y="187"/>
                    </a:cubicBezTo>
                    <a:cubicBezTo>
                      <a:pt x="58" y="187"/>
                      <a:pt x="58" y="187"/>
                      <a:pt x="59" y="187"/>
                    </a:cubicBezTo>
                    <a:cubicBezTo>
                      <a:pt x="60" y="187"/>
                      <a:pt x="60" y="187"/>
                      <a:pt x="61" y="186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3"/>
                      <a:pt x="73" y="184"/>
                      <a:pt x="78" y="185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3"/>
                      <a:pt x="78" y="194"/>
                      <a:pt x="79" y="194"/>
                    </a:cubicBezTo>
                    <a:cubicBezTo>
                      <a:pt x="82" y="194"/>
                      <a:pt x="85" y="195"/>
                      <a:pt x="88" y="195"/>
                    </a:cubicBezTo>
                    <a:cubicBezTo>
                      <a:pt x="88" y="195"/>
                      <a:pt x="88" y="195"/>
                      <a:pt x="88" y="195"/>
                    </a:cubicBezTo>
                    <a:cubicBezTo>
                      <a:pt x="89" y="195"/>
                      <a:pt x="90" y="195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4" y="187"/>
                      <a:pt x="96" y="188"/>
                      <a:pt x="99" y="188"/>
                    </a:cubicBezTo>
                    <a:cubicBezTo>
                      <a:pt x="101" y="188"/>
                      <a:pt x="104" y="187"/>
                      <a:pt x="106" y="187"/>
                    </a:cubicBezTo>
                    <a:cubicBezTo>
                      <a:pt x="107" y="193"/>
                      <a:pt x="107" y="193"/>
                      <a:pt x="107" y="193"/>
                    </a:cubicBezTo>
                    <a:cubicBezTo>
                      <a:pt x="108" y="195"/>
                      <a:pt x="109" y="195"/>
                      <a:pt x="110" y="195"/>
                    </a:cubicBezTo>
                    <a:cubicBezTo>
                      <a:pt x="110" y="195"/>
                      <a:pt x="110" y="195"/>
                      <a:pt x="110" y="195"/>
                    </a:cubicBezTo>
                    <a:cubicBezTo>
                      <a:pt x="113" y="195"/>
                      <a:pt x="116" y="194"/>
                      <a:pt x="118" y="194"/>
                    </a:cubicBezTo>
                    <a:cubicBezTo>
                      <a:pt x="120" y="194"/>
                      <a:pt x="120" y="193"/>
                      <a:pt x="120" y="191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24" y="184"/>
                      <a:pt x="129" y="183"/>
                      <a:pt x="134" y="181"/>
                    </a:cubicBezTo>
                    <a:cubicBezTo>
                      <a:pt x="137" y="186"/>
                      <a:pt x="137" y="186"/>
                      <a:pt x="137" y="186"/>
                    </a:cubicBezTo>
                    <a:cubicBezTo>
                      <a:pt x="137" y="187"/>
                      <a:pt x="138" y="187"/>
                      <a:pt x="139" y="187"/>
                    </a:cubicBezTo>
                    <a:cubicBezTo>
                      <a:pt x="139" y="187"/>
                      <a:pt x="139" y="187"/>
                      <a:pt x="140" y="187"/>
                    </a:cubicBezTo>
                    <a:cubicBezTo>
                      <a:pt x="142" y="186"/>
                      <a:pt x="145" y="185"/>
                      <a:pt x="147" y="183"/>
                    </a:cubicBezTo>
                    <a:cubicBezTo>
                      <a:pt x="148" y="183"/>
                      <a:pt x="149" y="181"/>
                      <a:pt x="148" y="180"/>
                    </a:cubicBezTo>
                    <a:cubicBezTo>
                      <a:pt x="146" y="175"/>
                      <a:pt x="146" y="175"/>
                      <a:pt x="146" y="175"/>
                    </a:cubicBezTo>
                    <a:cubicBezTo>
                      <a:pt x="150" y="172"/>
                      <a:pt x="154" y="169"/>
                      <a:pt x="158" y="166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3" y="171"/>
                      <a:pt x="163" y="171"/>
                      <a:pt x="164" y="171"/>
                    </a:cubicBezTo>
                    <a:cubicBezTo>
                      <a:pt x="165" y="171"/>
                      <a:pt x="165" y="171"/>
                      <a:pt x="166" y="170"/>
                    </a:cubicBezTo>
                    <a:cubicBezTo>
                      <a:pt x="168" y="168"/>
                      <a:pt x="170" y="166"/>
                      <a:pt x="172" y="164"/>
                    </a:cubicBezTo>
                    <a:cubicBezTo>
                      <a:pt x="172" y="163"/>
                      <a:pt x="172" y="162"/>
                      <a:pt x="172" y="161"/>
                    </a:cubicBezTo>
                    <a:cubicBezTo>
                      <a:pt x="167" y="157"/>
                      <a:pt x="167" y="157"/>
                      <a:pt x="167" y="157"/>
                    </a:cubicBezTo>
                    <a:cubicBezTo>
                      <a:pt x="171" y="153"/>
                      <a:pt x="174" y="149"/>
                      <a:pt x="176" y="144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7"/>
                      <a:pt x="183" y="147"/>
                      <a:pt x="183" y="147"/>
                    </a:cubicBezTo>
                    <a:cubicBezTo>
                      <a:pt x="184" y="147"/>
                      <a:pt x="185" y="147"/>
                      <a:pt x="185" y="146"/>
                    </a:cubicBezTo>
                    <a:cubicBezTo>
                      <a:pt x="186" y="144"/>
                      <a:pt x="188" y="141"/>
                      <a:pt x="189" y="139"/>
                    </a:cubicBezTo>
                    <a:cubicBezTo>
                      <a:pt x="189" y="137"/>
                      <a:pt x="189" y="136"/>
                      <a:pt x="188" y="136"/>
                    </a:cubicBezTo>
                    <a:cubicBezTo>
                      <a:pt x="182" y="133"/>
                      <a:pt x="182" y="133"/>
                      <a:pt x="182" y="133"/>
                    </a:cubicBezTo>
                    <a:cubicBezTo>
                      <a:pt x="184" y="128"/>
                      <a:pt x="186" y="123"/>
                      <a:pt x="187" y="118"/>
                    </a:cubicBezTo>
                    <a:cubicBezTo>
                      <a:pt x="193" y="119"/>
                      <a:pt x="193" y="119"/>
                      <a:pt x="193" y="119"/>
                    </a:cubicBezTo>
                    <a:cubicBezTo>
                      <a:pt x="194" y="119"/>
                      <a:pt x="194" y="119"/>
                      <a:pt x="194" y="119"/>
                    </a:cubicBezTo>
                    <a:cubicBezTo>
                      <a:pt x="195" y="119"/>
                      <a:pt x="196" y="118"/>
                      <a:pt x="196" y="117"/>
                    </a:cubicBezTo>
                    <a:cubicBezTo>
                      <a:pt x="196" y="114"/>
                      <a:pt x="197" y="112"/>
                      <a:pt x="197" y="109"/>
                    </a:cubicBezTo>
                    <a:cubicBezTo>
                      <a:pt x="197" y="107"/>
                      <a:pt x="197" y="106"/>
                      <a:pt x="195" y="106"/>
                    </a:cubicBezTo>
                    <a:close/>
                  </a:path>
                </a:pathLst>
              </a:custGeom>
              <a:solidFill>
                <a:srgbClr val="0070C0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2700000" scaled="1"/>
                  </a:gradFill>
                </a:endParaRPr>
              </a:p>
            </p:txBody>
          </p:sp>
          <p:sp>
            <p:nvSpPr>
              <p:cNvPr id="17" name="ïṥľíḋê"/>
              <p:cNvSpPr/>
              <p:nvPr/>
            </p:nvSpPr>
            <p:spPr>
              <a:xfrm>
                <a:off x="3602329" y="2822565"/>
                <a:ext cx="850368" cy="932425"/>
              </a:xfrm>
              <a:custGeom>
                <a:avLst/>
                <a:gdLst>
                  <a:gd name="connsiteX0" fmla="*/ 130776 w 510187"/>
                  <a:gd name="connsiteY0" fmla="*/ 398252 h 559418"/>
                  <a:gd name="connsiteX1" fmla="*/ 180826 w 510187"/>
                  <a:gd name="connsiteY1" fmla="*/ 398252 h 559418"/>
                  <a:gd name="connsiteX2" fmla="*/ 195356 w 510187"/>
                  <a:gd name="connsiteY2" fmla="*/ 420815 h 559418"/>
                  <a:gd name="connsiteX3" fmla="*/ 140463 w 510187"/>
                  <a:gd name="connsiteY3" fmla="*/ 420815 h 559418"/>
                  <a:gd name="connsiteX4" fmla="*/ 48435 w 510187"/>
                  <a:gd name="connsiteY4" fmla="*/ 535243 h 559418"/>
                  <a:gd name="connsiteX5" fmla="*/ 461752 w 510187"/>
                  <a:gd name="connsiteY5" fmla="*/ 535243 h 559418"/>
                  <a:gd name="connsiteX6" fmla="*/ 369724 w 510187"/>
                  <a:gd name="connsiteY6" fmla="*/ 420815 h 559418"/>
                  <a:gd name="connsiteX7" fmla="*/ 316445 w 510187"/>
                  <a:gd name="connsiteY7" fmla="*/ 420815 h 559418"/>
                  <a:gd name="connsiteX8" fmla="*/ 329361 w 510187"/>
                  <a:gd name="connsiteY8" fmla="*/ 398252 h 559418"/>
                  <a:gd name="connsiteX9" fmla="*/ 381026 w 510187"/>
                  <a:gd name="connsiteY9" fmla="*/ 398252 h 559418"/>
                  <a:gd name="connsiteX10" fmla="*/ 510187 w 510187"/>
                  <a:gd name="connsiteY10" fmla="*/ 559418 h 559418"/>
                  <a:gd name="connsiteX11" fmla="*/ 0 w 510187"/>
                  <a:gd name="connsiteY11" fmla="*/ 559418 h 559418"/>
                  <a:gd name="connsiteX12" fmla="*/ 254964 w 510187"/>
                  <a:gd name="connsiteY12" fmla="*/ 79000 h 559418"/>
                  <a:gd name="connsiteX13" fmla="*/ 175836 w 510187"/>
                  <a:gd name="connsiteY13" fmla="*/ 159612 h 559418"/>
                  <a:gd name="connsiteX14" fmla="*/ 254964 w 510187"/>
                  <a:gd name="connsiteY14" fmla="*/ 238611 h 559418"/>
                  <a:gd name="connsiteX15" fmla="*/ 335706 w 510187"/>
                  <a:gd name="connsiteY15" fmla="*/ 159612 h 559418"/>
                  <a:gd name="connsiteX16" fmla="*/ 254964 w 510187"/>
                  <a:gd name="connsiteY16" fmla="*/ 79000 h 559418"/>
                  <a:gd name="connsiteX17" fmla="*/ 254964 w 510187"/>
                  <a:gd name="connsiteY17" fmla="*/ 0 h 559418"/>
                  <a:gd name="connsiteX18" fmla="*/ 414834 w 510187"/>
                  <a:gd name="connsiteY18" fmla="*/ 159612 h 559418"/>
                  <a:gd name="connsiteX19" fmla="*/ 254964 w 510187"/>
                  <a:gd name="connsiteY19" fmla="*/ 478835 h 559418"/>
                  <a:gd name="connsiteX20" fmla="*/ 95093 w 510187"/>
                  <a:gd name="connsiteY20" fmla="*/ 159612 h 559418"/>
                  <a:gd name="connsiteX21" fmla="*/ 254964 w 510187"/>
                  <a:gd name="connsiteY21" fmla="*/ 0 h 55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0187" h="559418">
                    <a:moveTo>
                      <a:pt x="130776" y="398252"/>
                    </a:moveTo>
                    <a:lnTo>
                      <a:pt x="180826" y="398252"/>
                    </a:lnTo>
                    <a:cubicBezTo>
                      <a:pt x="185669" y="404699"/>
                      <a:pt x="190513" y="412757"/>
                      <a:pt x="195356" y="420815"/>
                    </a:cubicBezTo>
                    <a:lnTo>
                      <a:pt x="140463" y="420815"/>
                    </a:lnTo>
                    <a:lnTo>
                      <a:pt x="48435" y="535243"/>
                    </a:lnTo>
                    <a:lnTo>
                      <a:pt x="461752" y="535243"/>
                    </a:lnTo>
                    <a:lnTo>
                      <a:pt x="369724" y="420815"/>
                    </a:lnTo>
                    <a:lnTo>
                      <a:pt x="316445" y="420815"/>
                    </a:lnTo>
                    <a:cubicBezTo>
                      <a:pt x="319674" y="412757"/>
                      <a:pt x="324518" y="404699"/>
                      <a:pt x="329361" y="398252"/>
                    </a:cubicBezTo>
                    <a:lnTo>
                      <a:pt x="381026" y="398252"/>
                    </a:lnTo>
                    <a:lnTo>
                      <a:pt x="510187" y="559418"/>
                    </a:lnTo>
                    <a:lnTo>
                      <a:pt x="0" y="559418"/>
                    </a:lnTo>
                    <a:close/>
                    <a:moveTo>
                      <a:pt x="254964" y="79000"/>
                    </a:moveTo>
                    <a:cubicBezTo>
                      <a:pt x="211363" y="79000"/>
                      <a:pt x="175836" y="116081"/>
                      <a:pt x="175836" y="159612"/>
                    </a:cubicBezTo>
                    <a:cubicBezTo>
                      <a:pt x="175836" y="203142"/>
                      <a:pt x="211363" y="238611"/>
                      <a:pt x="254964" y="238611"/>
                    </a:cubicBezTo>
                    <a:cubicBezTo>
                      <a:pt x="300179" y="238611"/>
                      <a:pt x="335706" y="203142"/>
                      <a:pt x="335706" y="159612"/>
                    </a:cubicBezTo>
                    <a:cubicBezTo>
                      <a:pt x="335706" y="116081"/>
                      <a:pt x="300179" y="79000"/>
                      <a:pt x="254964" y="79000"/>
                    </a:cubicBezTo>
                    <a:close/>
                    <a:moveTo>
                      <a:pt x="254964" y="0"/>
                    </a:moveTo>
                    <a:cubicBezTo>
                      <a:pt x="343781" y="0"/>
                      <a:pt x="414834" y="70939"/>
                      <a:pt x="414834" y="159612"/>
                    </a:cubicBezTo>
                    <a:cubicBezTo>
                      <a:pt x="414834" y="246673"/>
                      <a:pt x="254964" y="478835"/>
                      <a:pt x="254964" y="478835"/>
                    </a:cubicBezTo>
                    <a:cubicBezTo>
                      <a:pt x="254964" y="478835"/>
                      <a:pt x="95093" y="246673"/>
                      <a:pt x="95093" y="159612"/>
                    </a:cubicBezTo>
                    <a:cubicBezTo>
                      <a:pt x="95093" y="70939"/>
                      <a:pt x="167761" y="0"/>
                      <a:pt x="25496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0" name="íślíḑe"/>
            <p:cNvGrpSpPr/>
            <p:nvPr/>
          </p:nvGrpSpPr>
          <p:grpSpPr>
            <a:xfrm>
              <a:off x="1546468" y="2710895"/>
              <a:ext cx="1415285" cy="1400964"/>
              <a:chOff x="1546468" y="2710895"/>
              <a:chExt cx="1415285" cy="1400964"/>
            </a:xfrm>
          </p:grpSpPr>
          <p:sp>
            <p:nvSpPr>
              <p:cNvPr id="14" name="î$ḷîďé"/>
              <p:cNvSpPr/>
              <p:nvPr/>
            </p:nvSpPr>
            <p:spPr bwMode="auto">
              <a:xfrm>
                <a:off x="1546468" y="2710895"/>
                <a:ext cx="1415285" cy="1400964"/>
              </a:xfrm>
              <a:custGeom>
                <a:avLst/>
                <a:gdLst>
                  <a:gd name="T0" fmla="*/ 190 w 197"/>
                  <a:gd name="T1" fmla="*/ 97 h 195"/>
                  <a:gd name="T2" fmla="*/ 197 w 197"/>
                  <a:gd name="T3" fmla="*/ 86 h 195"/>
                  <a:gd name="T4" fmla="*/ 193 w 197"/>
                  <a:gd name="T5" fmla="*/ 76 h 195"/>
                  <a:gd name="T6" fmla="*/ 188 w 197"/>
                  <a:gd name="T7" fmla="*/ 59 h 195"/>
                  <a:gd name="T8" fmla="*/ 183 w 197"/>
                  <a:gd name="T9" fmla="*/ 48 h 195"/>
                  <a:gd name="T10" fmla="*/ 167 w 197"/>
                  <a:gd name="T11" fmla="*/ 38 h 195"/>
                  <a:gd name="T12" fmla="*/ 166 w 197"/>
                  <a:gd name="T13" fmla="*/ 25 h 195"/>
                  <a:gd name="T14" fmla="*/ 158 w 197"/>
                  <a:gd name="T15" fmla="*/ 29 h 195"/>
                  <a:gd name="T16" fmla="*/ 147 w 197"/>
                  <a:gd name="T17" fmla="*/ 12 h 195"/>
                  <a:gd name="T18" fmla="*/ 137 w 197"/>
                  <a:gd name="T19" fmla="*/ 9 h 195"/>
                  <a:gd name="T20" fmla="*/ 120 w 197"/>
                  <a:gd name="T21" fmla="*/ 3 h 195"/>
                  <a:gd name="T22" fmla="*/ 110 w 197"/>
                  <a:gd name="T23" fmla="*/ 0 h 195"/>
                  <a:gd name="T24" fmla="*/ 99 w 197"/>
                  <a:gd name="T25" fmla="*/ 7 h 195"/>
                  <a:gd name="T26" fmla="*/ 88 w 197"/>
                  <a:gd name="T27" fmla="*/ 0 h 195"/>
                  <a:gd name="T28" fmla="*/ 77 w 197"/>
                  <a:gd name="T29" fmla="*/ 3 h 195"/>
                  <a:gd name="T30" fmla="*/ 61 w 197"/>
                  <a:gd name="T31" fmla="*/ 9 h 195"/>
                  <a:gd name="T32" fmla="*/ 50 w 197"/>
                  <a:gd name="T33" fmla="*/ 12 h 195"/>
                  <a:gd name="T34" fmla="*/ 40 w 197"/>
                  <a:gd name="T35" fmla="*/ 29 h 195"/>
                  <a:gd name="T36" fmla="*/ 32 w 197"/>
                  <a:gd name="T37" fmla="*/ 25 h 195"/>
                  <a:gd name="T38" fmla="*/ 30 w 197"/>
                  <a:gd name="T39" fmla="*/ 38 h 195"/>
                  <a:gd name="T40" fmla="*/ 15 w 197"/>
                  <a:gd name="T41" fmla="*/ 48 h 195"/>
                  <a:gd name="T42" fmla="*/ 10 w 197"/>
                  <a:gd name="T43" fmla="*/ 59 h 195"/>
                  <a:gd name="T44" fmla="*/ 4 w 197"/>
                  <a:gd name="T45" fmla="*/ 76 h 195"/>
                  <a:gd name="T46" fmla="*/ 0 w 197"/>
                  <a:gd name="T47" fmla="*/ 86 h 195"/>
                  <a:gd name="T48" fmla="*/ 8 w 197"/>
                  <a:gd name="T49" fmla="*/ 97 h 195"/>
                  <a:gd name="T50" fmla="*/ 0 w 197"/>
                  <a:gd name="T51" fmla="*/ 109 h 195"/>
                  <a:gd name="T52" fmla="*/ 4 w 197"/>
                  <a:gd name="T53" fmla="*/ 119 h 195"/>
                  <a:gd name="T54" fmla="*/ 10 w 197"/>
                  <a:gd name="T55" fmla="*/ 136 h 195"/>
                  <a:gd name="T56" fmla="*/ 15 w 197"/>
                  <a:gd name="T57" fmla="*/ 147 h 195"/>
                  <a:gd name="T58" fmla="*/ 30 w 197"/>
                  <a:gd name="T59" fmla="*/ 157 h 195"/>
                  <a:gd name="T60" fmla="*/ 32 w 197"/>
                  <a:gd name="T61" fmla="*/ 170 h 195"/>
                  <a:gd name="T62" fmla="*/ 40 w 197"/>
                  <a:gd name="T63" fmla="*/ 166 h 195"/>
                  <a:gd name="T64" fmla="*/ 50 w 197"/>
                  <a:gd name="T65" fmla="*/ 183 h 195"/>
                  <a:gd name="T66" fmla="*/ 61 w 197"/>
                  <a:gd name="T67" fmla="*/ 186 h 195"/>
                  <a:gd name="T68" fmla="*/ 77 w 197"/>
                  <a:gd name="T69" fmla="*/ 191 h 195"/>
                  <a:gd name="T70" fmla="*/ 88 w 197"/>
                  <a:gd name="T71" fmla="*/ 195 h 195"/>
                  <a:gd name="T72" fmla="*/ 99 w 197"/>
                  <a:gd name="T73" fmla="*/ 188 h 195"/>
                  <a:gd name="T74" fmla="*/ 110 w 197"/>
                  <a:gd name="T75" fmla="*/ 195 h 195"/>
                  <a:gd name="T76" fmla="*/ 120 w 197"/>
                  <a:gd name="T77" fmla="*/ 191 h 195"/>
                  <a:gd name="T78" fmla="*/ 137 w 197"/>
                  <a:gd name="T79" fmla="*/ 186 h 195"/>
                  <a:gd name="T80" fmla="*/ 147 w 197"/>
                  <a:gd name="T81" fmla="*/ 183 h 195"/>
                  <a:gd name="T82" fmla="*/ 158 w 197"/>
                  <a:gd name="T83" fmla="*/ 166 h 195"/>
                  <a:gd name="T84" fmla="*/ 166 w 197"/>
                  <a:gd name="T85" fmla="*/ 170 h 195"/>
                  <a:gd name="T86" fmla="*/ 167 w 197"/>
                  <a:gd name="T87" fmla="*/ 157 h 195"/>
                  <a:gd name="T88" fmla="*/ 183 w 197"/>
                  <a:gd name="T89" fmla="*/ 147 h 195"/>
                  <a:gd name="T90" fmla="*/ 188 w 197"/>
                  <a:gd name="T91" fmla="*/ 136 h 195"/>
                  <a:gd name="T92" fmla="*/ 193 w 197"/>
                  <a:gd name="T93" fmla="*/ 119 h 195"/>
                  <a:gd name="T94" fmla="*/ 197 w 197"/>
                  <a:gd name="T95" fmla="*/ 10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95">
                    <a:moveTo>
                      <a:pt x="195" y="106"/>
                    </a:move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3"/>
                      <a:pt x="190" y="100"/>
                      <a:pt x="190" y="97"/>
                    </a:cubicBezTo>
                    <a:cubicBezTo>
                      <a:pt x="190" y="95"/>
                      <a:pt x="189" y="92"/>
                      <a:pt x="189" y="90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7" y="88"/>
                      <a:pt x="197" y="87"/>
                      <a:pt x="197" y="86"/>
                    </a:cubicBezTo>
                    <a:cubicBezTo>
                      <a:pt x="197" y="83"/>
                      <a:pt x="196" y="80"/>
                      <a:pt x="196" y="78"/>
                    </a:cubicBezTo>
                    <a:cubicBezTo>
                      <a:pt x="196" y="77"/>
                      <a:pt x="195" y="76"/>
                      <a:pt x="194" y="76"/>
                    </a:cubicBezTo>
                    <a:cubicBezTo>
                      <a:pt x="194" y="76"/>
                      <a:pt x="194" y="76"/>
                      <a:pt x="193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6" y="72"/>
                      <a:pt x="184" y="67"/>
                      <a:pt x="182" y="62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9" y="59"/>
                      <a:pt x="189" y="57"/>
                      <a:pt x="189" y="56"/>
                    </a:cubicBezTo>
                    <a:cubicBezTo>
                      <a:pt x="188" y="54"/>
                      <a:pt x="186" y="51"/>
                      <a:pt x="185" y="49"/>
                    </a:cubicBezTo>
                    <a:cubicBezTo>
                      <a:pt x="185" y="48"/>
                      <a:pt x="184" y="48"/>
                      <a:pt x="183" y="48"/>
                    </a:cubicBezTo>
                    <a:cubicBezTo>
                      <a:pt x="183" y="48"/>
                      <a:pt x="182" y="48"/>
                      <a:pt x="182" y="48"/>
                    </a:cubicBezTo>
                    <a:cubicBezTo>
                      <a:pt x="176" y="50"/>
                      <a:pt x="176" y="50"/>
                      <a:pt x="176" y="50"/>
                    </a:cubicBezTo>
                    <a:cubicBezTo>
                      <a:pt x="174" y="46"/>
                      <a:pt x="171" y="42"/>
                      <a:pt x="167" y="38"/>
                    </a:cubicBezTo>
                    <a:cubicBezTo>
                      <a:pt x="172" y="34"/>
                      <a:pt x="172" y="34"/>
                      <a:pt x="172" y="34"/>
                    </a:cubicBezTo>
                    <a:cubicBezTo>
                      <a:pt x="172" y="33"/>
                      <a:pt x="172" y="31"/>
                      <a:pt x="172" y="31"/>
                    </a:cubicBezTo>
                    <a:cubicBezTo>
                      <a:pt x="170" y="28"/>
                      <a:pt x="168" y="26"/>
                      <a:pt x="166" y="25"/>
                    </a:cubicBezTo>
                    <a:cubicBezTo>
                      <a:pt x="165" y="24"/>
                      <a:pt x="165" y="24"/>
                      <a:pt x="164" y="24"/>
                    </a:cubicBezTo>
                    <a:cubicBezTo>
                      <a:pt x="163" y="24"/>
                      <a:pt x="163" y="24"/>
                      <a:pt x="162" y="25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4" y="26"/>
                      <a:pt x="150" y="23"/>
                      <a:pt x="146" y="20"/>
                    </a:cubicBezTo>
                    <a:cubicBezTo>
                      <a:pt x="148" y="14"/>
                      <a:pt x="148" y="14"/>
                      <a:pt x="148" y="14"/>
                    </a:cubicBezTo>
                    <a:cubicBezTo>
                      <a:pt x="149" y="13"/>
                      <a:pt x="148" y="12"/>
                      <a:pt x="147" y="12"/>
                    </a:cubicBezTo>
                    <a:cubicBezTo>
                      <a:pt x="145" y="10"/>
                      <a:pt x="142" y="9"/>
                      <a:pt x="140" y="8"/>
                    </a:cubicBezTo>
                    <a:cubicBezTo>
                      <a:pt x="139" y="8"/>
                      <a:pt x="139" y="7"/>
                      <a:pt x="139" y="7"/>
                    </a:cubicBezTo>
                    <a:cubicBezTo>
                      <a:pt x="138" y="7"/>
                      <a:pt x="137" y="8"/>
                      <a:pt x="137" y="9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29" y="12"/>
                      <a:pt x="124" y="11"/>
                      <a:pt x="119" y="10"/>
                    </a:cubicBezTo>
                    <a:cubicBezTo>
                      <a:pt x="120" y="3"/>
                      <a:pt x="120" y="3"/>
                      <a:pt x="120" y="3"/>
                    </a:cubicBezTo>
                    <a:cubicBezTo>
                      <a:pt x="120" y="2"/>
                      <a:pt x="120" y="1"/>
                      <a:pt x="118" y="1"/>
                    </a:cubicBezTo>
                    <a:cubicBezTo>
                      <a:pt x="116" y="0"/>
                      <a:pt x="113" y="0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9" y="0"/>
                      <a:pt x="108" y="0"/>
                      <a:pt x="107" y="1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104" y="7"/>
                      <a:pt x="101" y="7"/>
                      <a:pt x="99" y="7"/>
                    </a:cubicBezTo>
                    <a:cubicBezTo>
                      <a:pt x="96" y="7"/>
                      <a:pt x="94" y="7"/>
                      <a:pt x="91" y="7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0" y="0"/>
                      <a:pt x="89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5" y="0"/>
                      <a:pt x="82" y="0"/>
                      <a:pt x="79" y="1"/>
                    </a:cubicBezTo>
                    <a:cubicBezTo>
                      <a:pt x="78" y="1"/>
                      <a:pt x="77" y="2"/>
                      <a:pt x="77" y="3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3" y="11"/>
                      <a:pt x="68" y="12"/>
                      <a:pt x="64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0" y="8"/>
                      <a:pt x="60" y="7"/>
                      <a:pt x="59" y="7"/>
                    </a:cubicBezTo>
                    <a:cubicBezTo>
                      <a:pt x="58" y="7"/>
                      <a:pt x="58" y="8"/>
                      <a:pt x="58" y="8"/>
                    </a:cubicBezTo>
                    <a:cubicBezTo>
                      <a:pt x="55" y="9"/>
                      <a:pt x="53" y="10"/>
                      <a:pt x="50" y="12"/>
                    </a:cubicBezTo>
                    <a:cubicBezTo>
                      <a:pt x="49" y="12"/>
                      <a:pt x="49" y="13"/>
                      <a:pt x="49" y="1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8" y="23"/>
                      <a:pt x="44" y="26"/>
                      <a:pt x="40" y="29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4"/>
                      <a:pt x="34" y="24"/>
                      <a:pt x="34" y="24"/>
                    </a:cubicBezTo>
                    <a:cubicBezTo>
                      <a:pt x="33" y="24"/>
                      <a:pt x="32" y="24"/>
                      <a:pt x="32" y="25"/>
                    </a:cubicBezTo>
                    <a:cubicBezTo>
                      <a:pt x="30" y="26"/>
                      <a:pt x="28" y="28"/>
                      <a:pt x="26" y="31"/>
                    </a:cubicBezTo>
                    <a:cubicBezTo>
                      <a:pt x="25" y="31"/>
                      <a:pt x="25" y="33"/>
                      <a:pt x="26" y="34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27" y="42"/>
                      <a:pt x="24" y="46"/>
                      <a:pt x="21" y="5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3" y="48"/>
                      <a:pt x="13" y="49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8" y="57"/>
                      <a:pt x="9" y="59"/>
                      <a:pt x="10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3" y="67"/>
                      <a:pt x="12" y="72"/>
                      <a:pt x="10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2" y="77"/>
                      <a:pt x="2" y="78"/>
                    </a:cubicBezTo>
                    <a:cubicBezTo>
                      <a:pt x="1" y="80"/>
                      <a:pt x="1" y="83"/>
                      <a:pt x="0" y="86"/>
                    </a:cubicBezTo>
                    <a:cubicBezTo>
                      <a:pt x="0" y="87"/>
                      <a:pt x="1" y="88"/>
                      <a:pt x="2" y="89"/>
                    </a:cubicBezTo>
                    <a:cubicBezTo>
                      <a:pt x="8" y="90"/>
                      <a:pt x="8" y="90"/>
                      <a:pt x="8" y="90"/>
                    </a:cubicBezTo>
                    <a:cubicBezTo>
                      <a:pt x="8" y="92"/>
                      <a:pt x="8" y="95"/>
                      <a:pt x="8" y="97"/>
                    </a:cubicBezTo>
                    <a:cubicBezTo>
                      <a:pt x="8" y="100"/>
                      <a:pt x="8" y="103"/>
                      <a:pt x="8" y="105"/>
                    </a:cubicBezTo>
                    <a:cubicBezTo>
                      <a:pt x="2" y="106"/>
                      <a:pt x="2" y="106"/>
                      <a:pt x="2" y="106"/>
                    </a:cubicBezTo>
                    <a:cubicBezTo>
                      <a:pt x="1" y="106"/>
                      <a:pt x="0" y="107"/>
                      <a:pt x="0" y="109"/>
                    </a:cubicBezTo>
                    <a:cubicBezTo>
                      <a:pt x="1" y="112"/>
                      <a:pt x="1" y="114"/>
                      <a:pt x="2" y="117"/>
                    </a:cubicBezTo>
                    <a:cubicBezTo>
                      <a:pt x="2" y="118"/>
                      <a:pt x="3" y="119"/>
                      <a:pt x="4" y="119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12" y="123"/>
                      <a:pt x="13" y="128"/>
                      <a:pt x="15" y="133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6"/>
                      <a:pt x="8" y="137"/>
                      <a:pt x="9" y="139"/>
                    </a:cubicBezTo>
                    <a:cubicBezTo>
                      <a:pt x="10" y="141"/>
                      <a:pt x="11" y="144"/>
                      <a:pt x="13" y="146"/>
                    </a:cubicBezTo>
                    <a:cubicBezTo>
                      <a:pt x="13" y="147"/>
                      <a:pt x="14" y="147"/>
                      <a:pt x="15" y="147"/>
                    </a:cubicBezTo>
                    <a:cubicBezTo>
                      <a:pt x="15" y="147"/>
                      <a:pt x="15" y="147"/>
                      <a:pt x="16" y="147"/>
                    </a:cubicBezTo>
                    <a:cubicBezTo>
                      <a:pt x="21" y="144"/>
                      <a:pt x="21" y="144"/>
                      <a:pt x="21" y="144"/>
                    </a:cubicBezTo>
                    <a:cubicBezTo>
                      <a:pt x="24" y="149"/>
                      <a:pt x="27" y="153"/>
                      <a:pt x="30" y="157"/>
                    </a:cubicBezTo>
                    <a:cubicBezTo>
                      <a:pt x="26" y="161"/>
                      <a:pt x="26" y="161"/>
                      <a:pt x="26" y="161"/>
                    </a:cubicBezTo>
                    <a:cubicBezTo>
                      <a:pt x="25" y="162"/>
                      <a:pt x="25" y="163"/>
                      <a:pt x="26" y="164"/>
                    </a:cubicBezTo>
                    <a:cubicBezTo>
                      <a:pt x="28" y="166"/>
                      <a:pt x="30" y="168"/>
                      <a:pt x="32" y="170"/>
                    </a:cubicBezTo>
                    <a:cubicBezTo>
                      <a:pt x="32" y="171"/>
                      <a:pt x="33" y="171"/>
                      <a:pt x="34" y="171"/>
                    </a:cubicBezTo>
                    <a:cubicBezTo>
                      <a:pt x="34" y="171"/>
                      <a:pt x="35" y="171"/>
                      <a:pt x="35" y="170"/>
                    </a:cubicBezTo>
                    <a:cubicBezTo>
                      <a:pt x="40" y="166"/>
                      <a:pt x="40" y="166"/>
                      <a:pt x="40" y="166"/>
                    </a:cubicBezTo>
                    <a:cubicBezTo>
                      <a:pt x="44" y="169"/>
                      <a:pt x="48" y="172"/>
                      <a:pt x="52" y="175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9" y="181"/>
                      <a:pt x="49" y="183"/>
                      <a:pt x="50" y="183"/>
                    </a:cubicBezTo>
                    <a:cubicBezTo>
                      <a:pt x="53" y="185"/>
                      <a:pt x="55" y="186"/>
                      <a:pt x="58" y="187"/>
                    </a:cubicBezTo>
                    <a:cubicBezTo>
                      <a:pt x="58" y="187"/>
                      <a:pt x="58" y="187"/>
                      <a:pt x="59" y="187"/>
                    </a:cubicBezTo>
                    <a:cubicBezTo>
                      <a:pt x="60" y="187"/>
                      <a:pt x="60" y="187"/>
                      <a:pt x="61" y="186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3"/>
                      <a:pt x="73" y="184"/>
                      <a:pt x="78" y="185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3"/>
                      <a:pt x="78" y="194"/>
                      <a:pt x="79" y="194"/>
                    </a:cubicBezTo>
                    <a:cubicBezTo>
                      <a:pt x="82" y="194"/>
                      <a:pt x="85" y="195"/>
                      <a:pt x="88" y="195"/>
                    </a:cubicBezTo>
                    <a:cubicBezTo>
                      <a:pt x="88" y="195"/>
                      <a:pt x="88" y="195"/>
                      <a:pt x="88" y="195"/>
                    </a:cubicBezTo>
                    <a:cubicBezTo>
                      <a:pt x="89" y="195"/>
                      <a:pt x="90" y="195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4" y="187"/>
                      <a:pt x="96" y="188"/>
                      <a:pt x="99" y="188"/>
                    </a:cubicBezTo>
                    <a:cubicBezTo>
                      <a:pt x="101" y="188"/>
                      <a:pt x="104" y="187"/>
                      <a:pt x="106" y="187"/>
                    </a:cubicBezTo>
                    <a:cubicBezTo>
                      <a:pt x="107" y="193"/>
                      <a:pt x="107" y="193"/>
                      <a:pt x="107" y="193"/>
                    </a:cubicBezTo>
                    <a:cubicBezTo>
                      <a:pt x="108" y="195"/>
                      <a:pt x="109" y="195"/>
                      <a:pt x="110" y="195"/>
                    </a:cubicBezTo>
                    <a:cubicBezTo>
                      <a:pt x="110" y="195"/>
                      <a:pt x="110" y="195"/>
                      <a:pt x="110" y="195"/>
                    </a:cubicBezTo>
                    <a:cubicBezTo>
                      <a:pt x="113" y="195"/>
                      <a:pt x="116" y="194"/>
                      <a:pt x="118" y="194"/>
                    </a:cubicBezTo>
                    <a:cubicBezTo>
                      <a:pt x="120" y="194"/>
                      <a:pt x="120" y="193"/>
                      <a:pt x="120" y="191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24" y="184"/>
                      <a:pt x="129" y="183"/>
                      <a:pt x="134" y="181"/>
                    </a:cubicBezTo>
                    <a:cubicBezTo>
                      <a:pt x="137" y="186"/>
                      <a:pt x="137" y="186"/>
                      <a:pt x="137" y="186"/>
                    </a:cubicBezTo>
                    <a:cubicBezTo>
                      <a:pt x="137" y="187"/>
                      <a:pt x="138" y="187"/>
                      <a:pt x="139" y="187"/>
                    </a:cubicBezTo>
                    <a:cubicBezTo>
                      <a:pt x="139" y="187"/>
                      <a:pt x="139" y="187"/>
                      <a:pt x="140" y="187"/>
                    </a:cubicBezTo>
                    <a:cubicBezTo>
                      <a:pt x="142" y="186"/>
                      <a:pt x="145" y="185"/>
                      <a:pt x="147" y="183"/>
                    </a:cubicBezTo>
                    <a:cubicBezTo>
                      <a:pt x="148" y="183"/>
                      <a:pt x="149" y="181"/>
                      <a:pt x="148" y="180"/>
                    </a:cubicBezTo>
                    <a:cubicBezTo>
                      <a:pt x="146" y="175"/>
                      <a:pt x="146" y="175"/>
                      <a:pt x="146" y="175"/>
                    </a:cubicBezTo>
                    <a:cubicBezTo>
                      <a:pt x="150" y="172"/>
                      <a:pt x="154" y="169"/>
                      <a:pt x="158" y="166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3" y="171"/>
                      <a:pt x="163" y="171"/>
                      <a:pt x="164" y="171"/>
                    </a:cubicBezTo>
                    <a:cubicBezTo>
                      <a:pt x="165" y="171"/>
                      <a:pt x="165" y="171"/>
                      <a:pt x="166" y="170"/>
                    </a:cubicBezTo>
                    <a:cubicBezTo>
                      <a:pt x="168" y="168"/>
                      <a:pt x="170" y="166"/>
                      <a:pt x="172" y="164"/>
                    </a:cubicBezTo>
                    <a:cubicBezTo>
                      <a:pt x="172" y="163"/>
                      <a:pt x="172" y="162"/>
                      <a:pt x="172" y="161"/>
                    </a:cubicBezTo>
                    <a:cubicBezTo>
                      <a:pt x="167" y="157"/>
                      <a:pt x="167" y="157"/>
                      <a:pt x="167" y="157"/>
                    </a:cubicBezTo>
                    <a:cubicBezTo>
                      <a:pt x="171" y="153"/>
                      <a:pt x="174" y="149"/>
                      <a:pt x="176" y="144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7"/>
                      <a:pt x="183" y="147"/>
                      <a:pt x="183" y="147"/>
                    </a:cubicBezTo>
                    <a:cubicBezTo>
                      <a:pt x="184" y="147"/>
                      <a:pt x="185" y="147"/>
                      <a:pt x="185" y="146"/>
                    </a:cubicBezTo>
                    <a:cubicBezTo>
                      <a:pt x="186" y="144"/>
                      <a:pt x="188" y="141"/>
                      <a:pt x="189" y="139"/>
                    </a:cubicBezTo>
                    <a:cubicBezTo>
                      <a:pt x="189" y="137"/>
                      <a:pt x="189" y="136"/>
                      <a:pt x="188" y="136"/>
                    </a:cubicBezTo>
                    <a:cubicBezTo>
                      <a:pt x="182" y="133"/>
                      <a:pt x="182" y="133"/>
                      <a:pt x="182" y="133"/>
                    </a:cubicBezTo>
                    <a:cubicBezTo>
                      <a:pt x="184" y="128"/>
                      <a:pt x="186" y="123"/>
                      <a:pt x="187" y="118"/>
                    </a:cubicBezTo>
                    <a:cubicBezTo>
                      <a:pt x="193" y="119"/>
                      <a:pt x="193" y="119"/>
                      <a:pt x="193" y="119"/>
                    </a:cubicBezTo>
                    <a:cubicBezTo>
                      <a:pt x="194" y="119"/>
                      <a:pt x="194" y="119"/>
                      <a:pt x="194" y="119"/>
                    </a:cubicBezTo>
                    <a:cubicBezTo>
                      <a:pt x="195" y="119"/>
                      <a:pt x="196" y="118"/>
                      <a:pt x="196" y="117"/>
                    </a:cubicBezTo>
                    <a:cubicBezTo>
                      <a:pt x="196" y="114"/>
                      <a:pt x="197" y="112"/>
                      <a:pt x="197" y="109"/>
                    </a:cubicBezTo>
                    <a:cubicBezTo>
                      <a:pt x="197" y="107"/>
                      <a:pt x="197" y="106"/>
                      <a:pt x="195" y="10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2700000" scaled="1"/>
                  </a:gradFill>
                </a:endParaRPr>
              </a:p>
            </p:txBody>
          </p:sp>
          <p:sp>
            <p:nvSpPr>
              <p:cNvPr id="15" name="ísļiḑè"/>
              <p:cNvSpPr/>
              <p:nvPr/>
            </p:nvSpPr>
            <p:spPr>
              <a:xfrm>
                <a:off x="1979654" y="3211336"/>
                <a:ext cx="548912" cy="400082"/>
              </a:xfrm>
              <a:custGeom>
                <a:avLst/>
                <a:gdLst>
                  <a:gd name="connsiteX0" fmla="*/ 15877 w 607709"/>
                  <a:gd name="connsiteY0" fmla="*/ 284237 h 442939"/>
                  <a:gd name="connsiteX1" fmla="*/ 19859 w 607709"/>
                  <a:gd name="connsiteY1" fmla="*/ 284477 h 442939"/>
                  <a:gd name="connsiteX2" fmla="*/ 110774 w 607709"/>
                  <a:gd name="connsiteY2" fmla="*/ 284477 h 442939"/>
                  <a:gd name="connsiteX3" fmla="*/ 110774 w 607709"/>
                  <a:gd name="connsiteY3" fmla="*/ 301482 h 442939"/>
                  <a:gd name="connsiteX4" fmla="*/ 118978 w 607709"/>
                  <a:gd name="connsiteY4" fmla="*/ 325529 h 442939"/>
                  <a:gd name="connsiteX5" fmla="*/ 142726 w 607709"/>
                  <a:gd name="connsiteY5" fmla="*/ 337266 h 442939"/>
                  <a:gd name="connsiteX6" fmla="*/ 180004 w 607709"/>
                  <a:gd name="connsiteY6" fmla="*/ 337266 h 442939"/>
                  <a:gd name="connsiteX7" fmla="*/ 203752 w 607709"/>
                  <a:gd name="connsiteY7" fmla="*/ 325529 h 442939"/>
                  <a:gd name="connsiteX8" fmla="*/ 211956 w 607709"/>
                  <a:gd name="connsiteY8" fmla="*/ 301482 h 442939"/>
                  <a:gd name="connsiteX9" fmla="*/ 211956 w 607709"/>
                  <a:gd name="connsiteY9" fmla="*/ 284477 h 442939"/>
                  <a:gd name="connsiteX10" fmla="*/ 395753 w 607709"/>
                  <a:gd name="connsiteY10" fmla="*/ 284477 h 442939"/>
                  <a:gd name="connsiteX11" fmla="*/ 395753 w 607709"/>
                  <a:gd name="connsiteY11" fmla="*/ 301482 h 442939"/>
                  <a:gd name="connsiteX12" fmla="*/ 403957 w 607709"/>
                  <a:gd name="connsiteY12" fmla="*/ 325529 h 442939"/>
                  <a:gd name="connsiteX13" fmla="*/ 427705 w 607709"/>
                  <a:gd name="connsiteY13" fmla="*/ 337266 h 442939"/>
                  <a:gd name="connsiteX14" fmla="*/ 464935 w 607709"/>
                  <a:gd name="connsiteY14" fmla="*/ 337266 h 442939"/>
                  <a:gd name="connsiteX15" fmla="*/ 488731 w 607709"/>
                  <a:gd name="connsiteY15" fmla="*/ 325529 h 442939"/>
                  <a:gd name="connsiteX16" fmla="*/ 496887 w 607709"/>
                  <a:gd name="connsiteY16" fmla="*/ 301482 h 442939"/>
                  <a:gd name="connsiteX17" fmla="*/ 496887 w 607709"/>
                  <a:gd name="connsiteY17" fmla="*/ 284477 h 442939"/>
                  <a:gd name="connsiteX18" fmla="*/ 587850 w 607709"/>
                  <a:gd name="connsiteY18" fmla="*/ 284477 h 442939"/>
                  <a:gd name="connsiteX19" fmla="*/ 591832 w 607709"/>
                  <a:gd name="connsiteY19" fmla="*/ 284237 h 442939"/>
                  <a:gd name="connsiteX20" fmla="*/ 591832 w 607709"/>
                  <a:gd name="connsiteY20" fmla="*/ 423107 h 442939"/>
                  <a:gd name="connsiteX21" fmla="*/ 571970 w 607709"/>
                  <a:gd name="connsiteY21" fmla="*/ 442939 h 442939"/>
                  <a:gd name="connsiteX22" fmla="*/ 35739 w 607709"/>
                  <a:gd name="connsiteY22" fmla="*/ 442939 h 442939"/>
                  <a:gd name="connsiteX23" fmla="*/ 15877 w 607709"/>
                  <a:gd name="connsiteY23" fmla="*/ 423107 h 442939"/>
                  <a:gd name="connsiteX24" fmla="*/ 427719 w 607709"/>
                  <a:gd name="connsiteY24" fmla="*/ 215718 h 442939"/>
                  <a:gd name="connsiteX25" fmla="*/ 464933 w 607709"/>
                  <a:gd name="connsiteY25" fmla="*/ 215718 h 442939"/>
                  <a:gd name="connsiteX26" fmla="*/ 480903 w 607709"/>
                  <a:gd name="connsiteY26" fmla="*/ 235552 h 442939"/>
                  <a:gd name="connsiteX27" fmla="*/ 480903 w 607709"/>
                  <a:gd name="connsiteY27" fmla="*/ 268560 h 442939"/>
                  <a:gd name="connsiteX28" fmla="*/ 480903 w 607709"/>
                  <a:gd name="connsiteY28" fmla="*/ 276513 h 442939"/>
                  <a:gd name="connsiteX29" fmla="*/ 480903 w 607709"/>
                  <a:gd name="connsiteY29" fmla="*/ 284513 h 442939"/>
                  <a:gd name="connsiteX30" fmla="*/ 480903 w 607709"/>
                  <a:gd name="connsiteY30" fmla="*/ 301521 h 442939"/>
                  <a:gd name="connsiteX31" fmla="*/ 464933 w 607709"/>
                  <a:gd name="connsiteY31" fmla="*/ 321354 h 442939"/>
                  <a:gd name="connsiteX32" fmla="*/ 427719 w 607709"/>
                  <a:gd name="connsiteY32" fmla="*/ 321354 h 442939"/>
                  <a:gd name="connsiteX33" fmla="*/ 411749 w 607709"/>
                  <a:gd name="connsiteY33" fmla="*/ 301521 h 442939"/>
                  <a:gd name="connsiteX34" fmla="*/ 411749 w 607709"/>
                  <a:gd name="connsiteY34" fmla="*/ 284513 h 442939"/>
                  <a:gd name="connsiteX35" fmla="*/ 411749 w 607709"/>
                  <a:gd name="connsiteY35" fmla="*/ 276513 h 442939"/>
                  <a:gd name="connsiteX36" fmla="*/ 411749 w 607709"/>
                  <a:gd name="connsiteY36" fmla="*/ 268560 h 442939"/>
                  <a:gd name="connsiteX37" fmla="*/ 411749 w 607709"/>
                  <a:gd name="connsiteY37" fmla="*/ 235552 h 442939"/>
                  <a:gd name="connsiteX38" fmla="*/ 427719 w 607709"/>
                  <a:gd name="connsiteY38" fmla="*/ 215718 h 442939"/>
                  <a:gd name="connsiteX39" fmla="*/ 142739 w 607709"/>
                  <a:gd name="connsiteY39" fmla="*/ 215718 h 442939"/>
                  <a:gd name="connsiteX40" fmla="*/ 180027 w 607709"/>
                  <a:gd name="connsiteY40" fmla="*/ 215718 h 442939"/>
                  <a:gd name="connsiteX41" fmla="*/ 195960 w 607709"/>
                  <a:gd name="connsiteY41" fmla="*/ 235552 h 442939"/>
                  <a:gd name="connsiteX42" fmla="*/ 195960 w 607709"/>
                  <a:gd name="connsiteY42" fmla="*/ 268560 h 442939"/>
                  <a:gd name="connsiteX43" fmla="*/ 195960 w 607709"/>
                  <a:gd name="connsiteY43" fmla="*/ 276513 h 442939"/>
                  <a:gd name="connsiteX44" fmla="*/ 195960 w 607709"/>
                  <a:gd name="connsiteY44" fmla="*/ 284513 h 442939"/>
                  <a:gd name="connsiteX45" fmla="*/ 195960 w 607709"/>
                  <a:gd name="connsiteY45" fmla="*/ 301521 h 442939"/>
                  <a:gd name="connsiteX46" fmla="*/ 180027 w 607709"/>
                  <a:gd name="connsiteY46" fmla="*/ 321354 h 442939"/>
                  <a:gd name="connsiteX47" fmla="*/ 142739 w 607709"/>
                  <a:gd name="connsiteY47" fmla="*/ 321354 h 442939"/>
                  <a:gd name="connsiteX48" fmla="*/ 126806 w 607709"/>
                  <a:gd name="connsiteY48" fmla="*/ 301521 h 442939"/>
                  <a:gd name="connsiteX49" fmla="*/ 126806 w 607709"/>
                  <a:gd name="connsiteY49" fmla="*/ 284513 h 442939"/>
                  <a:gd name="connsiteX50" fmla="*/ 126806 w 607709"/>
                  <a:gd name="connsiteY50" fmla="*/ 276513 h 442939"/>
                  <a:gd name="connsiteX51" fmla="*/ 126806 w 607709"/>
                  <a:gd name="connsiteY51" fmla="*/ 268560 h 442939"/>
                  <a:gd name="connsiteX52" fmla="*/ 126806 w 607709"/>
                  <a:gd name="connsiteY52" fmla="*/ 235552 h 442939"/>
                  <a:gd name="connsiteX53" fmla="*/ 142739 w 607709"/>
                  <a:gd name="connsiteY53" fmla="*/ 215718 h 442939"/>
                  <a:gd name="connsiteX54" fmla="*/ 176935 w 607709"/>
                  <a:gd name="connsiteY54" fmla="*/ 47620 h 442939"/>
                  <a:gd name="connsiteX55" fmla="*/ 176935 w 607709"/>
                  <a:gd name="connsiteY55" fmla="*/ 89875 h 442939"/>
                  <a:gd name="connsiteX56" fmla="*/ 176935 w 607709"/>
                  <a:gd name="connsiteY56" fmla="*/ 97876 h 442939"/>
                  <a:gd name="connsiteX57" fmla="*/ 176935 w 607709"/>
                  <a:gd name="connsiteY57" fmla="*/ 105876 h 442939"/>
                  <a:gd name="connsiteX58" fmla="*/ 430774 w 607709"/>
                  <a:gd name="connsiteY58" fmla="*/ 105876 h 442939"/>
                  <a:gd name="connsiteX59" fmla="*/ 430774 w 607709"/>
                  <a:gd name="connsiteY59" fmla="*/ 97876 h 442939"/>
                  <a:gd name="connsiteX60" fmla="*/ 430774 w 607709"/>
                  <a:gd name="connsiteY60" fmla="*/ 89875 h 442939"/>
                  <a:gd name="connsiteX61" fmla="*/ 430774 w 607709"/>
                  <a:gd name="connsiteY61" fmla="*/ 47620 h 442939"/>
                  <a:gd name="connsiteX62" fmla="*/ 393881 w 607709"/>
                  <a:gd name="connsiteY62" fmla="*/ 64580 h 442939"/>
                  <a:gd name="connsiteX63" fmla="*/ 374835 w 607709"/>
                  <a:gd name="connsiteY63" fmla="*/ 61034 h 442939"/>
                  <a:gd name="connsiteX64" fmla="*/ 352862 w 607709"/>
                  <a:gd name="connsiteY64" fmla="*/ 61034 h 442939"/>
                  <a:gd name="connsiteX65" fmla="*/ 333863 w 607709"/>
                  <a:gd name="connsiteY65" fmla="*/ 64580 h 442939"/>
                  <a:gd name="connsiteX66" fmla="*/ 314817 w 607709"/>
                  <a:gd name="connsiteY66" fmla="*/ 61034 h 442939"/>
                  <a:gd name="connsiteX67" fmla="*/ 292844 w 607709"/>
                  <a:gd name="connsiteY67" fmla="*/ 61034 h 442939"/>
                  <a:gd name="connsiteX68" fmla="*/ 273846 w 607709"/>
                  <a:gd name="connsiteY68" fmla="*/ 64580 h 442939"/>
                  <a:gd name="connsiteX69" fmla="*/ 254799 w 607709"/>
                  <a:gd name="connsiteY69" fmla="*/ 61034 h 442939"/>
                  <a:gd name="connsiteX70" fmla="*/ 232874 w 607709"/>
                  <a:gd name="connsiteY70" fmla="*/ 61034 h 442939"/>
                  <a:gd name="connsiteX71" fmla="*/ 213828 w 607709"/>
                  <a:gd name="connsiteY71" fmla="*/ 64580 h 442939"/>
                  <a:gd name="connsiteX72" fmla="*/ 176935 w 607709"/>
                  <a:gd name="connsiteY72" fmla="*/ 47620 h 442939"/>
                  <a:gd name="connsiteX73" fmla="*/ 178902 w 607709"/>
                  <a:gd name="connsiteY73" fmla="*/ 0 h 442939"/>
                  <a:gd name="connsiteX74" fmla="*/ 428807 w 607709"/>
                  <a:gd name="connsiteY74" fmla="*/ 0 h 442939"/>
                  <a:gd name="connsiteX75" fmla="*/ 462726 w 607709"/>
                  <a:gd name="connsiteY75" fmla="*/ 33871 h 442939"/>
                  <a:gd name="connsiteX76" fmla="*/ 462726 w 607709"/>
                  <a:gd name="connsiteY76" fmla="*/ 89875 h 442939"/>
                  <a:gd name="connsiteX77" fmla="*/ 462726 w 607709"/>
                  <a:gd name="connsiteY77" fmla="*/ 97876 h 442939"/>
                  <a:gd name="connsiteX78" fmla="*/ 462726 w 607709"/>
                  <a:gd name="connsiteY78" fmla="*/ 105876 h 442939"/>
                  <a:gd name="connsiteX79" fmla="*/ 587847 w 607709"/>
                  <a:gd name="connsiteY79" fmla="*/ 105876 h 442939"/>
                  <a:gd name="connsiteX80" fmla="*/ 607709 w 607709"/>
                  <a:gd name="connsiteY80" fmla="*/ 125710 h 442939"/>
                  <a:gd name="connsiteX81" fmla="*/ 607709 w 607709"/>
                  <a:gd name="connsiteY81" fmla="*/ 248738 h 442939"/>
                  <a:gd name="connsiteX82" fmla="*/ 591781 w 607709"/>
                  <a:gd name="connsiteY82" fmla="*/ 268141 h 442939"/>
                  <a:gd name="connsiteX83" fmla="*/ 587847 w 607709"/>
                  <a:gd name="connsiteY83" fmla="*/ 268572 h 442939"/>
                  <a:gd name="connsiteX84" fmla="*/ 496885 w 607709"/>
                  <a:gd name="connsiteY84" fmla="*/ 268572 h 442939"/>
                  <a:gd name="connsiteX85" fmla="*/ 496885 w 607709"/>
                  <a:gd name="connsiteY85" fmla="*/ 235564 h 442939"/>
                  <a:gd name="connsiteX86" fmla="*/ 488681 w 607709"/>
                  <a:gd name="connsiteY86" fmla="*/ 211561 h 442939"/>
                  <a:gd name="connsiteX87" fmla="*/ 464933 w 607709"/>
                  <a:gd name="connsiteY87" fmla="*/ 199776 h 442939"/>
                  <a:gd name="connsiteX88" fmla="*/ 427704 w 607709"/>
                  <a:gd name="connsiteY88" fmla="*/ 199776 h 442939"/>
                  <a:gd name="connsiteX89" fmla="*/ 403956 w 607709"/>
                  <a:gd name="connsiteY89" fmla="*/ 211561 h 442939"/>
                  <a:gd name="connsiteX90" fmla="*/ 395752 w 607709"/>
                  <a:gd name="connsiteY90" fmla="*/ 235564 h 442939"/>
                  <a:gd name="connsiteX91" fmla="*/ 395752 w 607709"/>
                  <a:gd name="connsiteY91" fmla="*/ 268572 h 442939"/>
                  <a:gd name="connsiteX92" fmla="*/ 211957 w 607709"/>
                  <a:gd name="connsiteY92" fmla="*/ 268572 h 442939"/>
                  <a:gd name="connsiteX93" fmla="*/ 211957 w 607709"/>
                  <a:gd name="connsiteY93" fmla="*/ 235564 h 442939"/>
                  <a:gd name="connsiteX94" fmla="*/ 203753 w 607709"/>
                  <a:gd name="connsiteY94" fmla="*/ 211561 h 442939"/>
                  <a:gd name="connsiteX95" fmla="*/ 180005 w 607709"/>
                  <a:gd name="connsiteY95" fmla="*/ 199776 h 442939"/>
                  <a:gd name="connsiteX96" fmla="*/ 142728 w 607709"/>
                  <a:gd name="connsiteY96" fmla="*/ 199776 h 442939"/>
                  <a:gd name="connsiteX97" fmla="*/ 118980 w 607709"/>
                  <a:gd name="connsiteY97" fmla="*/ 211561 h 442939"/>
                  <a:gd name="connsiteX98" fmla="*/ 110776 w 607709"/>
                  <a:gd name="connsiteY98" fmla="*/ 235564 h 442939"/>
                  <a:gd name="connsiteX99" fmla="*/ 110776 w 607709"/>
                  <a:gd name="connsiteY99" fmla="*/ 268572 h 442939"/>
                  <a:gd name="connsiteX100" fmla="*/ 19862 w 607709"/>
                  <a:gd name="connsiteY100" fmla="*/ 268572 h 442939"/>
                  <a:gd name="connsiteX101" fmla="*/ 15880 w 607709"/>
                  <a:gd name="connsiteY101" fmla="*/ 268141 h 442939"/>
                  <a:gd name="connsiteX102" fmla="*/ 0 w 607709"/>
                  <a:gd name="connsiteY102" fmla="*/ 248738 h 442939"/>
                  <a:gd name="connsiteX103" fmla="*/ 0 w 607709"/>
                  <a:gd name="connsiteY103" fmla="*/ 125710 h 442939"/>
                  <a:gd name="connsiteX104" fmla="*/ 19862 w 607709"/>
                  <a:gd name="connsiteY104" fmla="*/ 105876 h 442939"/>
                  <a:gd name="connsiteX105" fmla="*/ 144935 w 607709"/>
                  <a:gd name="connsiteY105" fmla="*/ 105876 h 442939"/>
                  <a:gd name="connsiteX106" fmla="*/ 144935 w 607709"/>
                  <a:gd name="connsiteY106" fmla="*/ 97876 h 442939"/>
                  <a:gd name="connsiteX107" fmla="*/ 144935 w 607709"/>
                  <a:gd name="connsiteY107" fmla="*/ 89875 h 442939"/>
                  <a:gd name="connsiteX108" fmla="*/ 144935 w 607709"/>
                  <a:gd name="connsiteY108" fmla="*/ 33871 h 442939"/>
                  <a:gd name="connsiteX109" fmla="*/ 178902 w 607709"/>
                  <a:gd name="connsiteY109" fmla="*/ 0 h 44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</a:cxnLst>
                <a:rect l="l" t="t" r="r" b="b"/>
                <a:pathLst>
                  <a:path w="607709" h="442939">
                    <a:moveTo>
                      <a:pt x="15877" y="284237"/>
                    </a:moveTo>
                    <a:cubicBezTo>
                      <a:pt x="17172" y="284381"/>
                      <a:pt x="18516" y="284477"/>
                      <a:pt x="19859" y="284477"/>
                    </a:cubicBezTo>
                    <a:lnTo>
                      <a:pt x="110774" y="284477"/>
                    </a:lnTo>
                    <a:lnTo>
                      <a:pt x="110774" y="301482"/>
                    </a:lnTo>
                    <a:cubicBezTo>
                      <a:pt x="110774" y="310392"/>
                      <a:pt x="113701" y="318919"/>
                      <a:pt x="118978" y="325529"/>
                    </a:cubicBezTo>
                    <a:cubicBezTo>
                      <a:pt x="125023" y="333002"/>
                      <a:pt x="133659" y="337266"/>
                      <a:pt x="142726" y="337266"/>
                    </a:cubicBezTo>
                    <a:lnTo>
                      <a:pt x="180004" y="337266"/>
                    </a:lnTo>
                    <a:cubicBezTo>
                      <a:pt x="189071" y="337266"/>
                      <a:pt x="197707" y="333002"/>
                      <a:pt x="203752" y="325529"/>
                    </a:cubicBezTo>
                    <a:cubicBezTo>
                      <a:pt x="209029" y="318919"/>
                      <a:pt x="211956" y="310392"/>
                      <a:pt x="211956" y="301482"/>
                    </a:cubicBezTo>
                    <a:lnTo>
                      <a:pt x="211956" y="284477"/>
                    </a:lnTo>
                    <a:lnTo>
                      <a:pt x="395753" y="284477"/>
                    </a:lnTo>
                    <a:lnTo>
                      <a:pt x="395753" y="301482"/>
                    </a:lnTo>
                    <a:cubicBezTo>
                      <a:pt x="395753" y="310392"/>
                      <a:pt x="398680" y="318919"/>
                      <a:pt x="403957" y="325529"/>
                    </a:cubicBezTo>
                    <a:cubicBezTo>
                      <a:pt x="409954" y="333002"/>
                      <a:pt x="418638" y="337266"/>
                      <a:pt x="427705" y="337266"/>
                    </a:cubicBezTo>
                    <a:lnTo>
                      <a:pt x="464935" y="337266"/>
                    </a:lnTo>
                    <a:cubicBezTo>
                      <a:pt x="474050" y="337266"/>
                      <a:pt x="482686" y="333002"/>
                      <a:pt x="488731" y="325529"/>
                    </a:cubicBezTo>
                    <a:cubicBezTo>
                      <a:pt x="494008" y="318919"/>
                      <a:pt x="496887" y="310392"/>
                      <a:pt x="496887" y="301482"/>
                    </a:cubicBezTo>
                    <a:lnTo>
                      <a:pt x="496887" y="284477"/>
                    </a:lnTo>
                    <a:lnTo>
                      <a:pt x="587850" y="284477"/>
                    </a:lnTo>
                    <a:cubicBezTo>
                      <a:pt x="589193" y="284477"/>
                      <a:pt x="590489" y="284381"/>
                      <a:pt x="591832" y="284237"/>
                    </a:cubicBezTo>
                    <a:lnTo>
                      <a:pt x="591832" y="423107"/>
                    </a:lnTo>
                    <a:cubicBezTo>
                      <a:pt x="591832" y="434029"/>
                      <a:pt x="582908" y="442939"/>
                      <a:pt x="571970" y="442939"/>
                    </a:cubicBezTo>
                    <a:lnTo>
                      <a:pt x="35739" y="442939"/>
                    </a:lnTo>
                    <a:cubicBezTo>
                      <a:pt x="24753" y="442939"/>
                      <a:pt x="15877" y="434029"/>
                      <a:pt x="15877" y="423107"/>
                    </a:cubicBezTo>
                    <a:close/>
                    <a:moveTo>
                      <a:pt x="427719" y="215718"/>
                    </a:moveTo>
                    <a:lnTo>
                      <a:pt x="464933" y="215718"/>
                    </a:lnTo>
                    <a:cubicBezTo>
                      <a:pt x="473757" y="215718"/>
                      <a:pt x="480903" y="224581"/>
                      <a:pt x="480903" y="235552"/>
                    </a:cubicBezTo>
                    <a:lnTo>
                      <a:pt x="480903" y="268560"/>
                    </a:lnTo>
                    <a:lnTo>
                      <a:pt x="480903" y="276513"/>
                    </a:lnTo>
                    <a:lnTo>
                      <a:pt x="480903" y="284513"/>
                    </a:lnTo>
                    <a:lnTo>
                      <a:pt x="480903" y="301521"/>
                    </a:lnTo>
                    <a:cubicBezTo>
                      <a:pt x="480903" y="312491"/>
                      <a:pt x="473757" y="321354"/>
                      <a:pt x="464933" y="321354"/>
                    </a:cubicBezTo>
                    <a:lnTo>
                      <a:pt x="427719" y="321354"/>
                    </a:lnTo>
                    <a:cubicBezTo>
                      <a:pt x="418895" y="321354"/>
                      <a:pt x="411749" y="312491"/>
                      <a:pt x="411749" y="301521"/>
                    </a:cubicBezTo>
                    <a:lnTo>
                      <a:pt x="411749" y="284513"/>
                    </a:lnTo>
                    <a:lnTo>
                      <a:pt x="411749" y="276513"/>
                    </a:lnTo>
                    <a:lnTo>
                      <a:pt x="411749" y="268560"/>
                    </a:lnTo>
                    <a:lnTo>
                      <a:pt x="411749" y="235552"/>
                    </a:lnTo>
                    <a:cubicBezTo>
                      <a:pt x="411749" y="224581"/>
                      <a:pt x="418895" y="215718"/>
                      <a:pt x="427719" y="215718"/>
                    </a:cubicBezTo>
                    <a:close/>
                    <a:moveTo>
                      <a:pt x="142739" y="215718"/>
                    </a:moveTo>
                    <a:lnTo>
                      <a:pt x="180027" y="215718"/>
                    </a:lnTo>
                    <a:cubicBezTo>
                      <a:pt x="188809" y="215718"/>
                      <a:pt x="195960" y="224581"/>
                      <a:pt x="195960" y="235552"/>
                    </a:cubicBezTo>
                    <a:lnTo>
                      <a:pt x="195960" y="268560"/>
                    </a:lnTo>
                    <a:lnTo>
                      <a:pt x="195960" y="276513"/>
                    </a:lnTo>
                    <a:lnTo>
                      <a:pt x="195960" y="284513"/>
                    </a:lnTo>
                    <a:lnTo>
                      <a:pt x="195960" y="301521"/>
                    </a:lnTo>
                    <a:cubicBezTo>
                      <a:pt x="195960" y="312491"/>
                      <a:pt x="188809" y="321354"/>
                      <a:pt x="180027" y="321354"/>
                    </a:cubicBezTo>
                    <a:lnTo>
                      <a:pt x="142739" y="321354"/>
                    </a:lnTo>
                    <a:cubicBezTo>
                      <a:pt x="133909" y="321354"/>
                      <a:pt x="126806" y="312491"/>
                      <a:pt x="126806" y="301521"/>
                    </a:cubicBezTo>
                    <a:lnTo>
                      <a:pt x="126806" y="284513"/>
                    </a:lnTo>
                    <a:lnTo>
                      <a:pt x="126806" y="276513"/>
                    </a:lnTo>
                    <a:lnTo>
                      <a:pt x="126806" y="268560"/>
                    </a:lnTo>
                    <a:lnTo>
                      <a:pt x="126806" y="235552"/>
                    </a:lnTo>
                    <a:cubicBezTo>
                      <a:pt x="126806" y="224581"/>
                      <a:pt x="133909" y="215718"/>
                      <a:pt x="142739" y="215718"/>
                    </a:cubicBezTo>
                    <a:close/>
                    <a:moveTo>
                      <a:pt x="176935" y="47620"/>
                    </a:moveTo>
                    <a:lnTo>
                      <a:pt x="176935" y="89875"/>
                    </a:lnTo>
                    <a:lnTo>
                      <a:pt x="176935" y="97876"/>
                    </a:lnTo>
                    <a:lnTo>
                      <a:pt x="176935" y="105876"/>
                    </a:lnTo>
                    <a:lnTo>
                      <a:pt x="430774" y="105876"/>
                    </a:lnTo>
                    <a:lnTo>
                      <a:pt x="430774" y="97876"/>
                    </a:lnTo>
                    <a:lnTo>
                      <a:pt x="430774" y="89875"/>
                    </a:lnTo>
                    <a:lnTo>
                      <a:pt x="430774" y="47620"/>
                    </a:lnTo>
                    <a:cubicBezTo>
                      <a:pt x="423722" y="57633"/>
                      <a:pt x="409713" y="64580"/>
                      <a:pt x="393881" y="64580"/>
                    </a:cubicBezTo>
                    <a:cubicBezTo>
                      <a:pt x="387068" y="64580"/>
                      <a:pt x="380592" y="63286"/>
                      <a:pt x="374835" y="61034"/>
                    </a:cubicBezTo>
                    <a:cubicBezTo>
                      <a:pt x="367782" y="58256"/>
                      <a:pt x="359914" y="58256"/>
                      <a:pt x="352862" y="61034"/>
                    </a:cubicBezTo>
                    <a:cubicBezTo>
                      <a:pt x="347153" y="63286"/>
                      <a:pt x="340676" y="64580"/>
                      <a:pt x="333863" y="64580"/>
                    </a:cubicBezTo>
                    <a:cubicBezTo>
                      <a:pt x="327051" y="64580"/>
                      <a:pt x="320574" y="63286"/>
                      <a:pt x="314817" y="61034"/>
                    </a:cubicBezTo>
                    <a:cubicBezTo>
                      <a:pt x="307813" y="58256"/>
                      <a:pt x="299897" y="58256"/>
                      <a:pt x="292844" y="61034"/>
                    </a:cubicBezTo>
                    <a:cubicBezTo>
                      <a:pt x="287135" y="63286"/>
                      <a:pt x="280658" y="64580"/>
                      <a:pt x="273846" y="64580"/>
                    </a:cubicBezTo>
                    <a:cubicBezTo>
                      <a:pt x="267033" y="64580"/>
                      <a:pt x="260556" y="63286"/>
                      <a:pt x="254799" y="61034"/>
                    </a:cubicBezTo>
                    <a:cubicBezTo>
                      <a:pt x="247795" y="58256"/>
                      <a:pt x="239879" y="58256"/>
                      <a:pt x="232874" y="61034"/>
                    </a:cubicBezTo>
                    <a:cubicBezTo>
                      <a:pt x="227117" y="63286"/>
                      <a:pt x="220641" y="64580"/>
                      <a:pt x="213828" y="64580"/>
                    </a:cubicBezTo>
                    <a:cubicBezTo>
                      <a:pt x="197996" y="64580"/>
                      <a:pt x="183987" y="57633"/>
                      <a:pt x="176935" y="47620"/>
                    </a:cubicBezTo>
                    <a:close/>
                    <a:moveTo>
                      <a:pt x="178902" y="0"/>
                    </a:moveTo>
                    <a:lnTo>
                      <a:pt x="428807" y="0"/>
                    </a:lnTo>
                    <a:cubicBezTo>
                      <a:pt x="447518" y="0"/>
                      <a:pt x="462726" y="15187"/>
                      <a:pt x="462726" y="33871"/>
                    </a:cubicBezTo>
                    <a:lnTo>
                      <a:pt x="462726" y="89875"/>
                    </a:lnTo>
                    <a:lnTo>
                      <a:pt x="462726" y="97876"/>
                    </a:lnTo>
                    <a:lnTo>
                      <a:pt x="462726" y="105876"/>
                    </a:lnTo>
                    <a:lnTo>
                      <a:pt x="587847" y="105876"/>
                    </a:lnTo>
                    <a:cubicBezTo>
                      <a:pt x="598786" y="105876"/>
                      <a:pt x="607709" y="114739"/>
                      <a:pt x="607709" y="125710"/>
                    </a:cubicBezTo>
                    <a:lnTo>
                      <a:pt x="607709" y="248738"/>
                    </a:lnTo>
                    <a:cubicBezTo>
                      <a:pt x="607709" y="258320"/>
                      <a:pt x="600848" y="266321"/>
                      <a:pt x="591781" y="268141"/>
                    </a:cubicBezTo>
                    <a:cubicBezTo>
                      <a:pt x="590534" y="268429"/>
                      <a:pt x="589190" y="268572"/>
                      <a:pt x="587847" y="268572"/>
                    </a:cubicBezTo>
                    <a:lnTo>
                      <a:pt x="496885" y="268572"/>
                    </a:lnTo>
                    <a:lnTo>
                      <a:pt x="496885" y="235564"/>
                    </a:lnTo>
                    <a:cubicBezTo>
                      <a:pt x="496885" y="226653"/>
                      <a:pt x="494006" y="218125"/>
                      <a:pt x="488681" y="211561"/>
                    </a:cubicBezTo>
                    <a:cubicBezTo>
                      <a:pt x="482684" y="204040"/>
                      <a:pt x="474049" y="199776"/>
                      <a:pt x="464933" y="199776"/>
                    </a:cubicBezTo>
                    <a:lnTo>
                      <a:pt x="427704" y="199776"/>
                    </a:lnTo>
                    <a:cubicBezTo>
                      <a:pt x="418637" y="199776"/>
                      <a:pt x="409953" y="204040"/>
                      <a:pt x="403956" y="211561"/>
                    </a:cubicBezTo>
                    <a:cubicBezTo>
                      <a:pt x="398679" y="218125"/>
                      <a:pt x="395752" y="226653"/>
                      <a:pt x="395752" y="235564"/>
                    </a:cubicBezTo>
                    <a:lnTo>
                      <a:pt x="395752" y="268572"/>
                    </a:lnTo>
                    <a:lnTo>
                      <a:pt x="211957" y="268572"/>
                    </a:lnTo>
                    <a:lnTo>
                      <a:pt x="211957" y="235564"/>
                    </a:lnTo>
                    <a:cubicBezTo>
                      <a:pt x="211957" y="226653"/>
                      <a:pt x="209030" y="218125"/>
                      <a:pt x="203753" y="211561"/>
                    </a:cubicBezTo>
                    <a:cubicBezTo>
                      <a:pt x="197708" y="204040"/>
                      <a:pt x="189073" y="199776"/>
                      <a:pt x="180005" y="199776"/>
                    </a:cubicBezTo>
                    <a:lnTo>
                      <a:pt x="142728" y="199776"/>
                    </a:lnTo>
                    <a:cubicBezTo>
                      <a:pt x="133661" y="199776"/>
                      <a:pt x="125025" y="204040"/>
                      <a:pt x="118980" y="211561"/>
                    </a:cubicBezTo>
                    <a:cubicBezTo>
                      <a:pt x="113703" y="218125"/>
                      <a:pt x="110776" y="226653"/>
                      <a:pt x="110776" y="235564"/>
                    </a:cubicBezTo>
                    <a:lnTo>
                      <a:pt x="110776" y="268572"/>
                    </a:lnTo>
                    <a:lnTo>
                      <a:pt x="19862" y="268572"/>
                    </a:lnTo>
                    <a:cubicBezTo>
                      <a:pt x="18519" y="268572"/>
                      <a:pt x="17175" y="268429"/>
                      <a:pt x="15880" y="268141"/>
                    </a:cubicBezTo>
                    <a:cubicBezTo>
                      <a:pt x="6813" y="266321"/>
                      <a:pt x="0" y="258320"/>
                      <a:pt x="0" y="248738"/>
                    </a:cubicBezTo>
                    <a:lnTo>
                      <a:pt x="0" y="125710"/>
                    </a:lnTo>
                    <a:cubicBezTo>
                      <a:pt x="0" y="114739"/>
                      <a:pt x="8876" y="105876"/>
                      <a:pt x="19862" y="105876"/>
                    </a:cubicBezTo>
                    <a:lnTo>
                      <a:pt x="144935" y="105876"/>
                    </a:lnTo>
                    <a:lnTo>
                      <a:pt x="144935" y="97876"/>
                    </a:lnTo>
                    <a:lnTo>
                      <a:pt x="144935" y="89875"/>
                    </a:lnTo>
                    <a:lnTo>
                      <a:pt x="144935" y="33871"/>
                    </a:lnTo>
                    <a:cubicBezTo>
                      <a:pt x="144935" y="15187"/>
                      <a:pt x="160191" y="0"/>
                      <a:pt x="178902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1" name="íṩḻiḋê"/>
            <p:cNvGrpSpPr/>
            <p:nvPr/>
          </p:nvGrpSpPr>
          <p:grpSpPr>
            <a:xfrm>
              <a:off x="673100" y="3586406"/>
              <a:ext cx="1012881" cy="1004192"/>
              <a:chOff x="673100" y="3586406"/>
              <a:chExt cx="1012881" cy="1004192"/>
            </a:xfrm>
          </p:grpSpPr>
          <p:sp>
            <p:nvSpPr>
              <p:cNvPr id="12" name="ïṧ1íḋe"/>
              <p:cNvSpPr/>
              <p:nvPr/>
            </p:nvSpPr>
            <p:spPr bwMode="auto">
              <a:xfrm>
                <a:off x="673100" y="3586406"/>
                <a:ext cx="1012881" cy="1004192"/>
              </a:xfrm>
              <a:custGeom>
                <a:avLst/>
                <a:gdLst>
                  <a:gd name="T0" fmla="*/ 190 w 197"/>
                  <a:gd name="T1" fmla="*/ 97 h 195"/>
                  <a:gd name="T2" fmla="*/ 197 w 197"/>
                  <a:gd name="T3" fmla="*/ 86 h 195"/>
                  <a:gd name="T4" fmla="*/ 193 w 197"/>
                  <a:gd name="T5" fmla="*/ 76 h 195"/>
                  <a:gd name="T6" fmla="*/ 188 w 197"/>
                  <a:gd name="T7" fmla="*/ 59 h 195"/>
                  <a:gd name="T8" fmla="*/ 183 w 197"/>
                  <a:gd name="T9" fmla="*/ 48 h 195"/>
                  <a:gd name="T10" fmla="*/ 167 w 197"/>
                  <a:gd name="T11" fmla="*/ 38 h 195"/>
                  <a:gd name="T12" fmla="*/ 166 w 197"/>
                  <a:gd name="T13" fmla="*/ 25 h 195"/>
                  <a:gd name="T14" fmla="*/ 158 w 197"/>
                  <a:gd name="T15" fmla="*/ 29 h 195"/>
                  <a:gd name="T16" fmla="*/ 147 w 197"/>
                  <a:gd name="T17" fmla="*/ 12 h 195"/>
                  <a:gd name="T18" fmla="*/ 137 w 197"/>
                  <a:gd name="T19" fmla="*/ 9 h 195"/>
                  <a:gd name="T20" fmla="*/ 120 w 197"/>
                  <a:gd name="T21" fmla="*/ 3 h 195"/>
                  <a:gd name="T22" fmla="*/ 110 w 197"/>
                  <a:gd name="T23" fmla="*/ 0 h 195"/>
                  <a:gd name="T24" fmla="*/ 99 w 197"/>
                  <a:gd name="T25" fmla="*/ 7 h 195"/>
                  <a:gd name="T26" fmla="*/ 88 w 197"/>
                  <a:gd name="T27" fmla="*/ 0 h 195"/>
                  <a:gd name="T28" fmla="*/ 77 w 197"/>
                  <a:gd name="T29" fmla="*/ 3 h 195"/>
                  <a:gd name="T30" fmla="*/ 61 w 197"/>
                  <a:gd name="T31" fmla="*/ 9 h 195"/>
                  <a:gd name="T32" fmla="*/ 50 w 197"/>
                  <a:gd name="T33" fmla="*/ 12 h 195"/>
                  <a:gd name="T34" fmla="*/ 40 w 197"/>
                  <a:gd name="T35" fmla="*/ 29 h 195"/>
                  <a:gd name="T36" fmla="*/ 32 w 197"/>
                  <a:gd name="T37" fmla="*/ 25 h 195"/>
                  <a:gd name="T38" fmla="*/ 30 w 197"/>
                  <a:gd name="T39" fmla="*/ 38 h 195"/>
                  <a:gd name="T40" fmla="*/ 15 w 197"/>
                  <a:gd name="T41" fmla="*/ 48 h 195"/>
                  <a:gd name="T42" fmla="*/ 10 w 197"/>
                  <a:gd name="T43" fmla="*/ 59 h 195"/>
                  <a:gd name="T44" fmla="*/ 4 w 197"/>
                  <a:gd name="T45" fmla="*/ 76 h 195"/>
                  <a:gd name="T46" fmla="*/ 0 w 197"/>
                  <a:gd name="T47" fmla="*/ 86 h 195"/>
                  <a:gd name="T48" fmla="*/ 8 w 197"/>
                  <a:gd name="T49" fmla="*/ 97 h 195"/>
                  <a:gd name="T50" fmla="*/ 0 w 197"/>
                  <a:gd name="T51" fmla="*/ 109 h 195"/>
                  <a:gd name="T52" fmla="*/ 4 w 197"/>
                  <a:gd name="T53" fmla="*/ 119 h 195"/>
                  <a:gd name="T54" fmla="*/ 10 w 197"/>
                  <a:gd name="T55" fmla="*/ 136 h 195"/>
                  <a:gd name="T56" fmla="*/ 15 w 197"/>
                  <a:gd name="T57" fmla="*/ 147 h 195"/>
                  <a:gd name="T58" fmla="*/ 30 w 197"/>
                  <a:gd name="T59" fmla="*/ 157 h 195"/>
                  <a:gd name="T60" fmla="*/ 32 w 197"/>
                  <a:gd name="T61" fmla="*/ 170 h 195"/>
                  <a:gd name="T62" fmla="*/ 40 w 197"/>
                  <a:gd name="T63" fmla="*/ 166 h 195"/>
                  <a:gd name="T64" fmla="*/ 50 w 197"/>
                  <a:gd name="T65" fmla="*/ 183 h 195"/>
                  <a:gd name="T66" fmla="*/ 61 w 197"/>
                  <a:gd name="T67" fmla="*/ 186 h 195"/>
                  <a:gd name="T68" fmla="*/ 77 w 197"/>
                  <a:gd name="T69" fmla="*/ 191 h 195"/>
                  <a:gd name="T70" fmla="*/ 88 w 197"/>
                  <a:gd name="T71" fmla="*/ 195 h 195"/>
                  <a:gd name="T72" fmla="*/ 99 w 197"/>
                  <a:gd name="T73" fmla="*/ 188 h 195"/>
                  <a:gd name="T74" fmla="*/ 110 w 197"/>
                  <a:gd name="T75" fmla="*/ 195 h 195"/>
                  <a:gd name="T76" fmla="*/ 120 w 197"/>
                  <a:gd name="T77" fmla="*/ 191 h 195"/>
                  <a:gd name="T78" fmla="*/ 137 w 197"/>
                  <a:gd name="T79" fmla="*/ 186 h 195"/>
                  <a:gd name="T80" fmla="*/ 147 w 197"/>
                  <a:gd name="T81" fmla="*/ 183 h 195"/>
                  <a:gd name="T82" fmla="*/ 158 w 197"/>
                  <a:gd name="T83" fmla="*/ 166 h 195"/>
                  <a:gd name="T84" fmla="*/ 166 w 197"/>
                  <a:gd name="T85" fmla="*/ 170 h 195"/>
                  <a:gd name="T86" fmla="*/ 167 w 197"/>
                  <a:gd name="T87" fmla="*/ 157 h 195"/>
                  <a:gd name="T88" fmla="*/ 183 w 197"/>
                  <a:gd name="T89" fmla="*/ 147 h 195"/>
                  <a:gd name="T90" fmla="*/ 188 w 197"/>
                  <a:gd name="T91" fmla="*/ 136 h 195"/>
                  <a:gd name="T92" fmla="*/ 193 w 197"/>
                  <a:gd name="T93" fmla="*/ 119 h 195"/>
                  <a:gd name="T94" fmla="*/ 197 w 197"/>
                  <a:gd name="T95" fmla="*/ 109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7" h="195">
                    <a:moveTo>
                      <a:pt x="195" y="106"/>
                    </a:moveTo>
                    <a:cubicBezTo>
                      <a:pt x="189" y="105"/>
                      <a:pt x="189" y="105"/>
                      <a:pt x="189" y="105"/>
                    </a:cubicBezTo>
                    <a:cubicBezTo>
                      <a:pt x="189" y="103"/>
                      <a:pt x="190" y="100"/>
                      <a:pt x="190" y="97"/>
                    </a:cubicBezTo>
                    <a:cubicBezTo>
                      <a:pt x="190" y="95"/>
                      <a:pt x="189" y="92"/>
                      <a:pt x="189" y="90"/>
                    </a:cubicBezTo>
                    <a:cubicBezTo>
                      <a:pt x="195" y="89"/>
                      <a:pt x="195" y="89"/>
                      <a:pt x="195" y="89"/>
                    </a:cubicBezTo>
                    <a:cubicBezTo>
                      <a:pt x="197" y="88"/>
                      <a:pt x="197" y="87"/>
                      <a:pt x="197" y="86"/>
                    </a:cubicBezTo>
                    <a:cubicBezTo>
                      <a:pt x="197" y="83"/>
                      <a:pt x="196" y="80"/>
                      <a:pt x="196" y="78"/>
                    </a:cubicBezTo>
                    <a:cubicBezTo>
                      <a:pt x="196" y="77"/>
                      <a:pt x="195" y="76"/>
                      <a:pt x="194" y="76"/>
                    </a:cubicBezTo>
                    <a:cubicBezTo>
                      <a:pt x="194" y="76"/>
                      <a:pt x="194" y="76"/>
                      <a:pt x="193" y="76"/>
                    </a:cubicBezTo>
                    <a:cubicBezTo>
                      <a:pt x="187" y="77"/>
                      <a:pt x="187" y="77"/>
                      <a:pt x="187" y="77"/>
                    </a:cubicBezTo>
                    <a:cubicBezTo>
                      <a:pt x="186" y="72"/>
                      <a:pt x="184" y="67"/>
                      <a:pt x="182" y="62"/>
                    </a:cubicBezTo>
                    <a:cubicBezTo>
                      <a:pt x="188" y="59"/>
                      <a:pt x="188" y="59"/>
                      <a:pt x="188" y="59"/>
                    </a:cubicBezTo>
                    <a:cubicBezTo>
                      <a:pt x="189" y="59"/>
                      <a:pt x="189" y="57"/>
                      <a:pt x="189" y="56"/>
                    </a:cubicBezTo>
                    <a:cubicBezTo>
                      <a:pt x="188" y="54"/>
                      <a:pt x="186" y="51"/>
                      <a:pt x="185" y="49"/>
                    </a:cubicBezTo>
                    <a:cubicBezTo>
                      <a:pt x="185" y="48"/>
                      <a:pt x="184" y="48"/>
                      <a:pt x="183" y="48"/>
                    </a:cubicBezTo>
                    <a:cubicBezTo>
                      <a:pt x="183" y="48"/>
                      <a:pt x="182" y="48"/>
                      <a:pt x="182" y="48"/>
                    </a:cubicBezTo>
                    <a:cubicBezTo>
                      <a:pt x="176" y="50"/>
                      <a:pt x="176" y="50"/>
                      <a:pt x="176" y="50"/>
                    </a:cubicBezTo>
                    <a:cubicBezTo>
                      <a:pt x="174" y="46"/>
                      <a:pt x="171" y="42"/>
                      <a:pt x="167" y="38"/>
                    </a:cubicBezTo>
                    <a:cubicBezTo>
                      <a:pt x="172" y="34"/>
                      <a:pt x="172" y="34"/>
                      <a:pt x="172" y="34"/>
                    </a:cubicBezTo>
                    <a:cubicBezTo>
                      <a:pt x="172" y="33"/>
                      <a:pt x="172" y="31"/>
                      <a:pt x="172" y="31"/>
                    </a:cubicBezTo>
                    <a:cubicBezTo>
                      <a:pt x="170" y="28"/>
                      <a:pt x="168" y="26"/>
                      <a:pt x="166" y="25"/>
                    </a:cubicBezTo>
                    <a:cubicBezTo>
                      <a:pt x="165" y="24"/>
                      <a:pt x="165" y="24"/>
                      <a:pt x="164" y="24"/>
                    </a:cubicBezTo>
                    <a:cubicBezTo>
                      <a:pt x="163" y="24"/>
                      <a:pt x="163" y="24"/>
                      <a:pt x="162" y="25"/>
                    </a:cubicBezTo>
                    <a:cubicBezTo>
                      <a:pt x="158" y="29"/>
                      <a:pt x="158" y="29"/>
                      <a:pt x="158" y="29"/>
                    </a:cubicBezTo>
                    <a:cubicBezTo>
                      <a:pt x="154" y="26"/>
                      <a:pt x="150" y="23"/>
                      <a:pt x="146" y="20"/>
                    </a:cubicBezTo>
                    <a:cubicBezTo>
                      <a:pt x="148" y="14"/>
                      <a:pt x="148" y="14"/>
                      <a:pt x="148" y="14"/>
                    </a:cubicBezTo>
                    <a:cubicBezTo>
                      <a:pt x="149" y="13"/>
                      <a:pt x="148" y="12"/>
                      <a:pt x="147" y="12"/>
                    </a:cubicBezTo>
                    <a:cubicBezTo>
                      <a:pt x="145" y="10"/>
                      <a:pt x="142" y="9"/>
                      <a:pt x="140" y="8"/>
                    </a:cubicBezTo>
                    <a:cubicBezTo>
                      <a:pt x="139" y="8"/>
                      <a:pt x="139" y="7"/>
                      <a:pt x="139" y="7"/>
                    </a:cubicBezTo>
                    <a:cubicBezTo>
                      <a:pt x="138" y="7"/>
                      <a:pt x="137" y="8"/>
                      <a:pt x="137" y="9"/>
                    </a:cubicBezTo>
                    <a:cubicBezTo>
                      <a:pt x="134" y="14"/>
                      <a:pt x="134" y="14"/>
                      <a:pt x="134" y="14"/>
                    </a:cubicBezTo>
                    <a:cubicBezTo>
                      <a:pt x="129" y="12"/>
                      <a:pt x="124" y="11"/>
                      <a:pt x="119" y="10"/>
                    </a:cubicBezTo>
                    <a:cubicBezTo>
                      <a:pt x="120" y="3"/>
                      <a:pt x="120" y="3"/>
                      <a:pt x="120" y="3"/>
                    </a:cubicBezTo>
                    <a:cubicBezTo>
                      <a:pt x="120" y="2"/>
                      <a:pt x="120" y="1"/>
                      <a:pt x="118" y="1"/>
                    </a:cubicBezTo>
                    <a:cubicBezTo>
                      <a:pt x="116" y="0"/>
                      <a:pt x="113" y="0"/>
                      <a:pt x="110" y="0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9" y="0"/>
                      <a:pt x="108" y="0"/>
                      <a:pt x="107" y="1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104" y="7"/>
                      <a:pt x="101" y="7"/>
                      <a:pt x="99" y="7"/>
                    </a:cubicBezTo>
                    <a:cubicBezTo>
                      <a:pt x="96" y="7"/>
                      <a:pt x="94" y="7"/>
                      <a:pt x="91" y="7"/>
                    </a:cubicBezTo>
                    <a:cubicBezTo>
                      <a:pt x="90" y="1"/>
                      <a:pt x="90" y="1"/>
                      <a:pt x="90" y="1"/>
                    </a:cubicBezTo>
                    <a:cubicBezTo>
                      <a:pt x="90" y="0"/>
                      <a:pt x="89" y="0"/>
                      <a:pt x="88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5" y="0"/>
                      <a:pt x="82" y="0"/>
                      <a:pt x="79" y="1"/>
                    </a:cubicBezTo>
                    <a:cubicBezTo>
                      <a:pt x="78" y="1"/>
                      <a:pt x="77" y="2"/>
                      <a:pt x="77" y="3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3" y="11"/>
                      <a:pt x="68" y="12"/>
                      <a:pt x="64" y="14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0" y="8"/>
                      <a:pt x="60" y="7"/>
                      <a:pt x="59" y="7"/>
                    </a:cubicBezTo>
                    <a:cubicBezTo>
                      <a:pt x="58" y="7"/>
                      <a:pt x="58" y="8"/>
                      <a:pt x="58" y="8"/>
                    </a:cubicBezTo>
                    <a:cubicBezTo>
                      <a:pt x="55" y="9"/>
                      <a:pt x="53" y="10"/>
                      <a:pt x="50" y="12"/>
                    </a:cubicBezTo>
                    <a:cubicBezTo>
                      <a:pt x="49" y="12"/>
                      <a:pt x="49" y="13"/>
                      <a:pt x="49" y="14"/>
                    </a:cubicBezTo>
                    <a:cubicBezTo>
                      <a:pt x="52" y="20"/>
                      <a:pt x="52" y="20"/>
                      <a:pt x="52" y="20"/>
                    </a:cubicBezTo>
                    <a:cubicBezTo>
                      <a:pt x="48" y="23"/>
                      <a:pt x="44" y="26"/>
                      <a:pt x="40" y="29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5" y="24"/>
                      <a:pt x="34" y="24"/>
                      <a:pt x="34" y="24"/>
                    </a:cubicBezTo>
                    <a:cubicBezTo>
                      <a:pt x="33" y="24"/>
                      <a:pt x="32" y="24"/>
                      <a:pt x="32" y="25"/>
                    </a:cubicBezTo>
                    <a:cubicBezTo>
                      <a:pt x="30" y="26"/>
                      <a:pt x="28" y="28"/>
                      <a:pt x="26" y="31"/>
                    </a:cubicBezTo>
                    <a:cubicBezTo>
                      <a:pt x="25" y="31"/>
                      <a:pt x="25" y="33"/>
                      <a:pt x="26" y="34"/>
                    </a:cubicBezTo>
                    <a:cubicBezTo>
                      <a:pt x="30" y="38"/>
                      <a:pt x="30" y="38"/>
                      <a:pt x="30" y="38"/>
                    </a:cubicBezTo>
                    <a:cubicBezTo>
                      <a:pt x="27" y="42"/>
                      <a:pt x="24" y="46"/>
                      <a:pt x="21" y="50"/>
                    </a:cubicBezTo>
                    <a:cubicBezTo>
                      <a:pt x="16" y="48"/>
                      <a:pt x="16" y="48"/>
                      <a:pt x="16" y="48"/>
                    </a:cubicBezTo>
                    <a:cubicBezTo>
                      <a:pt x="15" y="48"/>
                      <a:pt x="15" y="48"/>
                      <a:pt x="15" y="48"/>
                    </a:cubicBezTo>
                    <a:cubicBezTo>
                      <a:pt x="14" y="48"/>
                      <a:pt x="13" y="48"/>
                      <a:pt x="13" y="49"/>
                    </a:cubicBezTo>
                    <a:cubicBezTo>
                      <a:pt x="11" y="51"/>
                      <a:pt x="10" y="54"/>
                      <a:pt x="9" y="56"/>
                    </a:cubicBezTo>
                    <a:cubicBezTo>
                      <a:pt x="8" y="57"/>
                      <a:pt x="9" y="59"/>
                      <a:pt x="10" y="59"/>
                    </a:cubicBezTo>
                    <a:cubicBezTo>
                      <a:pt x="15" y="62"/>
                      <a:pt x="15" y="62"/>
                      <a:pt x="15" y="62"/>
                    </a:cubicBezTo>
                    <a:cubicBezTo>
                      <a:pt x="13" y="67"/>
                      <a:pt x="12" y="72"/>
                      <a:pt x="10" y="77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4" y="76"/>
                      <a:pt x="4" y="76"/>
                      <a:pt x="4" y="76"/>
                    </a:cubicBezTo>
                    <a:cubicBezTo>
                      <a:pt x="3" y="76"/>
                      <a:pt x="2" y="77"/>
                      <a:pt x="2" y="78"/>
                    </a:cubicBezTo>
                    <a:cubicBezTo>
                      <a:pt x="1" y="80"/>
                      <a:pt x="1" y="83"/>
                      <a:pt x="0" y="86"/>
                    </a:cubicBezTo>
                    <a:cubicBezTo>
                      <a:pt x="0" y="87"/>
                      <a:pt x="1" y="88"/>
                      <a:pt x="2" y="89"/>
                    </a:cubicBezTo>
                    <a:cubicBezTo>
                      <a:pt x="8" y="90"/>
                      <a:pt x="8" y="90"/>
                      <a:pt x="8" y="90"/>
                    </a:cubicBezTo>
                    <a:cubicBezTo>
                      <a:pt x="8" y="92"/>
                      <a:pt x="8" y="95"/>
                      <a:pt x="8" y="97"/>
                    </a:cubicBezTo>
                    <a:cubicBezTo>
                      <a:pt x="8" y="100"/>
                      <a:pt x="8" y="103"/>
                      <a:pt x="8" y="105"/>
                    </a:cubicBezTo>
                    <a:cubicBezTo>
                      <a:pt x="2" y="106"/>
                      <a:pt x="2" y="106"/>
                      <a:pt x="2" y="106"/>
                    </a:cubicBezTo>
                    <a:cubicBezTo>
                      <a:pt x="1" y="106"/>
                      <a:pt x="0" y="107"/>
                      <a:pt x="0" y="109"/>
                    </a:cubicBezTo>
                    <a:cubicBezTo>
                      <a:pt x="1" y="112"/>
                      <a:pt x="1" y="114"/>
                      <a:pt x="2" y="117"/>
                    </a:cubicBezTo>
                    <a:cubicBezTo>
                      <a:pt x="2" y="118"/>
                      <a:pt x="3" y="119"/>
                      <a:pt x="4" y="119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10" y="118"/>
                      <a:pt x="10" y="118"/>
                      <a:pt x="10" y="118"/>
                    </a:cubicBezTo>
                    <a:cubicBezTo>
                      <a:pt x="12" y="123"/>
                      <a:pt x="13" y="128"/>
                      <a:pt x="15" y="133"/>
                    </a:cubicBezTo>
                    <a:cubicBezTo>
                      <a:pt x="10" y="136"/>
                      <a:pt x="10" y="136"/>
                      <a:pt x="10" y="136"/>
                    </a:cubicBezTo>
                    <a:cubicBezTo>
                      <a:pt x="9" y="136"/>
                      <a:pt x="8" y="137"/>
                      <a:pt x="9" y="139"/>
                    </a:cubicBezTo>
                    <a:cubicBezTo>
                      <a:pt x="10" y="141"/>
                      <a:pt x="11" y="144"/>
                      <a:pt x="13" y="146"/>
                    </a:cubicBezTo>
                    <a:cubicBezTo>
                      <a:pt x="13" y="147"/>
                      <a:pt x="14" y="147"/>
                      <a:pt x="15" y="147"/>
                    </a:cubicBezTo>
                    <a:cubicBezTo>
                      <a:pt x="15" y="147"/>
                      <a:pt x="15" y="147"/>
                      <a:pt x="16" y="147"/>
                    </a:cubicBezTo>
                    <a:cubicBezTo>
                      <a:pt x="21" y="144"/>
                      <a:pt x="21" y="144"/>
                      <a:pt x="21" y="144"/>
                    </a:cubicBezTo>
                    <a:cubicBezTo>
                      <a:pt x="24" y="149"/>
                      <a:pt x="27" y="153"/>
                      <a:pt x="30" y="157"/>
                    </a:cubicBezTo>
                    <a:cubicBezTo>
                      <a:pt x="26" y="161"/>
                      <a:pt x="26" y="161"/>
                      <a:pt x="26" y="161"/>
                    </a:cubicBezTo>
                    <a:cubicBezTo>
                      <a:pt x="25" y="162"/>
                      <a:pt x="25" y="163"/>
                      <a:pt x="26" y="164"/>
                    </a:cubicBezTo>
                    <a:cubicBezTo>
                      <a:pt x="28" y="166"/>
                      <a:pt x="30" y="168"/>
                      <a:pt x="32" y="170"/>
                    </a:cubicBezTo>
                    <a:cubicBezTo>
                      <a:pt x="32" y="171"/>
                      <a:pt x="33" y="171"/>
                      <a:pt x="34" y="171"/>
                    </a:cubicBezTo>
                    <a:cubicBezTo>
                      <a:pt x="34" y="171"/>
                      <a:pt x="35" y="171"/>
                      <a:pt x="35" y="170"/>
                    </a:cubicBezTo>
                    <a:cubicBezTo>
                      <a:pt x="40" y="166"/>
                      <a:pt x="40" y="166"/>
                      <a:pt x="40" y="166"/>
                    </a:cubicBezTo>
                    <a:cubicBezTo>
                      <a:pt x="44" y="169"/>
                      <a:pt x="48" y="172"/>
                      <a:pt x="52" y="175"/>
                    </a:cubicBezTo>
                    <a:cubicBezTo>
                      <a:pt x="49" y="180"/>
                      <a:pt x="49" y="180"/>
                      <a:pt x="49" y="180"/>
                    </a:cubicBezTo>
                    <a:cubicBezTo>
                      <a:pt x="49" y="181"/>
                      <a:pt x="49" y="183"/>
                      <a:pt x="50" y="183"/>
                    </a:cubicBezTo>
                    <a:cubicBezTo>
                      <a:pt x="53" y="185"/>
                      <a:pt x="55" y="186"/>
                      <a:pt x="58" y="187"/>
                    </a:cubicBezTo>
                    <a:cubicBezTo>
                      <a:pt x="58" y="187"/>
                      <a:pt x="58" y="187"/>
                      <a:pt x="59" y="187"/>
                    </a:cubicBezTo>
                    <a:cubicBezTo>
                      <a:pt x="60" y="187"/>
                      <a:pt x="60" y="187"/>
                      <a:pt x="61" y="186"/>
                    </a:cubicBezTo>
                    <a:cubicBezTo>
                      <a:pt x="64" y="181"/>
                      <a:pt x="64" y="181"/>
                      <a:pt x="64" y="181"/>
                    </a:cubicBezTo>
                    <a:cubicBezTo>
                      <a:pt x="68" y="183"/>
                      <a:pt x="73" y="184"/>
                      <a:pt x="78" y="185"/>
                    </a:cubicBezTo>
                    <a:cubicBezTo>
                      <a:pt x="77" y="191"/>
                      <a:pt x="77" y="191"/>
                      <a:pt x="77" y="191"/>
                    </a:cubicBezTo>
                    <a:cubicBezTo>
                      <a:pt x="77" y="193"/>
                      <a:pt x="78" y="194"/>
                      <a:pt x="79" y="194"/>
                    </a:cubicBezTo>
                    <a:cubicBezTo>
                      <a:pt x="82" y="194"/>
                      <a:pt x="85" y="195"/>
                      <a:pt x="88" y="195"/>
                    </a:cubicBezTo>
                    <a:cubicBezTo>
                      <a:pt x="88" y="195"/>
                      <a:pt x="88" y="195"/>
                      <a:pt x="88" y="195"/>
                    </a:cubicBezTo>
                    <a:cubicBezTo>
                      <a:pt x="89" y="195"/>
                      <a:pt x="90" y="195"/>
                      <a:pt x="90" y="193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4" y="187"/>
                      <a:pt x="96" y="188"/>
                      <a:pt x="99" y="188"/>
                    </a:cubicBezTo>
                    <a:cubicBezTo>
                      <a:pt x="101" y="188"/>
                      <a:pt x="104" y="187"/>
                      <a:pt x="106" y="187"/>
                    </a:cubicBezTo>
                    <a:cubicBezTo>
                      <a:pt x="107" y="193"/>
                      <a:pt x="107" y="193"/>
                      <a:pt x="107" y="193"/>
                    </a:cubicBezTo>
                    <a:cubicBezTo>
                      <a:pt x="108" y="195"/>
                      <a:pt x="109" y="195"/>
                      <a:pt x="110" y="195"/>
                    </a:cubicBezTo>
                    <a:cubicBezTo>
                      <a:pt x="110" y="195"/>
                      <a:pt x="110" y="195"/>
                      <a:pt x="110" y="195"/>
                    </a:cubicBezTo>
                    <a:cubicBezTo>
                      <a:pt x="113" y="195"/>
                      <a:pt x="116" y="194"/>
                      <a:pt x="118" y="194"/>
                    </a:cubicBezTo>
                    <a:cubicBezTo>
                      <a:pt x="120" y="194"/>
                      <a:pt x="120" y="193"/>
                      <a:pt x="120" y="191"/>
                    </a:cubicBezTo>
                    <a:cubicBezTo>
                      <a:pt x="119" y="185"/>
                      <a:pt x="119" y="185"/>
                      <a:pt x="119" y="185"/>
                    </a:cubicBezTo>
                    <a:cubicBezTo>
                      <a:pt x="124" y="184"/>
                      <a:pt x="129" y="183"/>
                      <a:pt x="134" y="181"/>
                    </a:cubicBezTo>
                    <a:cubicBezTo>
                      <a:pt x="137" y="186"/>
                      <a:pt x="137" y="186"/>
                      <a:pt x="137" y="186"/>
                    </a:cubicBezTo>
                    <a:cubicBezTo>
                      <a:pt x="137" y="187"/>
                      <a:pt x="138" y="187"/>
                      <a:pt x="139" y="187"/>
                    </a:cubicBezTo>
                    <a:cubicBezTo>
                      <a:pt x="139" y="187"/>
                      <a:pt x="139" y="187"/>
                      <a:pt x="140" y="187"/>
                    </a:cubicBezTo>
                    <a:cubicBezTo>
                      <a:pt x="142" y="186"/>
                      <a:pt x="145" y="185"/>
                      <a:pt x="147" y="183"/>
                    </a:cubicBezTo>
                    <a:cubicBezTo>
                      <a:pt x="148" y="183"/>
                      <a:pt x="149" y="181"/>
                      <a:pt x="148" y="180"/>
                    </a:cubicBezTo>
                    <a:cubicBezTo>
                      <a:pt x="146" y="175"/>
                      <a:pt x="146" y="175"/>
                      <a:pt x="146" y="175"/>
                    </a:cubicBezTo>
                    <a:cubicBezTo>
                      <a:pt x="150" y="172"/>
                      <a:pt x="154" y="169"/>
                      <a:pt x="158" y="166"/>
                    </a:cubicBezTo>
                    <a:cubicBezTo>
                      <a:pt x="162" y="170"/>
                      <a:pt x="162" y="170"/>
                      <a:pt x="162" y="170"/>
                    </a:cubicBezTo>
                    <a:cubicBezTo>
                      <a:pt x="163" y="171"/>
                      <a:pt x="163" y="171"/>
                      <a:pt x="164" y="171"/>
                    </a:cubicBezTo>
                    <a:cubicBezTo>
                      <a:pt x="165" y="171"/>
                      <a:pt x="165" y="171"/>
                      <a:pt x="166" y="170"/>
                    </a:cubicBezTo>
                    <a:cubicBezTo>
                      <a:pt x="168" y="168"/>
                      <a:pt x="170" y="166"/>
                      <a:pt x="172" y="164"/>
                    </a:cubicBezTo>
                    <a:cubicBezTo>
                      <a:pt x="172" y="163"/>
                      <a:pt x="172" y="162"/>
                      <a:pt x="172" y="161"/>
                    </a:cubicBezTo>
                    <a:cubicBezTo>
                      <a:pt x="167" y="157"/>
                      <a:pt x="167" y="157"/>
                      <a:pt x="167" y="157"/>
                    </a:cubicBezTo>
                    <a:cubicBezTo>
                      <a:pt x="171" y="153"/>
                      <a:pt x="174" y="149"/>
                      <a:pt x="176" y="144"/>
                    </a:cubicBezTo>
                    <a:cubicBezTo>
                      <a:pt x="182" y="147"/>
                      <a:pt x="182" y="147"/>
                      <a:pt x="182" y="147"/>
                    </a:cubicBezTo>
                    <a:cubicBezTo>
                      <a:pt x="182" y="147"/>
                      <a:pt x="183" y="147"/>
                      <a:pt x="183" y="147"/>
                    </a:cubicBezTo>
                    <a:cubicBezTo>
                      <a:pt x="184" y="147"/>
                      <a:pt x="185" y="147"/>
                      <a:pt x="185" y="146"/>
                    </a:cubicBezTo>
                    <a:cubicBezTo>
                      <a:pt x="186" y="144"/>
                      <a:pt x="188" y="141"/>
                      <a:pt x="189" y="139"/>
                    </a:cubicBezTo>
                    <a:cubicBezTo>
                      <a:pt x="189" y="137"/>
                      <a:pt x="189" y="136"/>
                      <a:pt x="188" y="136"/>
                    </a:cubicBezTo>
                    <a:cubicBezTo>
                      <a:pt x="182" y="133"/>
                      <a:pt x="182" y="133"/>
                      <a:pt x="182" y="133"/>
                    </a:cubicBezTo>
                    <a:cubicBezTo>
                      <a:pt x="184" y="128"/>
                      <a:pt x="186" y="123"/>
                      <a:pt x="187" y="118"/>
                    </a:cubicBezTo>
                    <a:cubicBezTo>
                      <a:pt x="193" y="119"/>
                      <a:pt x="193" y="119"/>
                      <a:pt x="193" y="119"/>
                    </a:cubicBezTo>
                    <a:cubicBezTo>
                      <a:pt x="194" y="119"/>
                      <a:pt x="194" y="119"/>
                      <a:pt x="194" y="119"/>
                    </a:cubicBezTo>
                    <a:cubicBezTo>
                      <a:pt x="195" y="119"/>
                      <a:pt x="196" y="118"/>
                      <a:pt x="196" y="117"/>
                    </a:cubicBezTo>
                    <a:cubicBezTo>
                      <a:pt x="196" y="114"/>
                      <a:pt x="197" y="112"/>
                      <a:pt x="197" y="109"/>
                    </a:cubicBezTo>
                    <a:cubicBezTo>
                      <a:pt x="197" y="107"/>
                      <a:pt x="197" y="106"/>
                      <a:pt x="195" y="106"/>
                    </a:cubicBezTo>
                    <a:close/>
                  </a:path>
                </a:pathLst>
              </a:custGeom>
              <a:solidFill>
                <a:srgbClr val="0D6AB0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gradFill>
                    <a:gsLst>
                      <a:gs pos="0">
                        <a:schemeClr val="accent2"/>
                      </a:gs>
                      <a:gs pos="100000">
                        <a:schemeClr val="accent2">
                          <a:lumMod val="50000"/>
                        </a:schemeClr>
                      </a:gs>
                    </a:gsLst>
                    <a:lin ang="2700000" scaled="1"/>
                  </a:gradFill>
                </a:endParaRPr>
              </a:p>
            </p:txBody>
          </p:sp>
          <p:sp>
            <p:nvSpPr>
              <p:cNvPr id="13" name="í$ļîḍé"/>
              <p:cNvSpPr/>
              <p:nvPr/>
            </p:nvSpPr>
            <p:spPr>
              <a:xfrm>
                <a:off x="1012094" y="3891331"/>
                <a:ext cx="334892" cy="394342"/>
              </a:xfrm>
              <a:custGeom>
                <a:avLst/>
                <a:gdLst>
                  <a:gd name="T0" fmla="*/ 4275 w 5265"/>
                  <a:gd name="T1" fmla="*/ 4094 h 6209"/>
                  <a:gd name="T2" fmla="*/ 4349 w 5265"/>
                  <a:gd name="T3" fmla="*/ 3406 h 6209"/>
                  <a:gd name="T4" fmla="*/ 2632 w 5265"/>
                  <a:gd name="T5" fmla="*/ 0 h 6209"/>
                  <a:gd name="T6" fmla="*/ 916 w 5265"/>
                  <a:gd name="T7" fmla="*/ 3406 h 6209"/>
                  <a:gd name="T8" fmla="*/ 990 w 5265"/>
                  <a:gd name="T9" fmla="*/ 4094 h 6209"/>
                  <a:gd name="T10" fmla="*/ 0 w 5265"/>
                  <a:gd name="T11" fmla="*/ 5203 h 6209"/>
                  <a:gd name="T12" fmla="*/ 414 w 5265"/>
                  <a:gd name="T13" fmla="*/ 6166 h 6209"/>
                  <a:gd name="T14" fmla="*/ 1145 w 5265"/>
                  <a:gd name="T15" fmla="*/ 6166 h 6209"/>
                  <a:gd name="T16" fmla="*/ 1145 w 5265"/>
                  <a:gd name="T17" fmla="*/ 6150 h 6209"/>
                  <a:gd name="T18" fmla="*/ 1384 w 5265"/>
                  <a:gd name="T19" fmla="*/ 5169 h 6209"/>
                  <a:gd name="T20" fmla="*/ 2072 w 5265"/>
                  <a:gd name="T21" fmla="*/ 6209 h 6209"/>
                  <a:gd name="T22" fmla="*/ 3193 w 5265"/>
                  <a:gd name="T23" fmla="*/ 6209 h 6209"/>
                  <a:gd name="T24" fmla="*/ 3881 w 5265"/>
                  <a:gd name="T25" fmla="*/ 5169 h 6209"/>
                  <a:gd name="T26" fmla="*/ 4120 w 5265"/>
                  <a:gd name="T27" fmla="*/ 6150 h 6209"/>
                  <a:gd name="T28" fmla="*/ 4119 w 5265"/>
                  <a:gd name="T29" fmla="*/ 6166 h 6209"/>
                  <a:gd name="T30" fmla="*/ 4851 w 5265"/>
                  <a:gd name="T31" fmla="*/ 6166 h 6209"/>
                  <a:gd name="T32" fmla="*/ 5265 w 5265"/>
                  <a:gd name="T33" fmla="*/ 5203 h 6209"/>
                  <a:gd name="T34" fmla="*/ 4275 w 5265"/>
                  <a:gd name="T35" fmla="*/ 4094 h 6209"/>
                  <a:gd name="T36" fmla="*/ 2632 w 5265"/>
                  <a:gd name="T37" fmla="*/ 1651 h 6209"/>
                  <a:gd name="T38" fmla="*/ 3282 w 5265"/>
                  <a:gd name="T39" fmla="*/ 2300 h 6209"/>
                  <a:gd name="T40" fmla="*/ 2632 w 5265"/>
                  <a:gd name="T41" fmla="*/ 2950 h 6209"/>
                  <a:gd name="T42" fmla="*/ 1983 w 5265"/>
                  <a:gd name="T43" fmla="*/ 2300 h 6209"/>
                  <a:gd name="T44" fmla="*/ 2632 w 5265"/>
                  <a:gd name="T45" fmla="*/ 1651 h 6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265" h="6209">
                    <a:moveTo>
                      <a:pt x="4275" y="4094"/>
                    </a:moveTo>
                    <a:cubicBezTo>
                      <a:pt x="4322" y="3872"/>
                      <a:pt x="4349" y="3641"/>
                      <a:pt x="4349" y="3406"/>
                    </a:cubicBezTo>
                    <a:cubicBezTo>
                      <a:pt x="4349" y="1525"/>
                      <a:pt x="2632" y="0"/>
                      <a:pt x="2632" y="0"/>
                    </a:cubicBezTo>
                    <a:cubicBezTo>
                      <a:pt x="2632" y="0"/>
                      <a:pt x="916" y="1525"/>
                      <a:pt x="916" y="3406"/>
                    </a:cubicBezTo>
                    <a:cubicBezTo>
                      <a:pt x="916" y="3641"/>
                      <a:pt x="943" y="3872"/>
                      <a:pt x="990" y="4094"/>
                    </a:cubicBezTo>
                    <a:cubicBezTo>
                      <a:pt x="541" y="4332"/>
                      <a:pt x="187" y="4725"/>
                      <a:pt x="0" y="5203"/>
                    </a:cubicBezTo>
                    <a:lnTo>
                      <a:pt x="414" y="6166"/>
                    </a:lnTo>
                    <a:lnTo>
                      <a:pt x="1145" y="6166"/>
                    </a:lnTo>
                    <a:cubicBezTo>
                      <a:pt x="1145" y="6161"/>
                      <a:pt x="1145" y="6155"/>
                      <a:pt x="1145" y="6150"/>
                    </a:cubicBezTo>
                    <a:cubicBezTo>
                      <a:pt x="1145" y="5796"/>
                      <a:pt x="1231" y="5463"/>
                      <a:pt x="1384" y="5169"/>
                    </a:cubicBezTo>
                    <a:cubicBezTo>
                      <a:pt x="1596" y="5581"/>
                      <a:pt x="1850" y="5936"/>
                      <a:pt x="2072" y="6209"/>
                    </a:cubicBezTo>
                    <a:lnTo>
                      <a:pt x="3193" y="6209"/>
                    </a:lnTo>
                    <a:cubicBezTo>
                      <a:pt x="3415" y="5936"/>
                      <a:pt x="3668" y="5581"/>
                      <a:pt x="3881" y="5169"/>
                    </a:cubicBezTo>
                    <a:cubicBezTo>
                      <a:pt x="4033" y="5463"/>
                      <a:pt x="4120" y="5796"/>
                      <a:pt x="4120" y="6150"/>
                    </a:cubicBezTo>
                    <a:cubicBezTo>
                      <a:pt x="4120" y="6155"/>
                      <a:pt x="4119" y="6161"/>
                      <a:pt x="4119" y="6166"/>
                    </a:cubicBezTo>
                    <a:lnTo>
                      <a:pt x="4851" y="6166"/>
                    </a:lnTo>
                    <a:lnTo>
                      <a:pt x="5265" y="5203"/>
                    </a:lnTo>
                    <a:cubicBezTo>
                      <a:pt x="5078" y="4725"/>
                      <a:pt x="4724" y="4332"/>
                      <a:pt x="4275" y="4094"/>
                    </a:cubicBezTo>
                    <a:close/>
                    <a:moveTo>
                      <a:pt x="2632" y="1651"/>
                    </a:moveTo>
                    <a:cubicBezTo>
                      <a:pt x="2991" y="1651"/>
                      <a:pt x="3282" y="1942"/>
                      <a:pt x="3282" y="2300"/>
                    </a:cubicBezTo>
                    <a:cubicBezTo>
                      <a:pt x="3282" y="2659"/>
                      <a:pt x="2991" y="2950"/>
                      <a:pt x="2632" y="2950"/>
                    </a:cubicBezTo>
                    <a:cubicBezTo>
                      <a:pt x="2274" y="2950"/>
                      <a:pt x="1983" y="2659"/>
                      <a:pt x="1983" y="2300"/>
                    </a:cubicBezTo>
                    <a:cubicBezTo>
                      <a:pt x="1983" y="1942"/>
                      <a:pt x="2274" y="1651"/>
                      <a:pt x="2632" y="16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2" name="组合 21"/>
          <p:cNvGrpSpPr/>
          <p:nvPr/>
        </p:nvGrpSpPr>
        <p:grpSpPr>
          <a:xfrm>
            <a:off x="1482511" y="1738835"/>
            <a:ext cx="2457877" cy="942093"/>
            <a:chOff x="845174" y="5121881"/>
            <a:chExt cx="2457877" cy="942093"/>
          </a:xfrm>
        </p:grpSpPr>
        <p:sp>
          <p:nvSpPr>
            <p:cNvPr id="23" name="矩形 22"/>
            <p:cNvSpPr/>
            <p:nvPr/>
          </p:nvSpPr>
          <p:spPr bwMode="auto">
            <a:xfrm>
              <a:off x="845174" y="5460796"/>
              <a:ext cx="2457877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482511" y="5146267"/>
            <a:ext cx="2457877" cy="942093"/>
            <a:chOff x="845174" y="5121881"/>
            <a:chExt cx="2457877" cy="942093"/>
          </a:xfrm>
        </p:grpSpPr>
        <p:sp>
          <p:nvSpPr>
            <p:cNvPr id="26" name="矩形 25"/>
            <p:cNvSpPr/>
            <p:nvPr/>
          </p:nvSpPr>
          <p:spPr bwMode="auto">
            <a:xfrm>
              <a:off x="845174" y="5460796"/>
              <a:ext cx="2457877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867061" y="5146267"/>
            <a:ext cx="2457877" cy="942093"/>
            <a:chOff x="845174" y="5121881"/>
            <a:chExt cx="2457877" cy="942093"/>
          </a:xfrm>
        </p:grpSpPr>
        <p:sp>
          <p:nvSpPr>
            <p:cNvPr id="29" name="矩形 28"/>
            <p:cNvSpPr/>
            <p:nvPr/>
          </p:nvSpPr>
          <p:spPr bwMode="auto">
            <a:xfrm>
              <a:off x="845174" y="5460796"/>
              <a:ext cx="2457877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8251611" y="5146267"/>
            <a:ext cx="2457877" cy="942093"/>
            <a:chOff x="845174" y="5121881"/>
            <a:chExt cx="2457877" cy="942093"/>
          </a:xfrm>
        </p:grpSpPr>
        <p:sp>
          <p:nvSpPr>
            <p:cNvPr id="32" name="矩形 31"/>
            <p:cNvSpPr/>
            <p:nvPr/>
          </p:nvSpPr>
          <p:spPr bwMode="auto">
            <a:xfrm>
              <a:off x="845174" y="5460796"/>
              <a:ext cx="2457877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251611" y="1738835"/>
            <a:ext cx="2457877" cy="942093"/>
            <a:chOff x="845174" y="5121881"/>
            <a:chExt cx="2457877" cy="942093"/>
          </a:xfrm>
        </p:grpSpPr>
        <p:sp>
          <p:nvSpPr>
            <p:cNvPr id="35" name="矩形 34"/>
            <p:cNvSpPr/>
            <p:nvPr/>
          </p:nvSpPr>
          <p:spPr bwMode="auto">
            <a:xfrm>
              <a:off x="845174" y="5460796"/>
              <a:ext cx="2457877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bg1">
                      <a:lumMod val="65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LOREM IPSUM DOLOR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Click here to add your title</a:t>
            </a:r>
            <a:endParaRPr lang="en-US" altLang="zh-CN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02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内容占位符 1"/>
          <p:cNvSpPr>
            <a:spLocks noGrp="1"/>
          </p:cNvSpPr>
          <p:nvPr>
            <p:ph sz="quarter" idx="13"/>
          </p:nvPr>
        </p:nvSpPr>
        <p:spPr>
          <a:xfrm>
            <a:off x="838200" y="1343025"/>
            <a:ext cx="3424881" cy="4830763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sz="quarter" idx="14"/>
          </p:nvPr>
        </p:nvSpPr>
        <p:spPr>
          <a:xfrm>
            <a:off x="1676400" y="176213"/>
            <a:ext cx="8034338" cy="7842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MH_Other_1"/>
          <p:cNvSpPr/>
          <p:nvPr>
            <p:custDataLst>
              <p:tags r:id="rId1"/>
            </p:custDataLst>
          </p:nvPr>
        </p:nvSpPr>
        <p:spPr bwMode="gray">
          <a:xfrm>
            <a:off x="8412853" y="3092450"/>
            <a:ext cx="814387" cy="2324100"/>
          </a:xfrm>
          <a:custGeom>
            <a:avLst/>
            <a:gdLst>
              <a:gd name="T0" fmla="*/ 2147483647 w 919"/>
              <a:gd name="T1" fmla="*/ 2147483647 h 1497"/>
              <a:gd name="T2" fmla="*/ 2147483647 w 919"/>
              <a:gd name="T3" fmla="*/ 2147483647 h 1497"/>
              <a:gd name="T4" fmla="*/ 2147483647 w 919"/>
              <a:gd name="T5" fmla="*/ 2147483647 h 1497"/>
              <a:gd name="T6" fmla="*/ 2147483647 w 919"/>
              <a:gd name="T7" fmla="*/ 2147483647 h 1497"/>
              <a:gd name="T8" fmla="*/ 2147483647 w 919"/>
              <a:gd name="T9" fmla="*/ 2147483647 h 1497"/>
              <a:gd name="T10" fmla="*/ 2147483647 w 919"/>
              <a:gd name="T11" fmla="*/ 0 h 1497"/>
              <a:gd name="T12" fmla="*/ 2147483647 w 919"/>
              <a:gd name="T13" fmla="*/ 2147483647 h 1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9"/>
              <a:gd name="T22" fmla="*/ 0 h 1497"/>
              <a:gd name="T23" fmla="*/ 919 w 919"/>
              <a:gd name="T24" fmla="*/ 1497 h 1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9" h="1497">
                <a:moveTo>
                  <a:pt x="7" y="76"/>
                </a:moveTo>
                <a:cubicBezTo>
                  <a:pt x="7" y="76"/>
                  <a:pt x="7" y="752"/>
                  <a:pt x="7" y="1429"/>
                </a:cubicBezTo>
                <a:cubicBezTo>
                  <a:pt x="33" y="1477"/>
                  <a:pt x="289" y="1495"/>
                  <a:pt x="441" y="1497"/>
                </a:cubicBezTo>
                <a:cubicBezTo>
                  <a:pt x="593" y="1497"/>
                  <a:pt x="898" y="1486"/>
                  <a:pt x="919" y="1425"/>
                </a:cubicBezTo>
                <a:cubicBezTo>
                  <a:pt x="918" y="749"/>
                  <a:pt x="918" y="73"/>
                  <a:pt x="918" y="73"/>
                </a:cubicBezTo>
                <a:cubicBezTo>
                  <a:pt x="904" y="12"/>
                  <a:pt x="566" y="0"/>
                  <a:pt x="414" y="0"/>
                </a:cubicBezTo>
                <a:cubicBezTo>
                  <a:pt x="262" y="0"/>
                  <a:pt x="0" y="28"/>
                  <a:pt x="7" y="76"/>
                </a:cubicBezTo>
                <a:close/>
              </a:path>
            </a:pathLst>
          </a:custGeom>
          <a:gradFill rotWithShape="1">
            <a:gsLst>
              <a:gs pos="0">
                <a:srgbClr val="BABABA">
                  <a:alpha val="50000"/>
                </a:srgbClr>
              </a:gs>
              <a:gs pos="50000">
                <a:srgbClr val="FFFFFF">
                  <a:alpha val="50000"/>
                </a:srgbClr>
              </a:gs>
              <a:gs pos="100000">
                <a:srgbClr val="BABABA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MH_Other_2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8417615" y="3094039"/>
            <a:ext cx="809625" cy="223837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+mn-ea"/>
              <a:ea typeface="+mn-ea"/>
            </a:endParaRPr>
          </a:p>
        </p:txBody>
      </p:sp>
      <p:sp>
        <p:nvSpPr>
          <p:cNvPr id="6" name="MH_Text_3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8414440" y="3519488"/>
            <a:ext cx="809625" cy="1897062"/>
          </a:xfrm>
          <a:prstGeom prst="can">
            <a:avLst>
              <a:gd name="adj" fmla="val 30022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</a:rPr>
              <a:t>80%</a:t>
            </a: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7" name="MH_Other_3"/>
          <p:cNvSpPr/>
          <p:nvPr>
            <p:custDataLst>
              <p:tags r:id="rId4"/>
            </p:custDataLst>
          </p:nvPr>
        </p:nvSpPr>
        <p:spPr bwMode="gray">
          <a:xfrm>
            <a:off x="7373040" y="3246438"/>
            <a:ext cx="815975" cy="1998662"/>
          </a:xfrm>
          <a:custGeom>
            <a:avLst/>
            <a:gdLst>
              <a:gd name="T0" fmla="*/ 7 w 919"/>
              <a:gd name="T1" fmla="*/ 76 h 1497"/>
              <a:gd name="T2" fmla="*/ 7 w 919"/>
              <a:gd name="T3" fmla="*/ 1429 h 1497"/>
              <a:gd name="T4" fmla="*/ 441 w 919"/>
              <a:gd name="T5" fmla="*/ 1497 h 1497"/>
              <a:gd name="T6" fmla="*/ 919 w 919"/>
              <a:gd name="T7" fmla="*/ 1425 h 1497"/>
              <a:gd name="T8" fmla="*/ 918 w 919"/>
              <a:gd name="T9" fmla="*/ 73 h 1497"/>
              <a:gd name="T10" fmla="*/ 414 w 919"/>
              <a:gd name="T11" fmla="*/ 0 h 1497"/>
              <a:gd name="T12" fmla="*/ 7 w 919"/>
              <a:gd name="T13" fmla="*/ 76 h 1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9"/>
              <a:gd name="T22" fmla="*/ 0 h 1497"/>
              <a:gd name="T23" fmla="*/ 919 w 919"/>
              <a:gd name="T24" fmla="*/ 1497 h 1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9" h="1497">
                <a:moveTo>
                  <a:pt x="7" y="76"/>
                </a:moveTo>
                <a:cubicBezTo>
                  <a:pt x="7" y="76"/>
                  <a:pt x="7" y="752"/>
                  <a:pt x="7" y="1429"/>
                </a:cubicBezTo>
                <a:cubicBezTo>
                  <a:pt x="33" y="1477"/>
                  <a:pt x="289" y="1495"/>
                  <a:pt x="441" y="1497"/>
                </a:cubicBezTo>
                <a:cubicBezTo>
                  <a:pt x="593" y="1497"/>
                  <a:pt x="898" y="1486"/>
                  <a:pt x="919" y="1425"/>
                </a:cubicBezTo>
                <a:cubicBezTo>
                  <a:pt x="918" y="749"/>
                  <a:pt x="918" y="73"/>
                  <a:pt x="918" y="73"/>
                </a:cubicBezTo>
                <a:cubicBezTo>
                  <a:pt x="904" y="12"/>
                  <a:pt x="566" y="0"/>
                  <a:pt x="414" y="0"/>
                </a:cubicBezTo>
                <a:cubicBezTo>
                  <a:pt x="262" y="0"/>
                  <a:pt x="0" y="28"/>
                  <a:pt x="7" y="76"/>
                </a:cubicBezTo>
                <a:close/>
              </a:path>
            </a:pathLst>
          </a:custGeom>
          <a:gradFill rotWithShape="1">
            <a:gsLst>
              <a:gs pos="0">
                <a:srgbClr val="BABABA">
                  <a:alpha val="50000"/>
                </a:srgbClr>
              </a:gs>
              <a:gs pos="50000">
                <a:srgbClr val="FFFFFF">
                  <a:alpha val="50000"/>
                </a:srgbClr>
              </a:gs>
              <a:gs pos="100000">
                <a:srgbClr val="BABABA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solidFill>
                <a:srgbClr val="7D7D7D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MH_Other_4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7377802" y="3248025"/>
            <a:ext cx="811212" cy="192088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+mn-ea"/>
              <a:ea typeface="+mn-ea"/>
            </a:endParaRPr>
          </a:p>
        </p:txBody>
      </p:sp>
      <p:sp>
        <p:nvSpPr>
          <p:cNvPr id="9" name="MH_Text_2"/>
          <p:cNvSpPr>
            <a:spLocks noChangeArrowheads="1"/>
          </p:cNvSpPr>
          <p:nvPr>
            <p:custDataLst>
              <p:tags r:id="rId6"/>
            </p:custDataLst>
          </p:nvPr>
        </p:nvSpPr>
        <p:spPr bwMode="ltGray">
          <a:xfrm>
            <a:off x="7382565" y="3976689"/>
            <a:ext cx="809625" cy="1271587"/>
          </a:xfrm>
          <a:prstGeom prst="can">
            <a:avLst>
              <a:gd name="adj" fmla="val 26948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</a:rPr>
              <a:t>60%</a:t>
            </a: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10" name="MH_Other_5"/>
          <p:cNvSpPr/>
          <p:nvPr>
            <p:custDataLst>
              <p:tags r:id="rId7"/>
            </p:custDataLst>
          </p:nvPr>
        </p:nvSpPr>
        <p:spPr bwMode="gray">
          <a:xfrm>
            <a:off x="6361802" y="3355976"/>
            <a:ext cx="817562" cy="1692275"/>
          </a:xfrm>
          <a:custGeom>
            <a:avLst/>
            <a:gdLst>
              <a:gd name="T0" fmla="*/ 7 w 919"/>
              <a:gd name="T1" fmla="*/ 76 h 1497"/>
              <a:gd name="T2" fmla="*/ 7 w 919"/>
              <a:gd name="T3" fmla="*/ 1429 h 1497"/>
              <a:gd name="T4" fmla="*/ 441 w 919"/>
              <a:gd name="T5" fmla="*/ 1497 h 1497"/>
              <a:gd name="T6" fmla="*/ 919 w 919"/>
              <a:gd name="T7" fmla="*/ 1425 h 1497"/>
              <a:gd name="T8" fmla="*/ 918 w 919"/>
              <a:gd name="T9" fmla="*/ 73 h 1497"/>
              <a:gd name="T10" fmla="*/ 414 w 919"/>
              <a:gd name="T11" fmla="*/ 0 h 1497"/>
              <a:gd name="T12" fmla="*/ 7 w 919"/>
              <a:gd name="T13" fmla="*/ 76 h 1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9"/>
              <a:gd name="T22" fmla="*/ 0 h 1497"/>
              <a:gd name="T23" fmla="*/ 919 w 919"/>
              <a:gd name="T24" fmla="*/ 1497 h 1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9" h="1497">
                <a:moveTo>
                  <a:pt x="7" y="76"/>
                </a:moveTo>
                <a:cubicBezTo>
                  <a:pt x="7" y="76"/>
                  <a:pt x="7" y="752"/>
                  <a:pt x="7" y="1429"/>
                </a:cubicBezTo>
                <a:cubicBezTo>
                  <a:pt x="33" y="1477"/>
                  <a:pt x="289" y="1495"/>
                  <a:pt x="441" y="1497"/>
                </a:cubicBezTo>
                <a:cubicBezTo>
                  <a:pt x="593" y="1497"/>
                  <a:pt x="898" y="1486"/>
                  <a:pt x="919" y="1425"/>
                </a:cubicBezTo>
                <a:cubicBezTo>
                  <a:pt x="918" y="749"/>
                  <a:pt x="918" y="73"/>
                  <a:pt x="918" y="73"/>
                </a:cubicBezTo>
                <a:cubicBezTo>
                  <a:pt x="904" y="12"/>
                  <a:pt x="566" y="0"/>
                  <a:pt x="414" y="0"/>
                </a:cubicBezTo>
                <a:cubicBezTo>
                  <a:pt x="262" y="0"/>
                  <a:pt x="0" y="28"/>
                  <a:pt x="7" y="76"/>
                </a:cubicBezTo>
                <a:close/>
              </a:path>
            </a:pathLst>
          </a:custGeom>
          <a:gradFill rotWithShape="1">
            <a:gsLst>
              <a:gs pos="0">
                <a:srgbClr val="BABABA">
                  <a:alpha val="50000"/>
                </a:srgbClr>
              </a:gs>
              <a:gs pos="50000">
                <a:srgbClr val="FFFFFF">
                  <a:alpha val="50000"/>
                </a:srgbClr>
              </a:gs>
              <a:gs pos="100000">
                <a:srgbClr val="BABABA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MH_Other_6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6368152" y="3355976"/>
            <a:ext cx="811212" cy="163513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MH_Text_1"/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6369740" y="4403725"/>
            <a:ext cx="809625" cy="642938"/>
          </a:xfrm>
          <a:prstGeom prst="can">
            <a:avLst>
              <a:gd name="adj" fmla="val 30417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</a:rPr>
              <a:t>30%</a:t>
            </a: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13" name="MH_Other_7"/>
          <p:cNvSpPr/>
          <p:nvPr>
            <p:custDataLst>
              <p:tags r:id="rId10"/>
            </p:custDataLst>
          </p:nvPr>
        </p:nvSpPr>
        <p:spPr bwMode="gray">
          <a:xfrm>
            <a:off x="9455839" y="2932114"/>
            <a:ext cx="814388" cy="2649537"/>
          </a:xfrm>
          <a:custGeom>
            <a:avLst/>
            <a:gdLst>
              <a:gd name="T0" fmla="*/ 2147483647 w 919"/>
              <a:gd name="T1" fmla="*/ 2147483647 h 1497"/>
              <a:gd name="T2" fmla="*/ 2147483647 w 919"/>
              <a:gd name="T3" fmla="*/ 2147483647 h 1497"/>
              <a:gd name="T4" fmla="*/ 2147483647 w 919"/>
              <a:gd name="T5" fmla="*/ 2147483647 h 1497"/>
              <a:gd name="T6" fmla="*/ 2147483647 w 919"/>
              <a:gd name="T7" fmla="*/ 2147483647 h 1497"/>
              <a:gd name="T8" fmla="*/ 2147483647 w 919"/>
              <a:gd name="T9" fmla="*/ 2147483647 h 1497"/>
              <a:gd name="T10" fmla="*/ 2147483647 w 919"/>
              <a:gd name="T11" fmla="*/ 0 h 1497"/>
              <a:gd name="T12" fmla="*/ 2147483647 w 919"/>
              <a:gd name="T13" fmla="*/ 2147483647 h 1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9"/>
              <a:gd name="T22" fmla="*/ 0 h 1497"/>
              <a:gd name="T23" fmla="*/ 919 w 919"/>
              <a:gd name="T24" fmla="*/ 1497 h 1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9" h="1497">
                <a:moveTo>
                  <a:pt x="7" y="76"/>
                </a:moveTo>
                <a:cubicBezTo>
                  <a:pt x="7" y="76"/>
                  <a:pt x="7" y="752"/>
                  <a:pt x="7" y="1429"/>
                </a:cubicBezTo>
                <a:cubicBezTo>
                  <a:pt x="33" y="1477"/>
                  <a:pt x="289" y="1495"/>
                  <a:pt x="441" y="1497"/>
                </a:cubicBezTo>
                <a:cubicBezTo>
                  <a:pt x="593" y="1497"/>
                  <a:pt x="898" y="1486"/>
                  <a:pt x="919" y="1425"/>
                </a:cubicBezTo>
                <a:cubicBezTo>
                  <a:pt x="918" y="749"/>
                  <a:pt x="918" y="73"/>
                  <a:pt x="918" y="73"/>
                </a:cubicBezTo>
                <a:cubicBezTo>
                  <a:pt x="904" y="12"/>
                  <a:pt x="566" y="0"/>
                  <a:pt x="414" y="0"/>
                </a:cubicBezTo>
                <a:cubicBezTo>
                  <a:pt x="262" y="0"/>
                  <a:pt x="0" y="28"/>
                  <a:pt x="7" y="76"/>
                </a:cubicBezTo>
                <a:close/>
              </a:path>
            </a:pathLst>
          </a:custGeom>
          <a:gradFill rotWithShape="1">
            <a:gsLst>
              <a:gs pos="0">
                <a:srgbClr val="BABABA">
                  <a:alpha val="50000"/>
                </a:srgbClr>
              </a:gs>
              <a:gs pos="50000">
                <a:srgbClr val="FFFFFF">
                  <a:alpha val="50000"/>
                </a:srgbClr>
              </a:gs>
              <a:gs pos="100000">
                <a:srgbClr val="BABABA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MH_Text_4"/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9466953" y="3092450"/>
            <a:ext cx="808037" cy="2478088"/>
          </a:xfrm>
          <a:prstGeom prst="can">
            <a:avLst>
              <a:gd name="adj" fmla="val 26994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</a:rPr>
              <a:t>90%</a:t>
            </a: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15" name="MH_Other_8"/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9451078" y="2940050"/>
            <a:ext cx="809625" cy="223838"/>
          </a:xfrm>
          <a:prstGeom prst="ellipse">
            <a:avLst/>
          </a:pr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+mn-ea"/>
              <a:ea typeface="+mn-ea"/>
            </a:endParaRPr>
          </a:p>
        </p:txBody>
      </p:sp>
      <p:sp>
        <p:nvSpPr>
          <p:cNvPr id="16" name="MH_SubTitle_4"/>
          <p:cNvSpPr/>
          <p:nvPr>
            <p:custDataLst>
              <p:tags r:id="rId13"/>
            </p:custDataLst>
          </p:nvPr>
        </p:nvSpPr>
        <p:spPr bwMode="auto">
          <a:xfrm>
            <a:off x="7022203" y="1936750"/>
            <a:ext cx="2166937" cy="287338"/>
          </a:xfrm>
          <a:prstGeom prst="accentCallout2">
            <a:avLst>
              <a:gd name="adj1" fmla="val 34616"/>
              <a:gd name="adj2" fmla="val 103704"/>
              <a:gd name="adj3" fmla="val 33695"/>
              <a:gd name="adj4" fmla="val 129845"/>
              <a:gd name="adj5" fmla="val 343049"/>
              <a:gd name="adj6" fmla="val 130026"/>
            </a:avLst>
          </a:prstGeom>
          <a:noFill/>
          <a:ln w="9525">
            <a:solidFill>
              <a:srgbClr val="B2B2B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92500" lnSpcReduction="20000"/>
          </a:bodyPr>
          <a:lstStyle/>
          <a:p>
            <a:pPr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latin typeface="+mn-lt"/>
                <a:ea typeface="+mn-ea"/>
              </a:rPr>
              <a:t>Lorem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17" name="MH_SubTitle_3"/>
          <p:cNvSpPr/>
          <p:nvPr>
            <p:custDataLst>
              <p:tags r:id="rId14"/>
            </p:custDataLst>
          </p:nvPr>
        </p:nvSpPr>
        <p:spPr bwMode="auto">
          <a:xfrm>
            <a:off x="5782364" y="2268538"/>
            <a:ext cx="2179638" cy="271462"/>
          </a:xfrm>
          <a:prstGeom prst="accentCallout2">
            <a:avLst>
              <a:gd name="adj1" fmla="val 36736"/>
              <a:gd name="adj2" fmla="val 103685"/>
              <a:gd name="adj3" fmla="val 36736"/>
              <a:gd name="adj4" fmla="val 137975"/>
              <a:gd name="adj5" fmla="val 306467"/>
              <a:gd name="adj6" fmla="val 138261"/>
            </a:avLst>
          </a:prstGeom>
          <a:noFill/>
          <a:ln w="9525">
            <a:solidFill>
              <a:srgbClr val="B2B2B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85000" lnSpcReduction="20000"/>
          </a:bodyPr>
          <a:lstStyle/>
          <a:p>
            <a:pPr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latin typeface="+mn-lt"/>
                <a:ea typeface="+mn-ea"/>
              </a:rPr>
              <a:t>Lorem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18" name="MH_SubTitle_2"/>
          <p:cNvSpPr/>
          <p:nvPr>
            <p:custDataLst>
              <p:tags r:id="rId15"/>
            </p:custDataLst>
          </p:nvPr>
        </p:nvSpPr>
        <p:spPr bwMode="auto">
          <a:xfrm>
            <a:off x="4712389" y="2624139"/>
            <a:ext cx="2114550" cy="269875"/>
          </a:xfrm>
          <a:prstGeom prst="accentCallout2">
            <a:avLst>
              <a:gd name="adj1" fmla="val 36736"/>
              <a:gd name="adj2" fmla="val 103796"/>
              <a:gd name="adj3" fmla="val 36736"/>
              <a:gd name="adj4" fmla="val 146158"/>
              <a:gd name="adj5" fmla="val 264287"/>
              <a:gd name="adj6" fmla="val 145884"/>
            </a:avLst>
          </a:prstGeom>
          <a:noFill/>
          <a:ln w="9525">
            <a:solidFill>
              <a:srgbClr val="B2B2B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85000" lnSpcReduction="20000"/>
          </a:bodyPr>
          <a:lstStyle/>
          <a:p>
            <a:pPr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latin typeface="+mn-lt"/>
                <a:ea typeface="+mn-ea"/>
              </a:rPr>
              <a:t>Lorem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19" name="MH_SubTitle_1"/>
          <p:cNvSpPr/>
          <p:nvPr>
            <p:custDataLst>
              <p:tags r:id="rId16"/>
            </p:custDataLst>
          </p:nvPr>
        </p:nvSpPr>
        <p:spPr bwMode="auto">
          <a:xfrm>
            <a:off x="3517002" y="3044826"/>
            <a:ext cx="2114550" cy="271463"/>
          </a:xfrm>
          <a:prstGeom prst="accentCallout2">
            <a:avLst>
              <a:gd name="adj1" fmla="val 36736"/>
              <a:gd name="adj2" fmla="val 103796"/>
              <a:gd name="adj3" fmla="val 36735"/>
              <a:gd name="adj4" fmla="val 153573"/>
              <a:gd name="adj5" fmla="val 136222"/>
              <a:gd name="adj6" fmla="val 153481"/>
            </a:avLst>
          </a:prstGeom>
          <a:noFill/>
          <a:ln w="9525">
            <a:solidFill>
              <a:srgbClr val="B2B2B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85000" lnSpcReduction="20000"/>
          </a:bodyPr>
          <a:lstStyle/>
          <a:p>
            <a:pPr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dirty="0" err="1">
                <a:latin typeface="+mn-lt"/>
                <a:ea typeface="+mn-ea"/>
              </a:rPr>
              <a:t>Lorem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20" name="MH_Other_9"/>
          <p:cNvSpPr/>
          <p:nvPr>
            <p:custDataLst>
              <p:tags r:id="rId17"/>
            </p:custDataLst>
          </p:nvPr>
        </p:nvSpPr>
        <p:spPr bwMode="gray">
          <a:xfrm>
            <a:off x="10514703" y="2641601"/>
            <a:ext cx="814387" cy="3108325"/>
          </a:xfrm>
          <a:custGeom>
            <a:avLst/>
            <a:gdLst>
              <a:gd name="T0" fmla="*/ 2147483647 w 919"/>
              <a:gd name="T1" fmla="*/ 2147483647 h 1497"/>
              <a:gd name="T2" fmla="*/ 2147483647 w 919"/>
              <a:gd name="T3" fmla="*/ 2147483647 h 1497"/>
              <a:gd name="T4" fmla="*/ 2147483647 w 919"/>
              <a:gd name="T5" fmla="*/ 2147483647 h 1497"/>
              <a:gd name="T6" fmla="*/ 2147483647 w 919"/>
              <a:gd name="T7" fmla="*/ 2147483647 h 1497"/>
              <a:gd name="T8" fmla="*/ 2147483647 w 919"/>
              <a:gd name="T9" fmla="*/ 2147483647 h 1497"/>
              <a:gd name="T10" fmla="*/ 2147483647 w 919"/>
              <a:gd name="T11" fmla="*/ 0 h 1497"/>
              <a:gd name="T12" fmla="*/ 2147483647 w 919"/>
              <a:gd name="T13" fmla="*/ 2147483647 h 14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919"/>
              <a:gd name="T22" fmla="*/ 0 h 1497"/>
              <a:gd name="T23" fmla="*/ 919 w 919"/>
              <a:gd name="T24" fmla="*/ 1497 h 14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919" h="1497">
                <a:moveTo>
                  <a:pt x="7" y="76"/>
                </a:moveTo>
                <a:cubicBezTo>
                  <a:pt x="7" y="76"/>
                  <a:pt x="7" y="752"/>
                  <a:pt x="7" y="1429"/>
                </a:cubicBezTo>
                <a:cubicBezTo>
                  <a:pt x="33" y="1477"/>
                  <a:pt x="289" y="1495"/>
                  <a:pt x="441" y="1497"/>
                </a:cubicBezTo>
                <a:cubicBezTo>
                  <a:pt x="593" y="1497"/>
                  <a:pt x="898" y="1486"/>
                  <a:pt x="919" y="1425"/>
                </a:cubicBezTo>
                <a:cubicBezTo>
                  <a:pt x="918" y="749"/>
                  <a:pt x="918" y="73"/>
                  <a:pt x="918" y="73"/>
                </a:cubicBezTo>
                <a:cubicBezTo>
                  <a:pt x="904" y="12"/>
                  <a:pt x="566" y="0"/>
                  <a:pt x="414" y="0"/>
                </a:cubicBezTo>
                <a:cubicBezTo>
                  <a:pt x="262" y="0"/>
                  <a:pt x="0" y="28"/>
                  <a:pt x="7" y="76"/>
                </a:cubicBezTo>
                <a:close/>
              </a:path>
            </a:pathLst>
          </a:custGeom>
          <a:gradFill rotWithShape="1">
            <a:gsLst>
              <a:gs pos="0">
                <a:srgbClr val="BABABA">
                  <a:alpha val="50000"/>
                </a:srgbClr>
              </a:gs>
              <a:gs pos="50000">
                <a:srgbClr val="FFFFFF">
                  <a:alpha val="50000"/>
                </a:srgbClr>
              </a:gs>
              <a:gs pos="100000">
                <a:srgbClr val="BABABA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MH_Text_5"/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10525814" y="2641601"/>
            <a:ext cx="808038" cy="3097213"/>
          </a:xfrm>
          <a:prstGeom prst="can">
            <a:avLst>
              <a:gd name="adj" fmla="val 26994"/>
            </a:avLst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FFFFFF"/>
                </a:solidFill>
              </a:rPr>
              <a:t>100%</a:t>
            </a:r>
            <a:endParaRPr lang="zh-CN" altLang="en-US" sz="1400" dirty="0">
              <a:solidFill>
                <a:srgbClr val="FFFFFF"/>
              </a:solidFill>
            </a:endParaRPr>
          </a:p>
        </p:txBody>
      </p:sp>
      <p:sp>
        <p:nvSpPr>
          <p:cNvPr id="22" name="MH_SubTitle_5"/>
          <p:cNvSpPr/>
          <p:nvPr>
            <p:custDataLst>
              <p:tags r:id="rId19"/>
            </p:custDataLst>
          </p:nvPr>
        </p:nvSpPr>
        <p:spPr bwMode="auto">
          <a:xfrm>
            <a:off x="8139803" y="1604964"/>
            <a:ext cx="2166937" cy="287337"/>
          </a:xfrm>
          <a:prstGeom prst="accentCallout2">
            <a:avLst>
              <a:gd name="adj1" fmla="val 34616"/>
              <a:gd name="adj2" fmla="val 103704"/>
              <a:gd name="adj3" fmla="val 33787"/>
              <a:gd name="adj4" fmla="val 129137"/>
              <a:gd name="adj5" fmla="val 399037"/>
              <a:gd name="adj6" fmla="val 129245"/>
            </a:avLst>
          </a:prstGeom>
          <a:noFill/>
          <a:ln w="9525">
            <a:solidFill>
              <a:srgbClr val="B2B2B2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rmAutofit fontScale="92500" lnSpcReduction="20000"/>
          </a:bodyPr>
          <a:lstStyle/>
          <a:p>
            <a:pPr algn="r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>
                <a:latin typeface="+mn-lt"/>
                <a:ea typeface="+mn-ea"/>
              </a:rPr>
              <a:t>Lorem</a:t>
            </a:r>
            <a:endParaRPr lang="en-US" altLang="zh-CN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占位符 2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" r="3221"/>
          <a:stretch>
            <a:fillRect/>
          </a:stretch>
        </p:blipFill>
        <p:spPr>
          <a:xfrm>
            <a:off x="3740997" y="2113916"/>
            <a:ext cx="1815465" cy="1315085"/>
          </a:xfrm>
          <a:custGeom>
            <a:avLst/>
            <a:gdLst>
              <a:gd name="connsiteX0" fmla="*/ 0 w 1815465"/>
              <a:gd name="connsiteY0" fmla="*/ 0 h 1315085"/>
              <a:gd name="connsiteX1" fmla="*/ 1815465 w 1815465"/>
              <a:gd name="connsiteY1" fmla="*/ 0 h 1315085"/>
              <a:gd name="connsiteX2" fmla="*/ 1815465 w 1815465"/>
              <a:gd name="connsiteY2" fmla="*/ 1315085 h 1315085"/>
              <a:gd name="connsiteX3" fmla="*/ 0 w 1815465"/>
              <a:gd name="connsiteY3" fmla="*/ 1315085 h 1315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465" h="1315085">
                <a:moveTo>
                  <a:pt x="0" y="0"/>
                </a:moveTo>
                <a:lnTo>
                  <a:pt x="1815465" y="0"/>
                </a:lnTo>
                <a:lnTo>
                  <a:pt x="1815465" y="1315085"/>
                </a:lnTo>
                <a:lnTo>
                  <a:pt x="0" y="1315085"/>
                </a:lnTo>
                <a:close/>
              </a:path>
            </a:pathLst>
          </a:custGeom>
        </p:spPr>
      </p:pic>
      <p:sp>
        <p:nvSpPr>
          <p:cNvPr id="5" name="矩形 4"/>
          <p:cNvSpPr/>
          <p:nvPr/>
        </p:nvSpPr>
        <p:spPr>
          <a:xfrm>
            <a:off x="3740997" y="2113915"/>
            <a:ext cx="1815465" cy="1315085"/>
          </a:xfrm>
          <a:prstGeom prst="rect">
            <a:avLst/>
          </a:prstGeom>
          <a:gradFill>
            <a:gsLst>
              <a:gs pos="0">
                <a:schemeClr val="accent2">
                  <a:alpha val="91000"/>
                </a:schemeClr>
              </a:gs>
              <a:gs pos="100000">
                <a:schemeClr val="tx1">
                  <a:lumMod val="65000"/>
                  <a:lumOff val="35000"/>
                  <a:alpha val="8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6" name="图片占位符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45" r="6683"/>
          <a:stretch>
            <a:fillRect/>
          </a:stretch>
        </p:blipFill>
        <p:spPr>
          <a:xfrm>
            <a:off x="1091937" y="2113915"/>
            <a:ext cx="2474550" cy="3316364"/>
          </a:xfrm>
          <a:custGeom>
            <a:avLst/>
            <a:gdLst>
              <a:gd name="connsiteX0" fmla="*/ 0 w 2269388"/>
              <a:gd name="connsiteY0" fmla="*/ 0 h 3331210"/>
              <a:gd name="connsiteX1" fmla="*/ 2269388 w 2269388"/>
              <a:gd name="connsiteY1" fmla="*/ 0 h 3331210"/>
              <a:gd name="connsiteX2" fmla="*/ 2269388 w 2269388"/>
              <a:gd name="connsiteY2" fmla="*/ 3331210 h 3331210"/>
              <a:gd name="connsiteX3" fmla="*/ 0 w 2269388"/>
              <a:gd name="connsiteY3" fmla="*/ 3331210 h 3331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9388" h="3331210">
                <a:moveTo>
                  <a:pt x="0" y="0"/>
                </a:moveTo>
                <a:lnTo>
                  <a:pt x="2269388" y="0"/>
                </a:lnTo>
                <a:lnTo>
                  <a:pt x="2269388" y="3331210"/>
                </a:lnTo>
                <a:lnTo>
                  <a:pt x="0" y="3331210"/>
                </a:lnTo>
                <a:close/>
              </a:path>
            </a:pathLst>
          </a:custGeom>
        </p:spPr>
      </p:pic>
      <p:pic>
        <p:nvPicPr>
          <p:cNvPr id="7" name="图片占位符 2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4" r="17494"/>
          <a:stretch>
            <a:fillRect/>
          </a:stretch>
        </p:blipFill>
        <p:spPr>
          <a:xfrm>
            <a:off x="3740997" y="3581401"/>
            <a:ext cx="1815466" cy="1863724"/>
          </a:xfrm>
          <a:custGeom>
            <a:avLst/>
            <a:gdLst>
              <a:gd name="connsiteX0" fmla="*/ 0 w 1815465"/>
              <a:gd name="connsiteY0" fmla="*/ 0 h 1863725"/>
              <a:gd name="connsiteX1" fmla="*/ 1815465 w 1815465"/>
              <a:gd name="connsiteY1" fmla="*/ 0 h 1863725"/>
              <a:gd name="connsiteX2" fmla="*/ 1815465 w 1815465"/>
              <a:gd name="connsiteY2" fmla="*/ 1863725 h 1863725"/>
              <a:gd name="connsiteX3" fmla="*/ 0 w 1815465"/>
              <a:gd name="connsiteY3" fmla="*/ 1863725 h 186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465" h="1863725">
                <a:moveTo>
                  <a:pt x="0" y="0"/>
                </a:moveTo>
                <a:lnTo>
                  <a:pt x="1815465" y="0"/>
                </a:lnTo>
                <a:lnTo>
                  <a:pt x="1815465" y="1863725"/>
                </a:lnTo>
                <a:lnTo>
                  <a:pt x="0" y="1863725"/>
                </a:lnTo>
                <a:close/>
              </a:path>
            </a:pathLst>
          </a:custGeom>
        </p:spPr>
      </p:pic>
      <p:grpSp>
        <p:nvGrpSpPr>
          <p:cNvPr id="8" name="组合 7"/>
          <p:cNvGrpSpPr/>
          <p:nvPr/>
        </p:nvGrpSpPr>
        <p:grpSpPr>
          <a:xfrm>
            <a:off x="5936679" y="2113915"/>
            <a:ext cx="755770" cy="755770"/>
            <a:chOff x="5897880" y="411480"/>
            <a:chExt cx="1706880" cy="1706880"/>
          </a:xfrm>
        </p:grpSpPr>
        <p:sp>
          <p:nvSpPr>
            <p:cNvPr id="9" name="弧形 8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9993233"/>
                <a:gd name="adj2" fmla="val 19375616"/>
              </a:avLst>
            </a:prstGeom>
            <a:ln w="38100">
              <a:solidFill>
                <a:srgbClr val="EEEC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弧形 9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6200000"/>
                <a:gd name="adj2" fmla="val 8746437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936679" y="3394212"/>
            <a:ext cx="755770" cy="755770"/>
            <a:chOff x="5897880" y="411480"/>
            <a:chExt cx="1706880" cy="1706880"/>
          </a:xfrm>
        </p:grpSpPr>
        <p:sp>
          <p:nvSpPr>
            <p:cNvPr id="12" name="弧形 11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9993233"/>
                <a:gd name="adj2" fmla="val 19375616"/>
              </a:avLst>
            </a:prstGeom>
            <a:ln w="38100">
              <a:solidFill>
                <a:srgbClr val="EEEC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弧形 12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6200000"/>
                <a:gd name="adj2" fmla="val 4477498"/>
              </a:avLst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36679" y="4674509"/>
            <a:ext cx="755770" cy="755770"/>
            <a:chOff x="5897880" y="411480"/>
            <a:chExt cx="1706880" cy="1706880"/>
          </a:xfrm>
        </p:grpSpPr>
        <p:sp>
          <p:nvSpPr>
            <p:cNvPr id="15" name="弧形 14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9993233"/>
                <a:gd name="adj2" fmla="val 19375616"/>
              </a:avLst>
            </a:prstGeom>
            <a:ln w="38100">
              <a:solidFill>
                <a:srgbClr val="EEECF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弧形 15"/>
            <p:cNvSpPr/>
            <p:nvPr/>
          </p:nvSpPr>
          <p:spPr>
            <a:xfrm>
              <a:off x="5897880" y="411480"/>
              <a:ext cx="1706880" cy="1706880"/>
            </a:xfrm>
            <a:prstGeom prst="arc">
              <a:avLst>
                <a:gd name="adj1" fmla="val 16200000"/>
                <a:gd name="adj2" fmla="val 9685937"/>
              </a:avLst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7" name="椭圆 27"/>
          <p:cNvSpPr/>
          <p:nvPr/>
        </p:nvSpPr>
        <p:spPr>
          <a:xfrm>
            <a:off x="4360122" y="2517411"/>
            <a:ext cx="577214" cy="508091"/>
          </a:xfrm>
          <a:custGeom>
            <a:avLst/>
            <a:gdLst>
              <a:gd name="connsiteX0" fmla="*/ 18335 w 604256"/>
              <a:gd name="connsiteY0" fmla="*/ 334272 h 531895"/>
              <a:gd name="connsiteX1" fmla="*/ 37988 w 604256"/>
              <a:gd name="connsiteY1" fmla="*/ 336249 h 531895"/>
              <a:gd name="connsiteX2" fmla="*/ 302130 w 604256"/>
              <a:gd name="connsiteY2" fmla="*/ 476833 h 531895"/>
              <a:gd name="connsiteX3" fmla="*/ 566126 w 604256"/>
              <a:gd name="connsiteY3" fmla="*/ 336249 h 531895"/>
              <a:gd name="connsiteX4" fmla="*/ 601178 w 604256"/>
              <a:gd name="connsiteY4" fmla="*/ 346793 h 531895"/>
              <a:gd name="connsiteX5" fmla="*/ 590619 w 604256"/>
              <a:gd name="connsiteY5" fmla="*/ 381793 h 531895"/>
              <a:gd name="connsiteX6" fmla="*/ 314303 w 604256"/>
              <a:gd name="connsiteY6" fmla="*/ 528820 h 531895"/>
              <a:gd name="connsiteX7" fmla="*/ 302130 w 604256"/>
              <a:gd name="connsiteY7" fmla="*/ 531895 h 531895"/>
              <a:gd name="connsiteX8" fmla="*/ 289957 w 604256"/>
              <a:gd name="connsiteY8" fmla="*/ 528820 h 531895"/>
              <a:gd name="connsiteX9" fmla="*/ 13641 w 604256"/>
              <a:gd name="connsiteY9" fmla="*/ 381793 h 531895"/>
              <a:gd name="connsiteX10" fmla="*/ 3082 w 604256"/>
              <a:gd name="connsiteY10" fmla="*/ 346793 h 531895"/>
              <a:gd name="connsiteX11" fmla="*/ 18335 w 604256"/>
              <a:gd name="connsiteY11" fmla="*/ 334272 h 531895"/>
              <a:gd name="connsiteX12" fmla="*/ 18335 w 604256"/>
              <a:gd name="connsiteY12" fmla="*/ 233364 h 531895"/>
              <a:gd name="connsiteX13" fmla="*/ 37988 w 604256"/>
              <a:gd name="connsiteY13" fmla="*/ 235341 h 531895"/>
              <a:gd name="connsiteX14" fmla="*/ 302130 w 604256"/>
              <a:gd name="connsiteY14" fmla="*/ 375925 h 531895"/>
              <a:gd name="connsiteX15" fmla="*/ 566126 w 604256"/>
              <a:gd name="connsiteY15" fmla="*/ 235341 h 531895"/>
              <a:gd name="connsiteX16" fmla="*/ 601178 w 604256"/>
              <a:gd name="connsiteY16" fmla="*/ 245885 h 531895"/>
              <a:gd name="connsiteX17" fmla="*/ 590619 w 604256"/>
              <a:gd name="connsiteY17" fmla="*/ 280885 h 531895"/>
              <a:gd name="connsiteX18" fmla="*/ 314303 w 604256"/>
              <a:gd name="connsiteY18" fmla="*/ 428058 h 531895"/>
              <a:gd name="connsiteX19" fmla="*/ 302130 w 604256"/>
              <a:gd name="connsiteY19" fmla="*/ 430987 h 531895"/>
              <a:gd name="connsiteX20" fmla="*/ 289957 w 604256"/>
              <a:gd name="connsiteY20" fmla="*/ 428058 h 531895"/>
              <a:gd name="connsiteX21" fmla="*/ 13641 w 604256"/>
              <a:gd name="connsiteY21" fmla="*/ 280885 h 531895"/>
              <a:gd name="connsiteX22" fmla="*/ 3082 w 604256"/>
              <a:gd name="connsiteY22" fmla="*/ 245885 h 531895"/>
              <a:gd name="connsiteX23" fmla="*/ 18335 w 604256"/>
              <a:gd name="connsiteY23" fmla="*/ 233364 h 531895"/>
              <a:gd name="connsiteX24" fmla="*/ 291571 w 604256"/>
              <a:gd name="connsiteY24" fmla="*/ 2196 h 531895"/>
              <a:gd name="connsiteX25" fmla="*/ 312689 w 604256"/>
              <a:gd name="connsiteY25" fmla="*/ 2196 h 531895"/>
              <a:gd name="connsiteX26" fmla="*/ 588846 w 604256"/>
              <a:gd name="connsiteY26" fmla="*/ 125214 h 531895"/>
              <a:gd name="connsiteX27" fmla="*/ 604245 w 604256"/>
              <a:gd name="connsiteY27" fmla="*/ 147914 h 531895"/>
              <a:gd name="connsiteX28" fmla="*/ 590605 w 604256"/>
              <a:gd name="connsiteY28" fmla="*/ 171639 h 531895"/>
              <a:gd name="connsiteX29" fmla="*/ 314303 w 604256"/>
              <a:gd name="connsiteY29" fmla="*/ 318676 h 531895"/>
              <a:gd name="connsiteX30" fmla="*/ 302130 w 604256"/>
              <a:gd name="connsiteY30" fmla="*/ 321751 h 531895"/>
              <a:gd name="connsiteX31" fmla="*/ 289957 w 604256"/>
              <a:gd name="connsiteY31" fmla="*/ 318676 h 531895"/>
              <a:gd name="connsiteX32" fmla="*/ 13654 w 604256"/>
              <a:gd name="connsiteY32" fmla="*/ 171639 h 531895"/>
              <a:gd name="connsiteX33" fmla="*/ 15 w 604256"/>
              <a:gd name="connsiteY33" fmla="*/ 147914 h 531895"/>
              <a:gd name="connsiteX34" fmla="*/ 15414 w 604256"/>
              <a:gd name="connsiteY34" fmla="*/ 125214 h 531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04256" h="531895">
                <a:moveTo>
                  <a:pt x="18335" y="334272"/>
                </a:moveTo>
                <a:cubicBezTo>
                  <a:pt x="24642" y="332369"/>
                  <a:pt x="31682" y="332881"/>
                  <a:pt x="37988" y="336249"/>
                </a:cubicBezTo>
                <a:lnTo>
                  <a:pt x="302130" y="476833"/>
                </a:lnTo>
                <a:lnTo>
                  <a:pt x="566126" y="336249"/>
                </a:lnTo>
                <a:cubicBezTo>
                  <a:pt x="578739" y="329513"/>
                  <a:pt x="594432" y="334199"/>
                  <a:pt x="601178" y="346793"/>
                </a:cubicBezTo>
                <a:cubicBezTo>
                  <a:pt x="607925" y="359387"/>
                  <a:pt x="603085" y="375056"/>
                  <a:pt x="590619" y="381793"/>
                </a:cubicBezTo>
                <a:lnTo>
                  <a:pt x="314303" y="528820"/>
                </a:lnTo>
                <a:cubicBezTo>
                  <a:pt x="310490" y="530870"/>
                  <a:pt x="306383" y="531895"/>
                  <a:pt x="302130" y="531895"/>
                </a:cubicBezTo>
                <a:cubicBezTo>
                  <a:pt x="297877" y="531895"/>
                  <a:pt x="293770" y="530870"/>
                  <a:pt x="289957" y="528820"/>
                </a:cubicBezTo>
                <a:lnTo>
                  <a:pt x="13641" y="381793"/>
                </a:lnTo>
                <a:cubicBezTo>
                  <a:pt x="1028" y="375056"/>
                  <a:pt x="-3665" y="359387"/>
                  <a:pt x="3082" y="346793"/>
                </a:cubicBezTo>
                <a:cubicBezTo>
                  <a:pt x="6455" y="340496"/>
                  <a:pt x="12028" y="336176"/>
                  <a:pt x="18335" y="334272"/>
                </a:cubicBezTo>
                <a:close/>
                <a:moveTo>
                  <a:pt x="18335" y="233364"/>
                </a:moveTo>
                <a:cubicBezTo>
                  <a:pt x="24642" y="231461"/>
                  <a:pt x="31682" y="231973"/>
                  <a:pt x="37988" y="235341"/>
                </a:cubicBezTo>
                <a:lnTo>
                  <a:pt x="302130" y="375925"/>
                </a:lnTo>
                <a:lnTo>
                  <a:pt x="566126" y="235341"/>
                </a:lnTo>
                <a:cubicBezTo>
                  <a:pt x="578739" y="228605"/>
                  <a:pt x="594432" y="233291"/>
                  <a:pt x="601178" y="245885"/>
                </a:cubicBezTo>
                <a:cubicBezTo>
                  <a:pt x="607925" y="258479"/>
                  <a:pt x="603085" y="274148"/>
                  <a:pt x="590619" y="280885"/>
                </a:cubicBezTo>
                <a:lnTo>
                  <a:pt x="314303" y="428058"/>
                </a:lnTo>
                <a:cubicBezTo>
                  <a:pt x="310490" y="430108"/>
                  <a:pt x="306383" y="430987"/>
                  <a:pt x="302130" y="430987"/>
                </a:cubicBezTo>
                <a:cubicBezTo>
                  <a:pt x="297877" y="430987"/>
                  <a:pt x="293770" y="430108"/>
                  <a:pt x="289957" y="428058"/>
                </a:cubicBezTo>
                <a:lnTo>
                  <a:pt x="13641" y="280885"/>
                </a:lnTo>
                <a:cubicBezTo>
                  <a:pt x="1028" y="274148"/>
                  <a:pt x="-3665" y="258479"/>
                  <a:pt x="3082" y="245885"/>
                </a:cubicBezTo>
                <a:cubicBezTo>
                  <a:pt x="6455" y="239588"/>
                  <a:pt x="12028" y="235268"/>
                  <a:pt x="18335" y="233364"/>
                </a:cubicBezTo>
                <a:close/>
                <a:moveTo>
                  <a:pt x="291571" y="2196"/>
                </a:moveTo>
                <a:cubicBezTo>
                  <a:pt x="298317" y="-733"/>
                  <a:pt x="305943" y="-733"/>
                  <a:pt x="312689" y="2196"/>
                </a:cubicBezTo>
                <a:lnTo>
                  <a:pt x="588846" y="125214"/>
                </a:lnTo>
                <a:cubicBezTo>
                  <a:pt x="597938" y="129315"/>
                  <a:pt x="603805" y="138102"/>
                  <a:pt x="604245" y="147914"/>
                </a:cubicBezTo>
                <a:cubicBezTo>
                  <a:pt x="604538" y="157726"/>
                  <a:pt x="599258" y="166953"/>
                  <a:pt x="590605" y="171639"/>
                </a:cubicBezTo>
                <a:lnTo>
                  <a:pt x="314303" y="318676"/>
                </a:lnTo>
                <a:cubicBezTo>
                  <a:pt x="310489" y="320726"/>
                  <a:pt x="306383" y="321751"/>
                  <a:pt x="302130" y="321751"/>
                </a:cubicBezTo>
                <a:cubicBezTo>
                  <a:pt x="297877" y="321751"/>
                  <a:pt x="293771" y="320726"/>
                  <a:pt x="289957" y="318676"/>
                </a:cubicBezTo>
                <a:lnTo>
                  <a:pt x="13654" y="171639"/>
                </a:lnTo>
                <a:cubicBezTo>
                  <a:pt x="5002" y="166953"/>
                  <a:pt x="-278" y="157726"/>
                  <a:pt x="15" y="147914"/>
                </a:cubicBezTo>
                <a:cubicBezTo>
                  <a:pt x="309" y="138102"/>
                  <a:pt x="6322" y="129315"/>
                  <a:pt x="15414" y="1252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grpSp>
        <p:nvGrpSpPr>
          <p:cNvPr id="18" name="组合 23"/>
          <p:cNvGrpSpPr/>
          <p:nvPr/>
        </p:nvGrpSpPr>
        <p:grpSpPr bwMode="auto">
          <a:xfrm>
            <a:off x="6909497" y="2077429"/>
            <a:ext cx="3936303" cy="738066"/>
            <a:chOff x="7439643" y="2947217"/>
            <a:chExt cx="3938067" cy="736991"/>
          </a:xfrm>
        </p:grpSpPr>
        <p:sp>
          <p:nvSpPr>
            <p:cNvPr id="19" name="矩形 18"/>
            <p:cNvSpPr/>
            <p:nvPr/>
          </p:nvSpPr>
          <p:spPr bwMode="auto">
            <a:xfrm>
              <a:off x="7439644" y="3284681"/>
              <a:ext cx="3938066" cy="47219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Fei 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Bao tu internet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20" name="PA-文本框 8"/>
            <p:cNvSpPr txBox="1"/>
            <p:nvPr>
              <p:custDataLst>
                <p:tags r:id="rId4"/>
              </p:custDataLst>
            </p:nvPr>
          </p:nvSpPr>
          <p:spPr>
            <a:xfrm>
              <a:off x="7439643" y="2947217"/>
              <a:ext cx="1305440" cy="40011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3"/>
          <p:cNvGrpSpPr/>
          <p:nvPr/>
        </p:nvGrpSpPr>
        <p:grpSpPr bwMode="auto">
          <a:xfrm>
            <a:off x="6909498" y="3374099"/>
            <a:ext cx="3936302" cy="738066"/>
            <a:chOff x="7439644" y="2947217"/>
            <a:chExt cx="3938066" cy="736991"/>
          </a:xfrm>
        </p:grpSpPr>
        <p:sp>
          <p:nvSpPr>
            <p:cNvPr id="22" name="矩形 21"/>
            <p:cNvSpPr/>
            <p:nvPr/>
          </p:nvSpPr>
          <p:spPr bwMode="auto">
            <a:xfrm>
              <a:off x="7439644" y="3284681"/>
              <a:ext cx="3938066" cy="47219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Fei 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Bao tu internet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23" name="PA-文本框 8"/>
            <p:cNvSpPr txBox="1"/>
            <p:nvPr>
              <p:custDataLst>
                <p:tags r:id="rId5"/>
              </p:custDataLst>
            </p:nvPr>
          </p:nvSpPr>
          <p:spPr>
            <a:xfrm>
              <a:off x="7439644" y="2947217"/>
              <a:ext cx="1305439" cy="40011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 bwMode="auto">
          <a:xfrm>
            <a:off x="6909497" y="4646973"/>
            <a:ext cx="3936303" cy="738066"/>
            <a:chOff x="7439643" y="2947217"/>
            <a:chExt cx="3938067" cy="736991"/>
          </a:xfrm>
        </p:grpSpPr>
        <p:sp>
          <p:nvSpPr>
            <p:cNvPr id="25" name="矩形 24"/>
            <p:cNvSpPr/>
            <p:nvPr/>
          </p:nvSpPr>
          <p:spPr bwMode="auto">
            <a:xfrm>
              <a:off x="7439644" y="3284681"/>
              <a:ext cx="3938066" cy="47219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Fei 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Bao tu internet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26" name="PA-文本框 8"/>
            <p:cNvSpPr txBox="1"/>
            <p:nvPr>
              <p:custDataLst>
                <p:tags r:id="rId6"/>
              </p:custDataLst>
            </p:nvPr>
          </p:nvSpPr>
          <p:spPr>
            <a:xfrm>
              <a:off x="7439643" y="2947217"/>
              <a:ext cx="1305438" cy="40011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di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PA-文本框 8"/>
          <p:cNvSpPr txBox="1"/>
          <p:nvPr>
            <p:custDataLst>
              <p:tags r:id="rId7"/>
            </p:custDataLst>
          </p:nvPr>
        </p:nvSpPr>
        <p:spPr bwMode="auto">
          <a:xfrm>
            <a:off x="6029069" y="2322523"/>
            <a:ext cx="570990" cy="3385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latin typeface="Century Gothic" panose="020B0502020202020204" pitchFamily="34" charset="0"/>
                <a:ea typeface="微软雅黑" panose="020B0503020204020204" pitchFamily="34" charset="-122"/>
              </a:rPr>
              <a:t>62%</a:t>
            </a:r>
            <a:endParaRPr lang="zh-CN" altLang="en-US" sz="1600" dirty="0"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PA-文本框 8"/>
          <p:cNvSpPr txBox="1"/>
          <p:nvPr>
            <p:custDataLst>
              <p:tags r:id="rId8"/>
            </p:custDataLst>
          </p:nvPr>
        </p:nvSpPr>
        <p:spPr bwMode="auto">
          <a:xfrm>
            <a:off x="6029069" y="3602820"/>
            <a:ext cx="570990" cy="3385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latin typeface="Century Gothic" panose="020B0502020202020204" pitchFamily="34" charset="0"/>
                <a:ea typeface="微软雅黑" panose="020B0503020204020204" pitchFamily="34" charset="-122"/>
              </a:rPr>
              <a:t>49%</a:t>
            </a:r>
            <a:endParaRPr lang="zh-CN" altLang="en-US" sz="1600" dirty="0"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PA-文本框 8"/>
          <p:cNvSpPr txBox="1"/>
          <p:nvPr>
            <p:custDataLst>
              <p:tags r:id="rId9"/>
            </p:custDataLst>
          </p:nvPr>
        </p:nvSpPr>
        <p:spPr bwMode="auto">
          <a:xfrm>
            <a:off x="6029069" y="4886479"/>
            <a:ext cx="570990" cy="338554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latin typeface="Century Gothic" panose="020B0502020202020204" pitchFamily="34" charset="0"/>
                <a:ea typeface="微软雅黑" panose="020B0503020204020204" pitchFamily="34" charset="-122"/>
              </a:rPr>
              <a:t>73%</a:t>
            </a:r>
            <a:endParaRPr lang="zh-CN" altLang="en-US" sz="1600" dirty="0">
              <a:latin typeface="Century Gothic" panose="020B0502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7" grpId="0" animBg="1"/>
      <p:bldP spid="27" grpId="0"/>
      <p:bldP spid="28" grpId="0"/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>
            <p:custDataLst>
              <p:tags r:id="rId1"/>
            </p:custDataLst>
          </p:nvPr>
        </p:nvSpPr>
        <p:spPr>
          <a:xfrm>
            <a:off x="6819900" y="0"/>
            <a:ext cx="3848100" cy="6858000"/>
          </a:xfrm>
          <a:custGeom>
            <a:avLst/>
            <a:gdLst>
              <a:gd name="connsiteX0" fmla="*/ 0 w 3848100"/>
              <a:gd name="connsiteY0" fmla="*/ 0 h 6858000"/>
              <a:gd name="connsiteX1" fmla="*/ 3848100 w 3848100"/>
              <a:gd name="connsiteY1" fmla="*/ 0 h 6858000"/>
              <a:gd name="connsiteX2" fmla="*/ 3848100 w 3848100"/>
              <a:gd name="connsiteY2" fmla="*/ 6858000 h 6858000"/>
              <a:gd name="connsiteX3" fmla="*/ 0 w 3848100"/>
              <a:gd name="connsiteY3" fmla="*/ 6858000 h 6858000"/>
              <a:gd name="connsiteX4" fmla="*/ 2387600 w 3848100"/>
              <a:gd name="connsiteY4" fmla="*/ 3429000 h 6858000"/>
              <a:gd name="connsiteX5" fmla="*/ 0 w 38481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8100" h="6858000">
                <a:moveTo>
                  <a:pt x="0" y="0"/>
                </a:moveTo>
                <a:lnTo>
                  <a:pt x="3848100" y="0"/>
                </a:lnTo>
                <a:lnTo>
                  <a:pt x="3848100" y="6858000"/>
                </a:lnTo>
                <a:lnTo>
                  <a:pt x="0" y="6858000"/>
                </a:lnTo>
                <a:cubicBezTo>
                  <a:pt x="1318635" y="6858000"/>
                  <a:pt x="2387600" y="5322784"/>
                  <a:pt x="2387600" y="3429000"/>
                </a:cubicBezTo>
                <a:cubicBezTo>
                  <a:pt x="2387600" y="1535216"/>
                  <a:pt x="1318635" y="0"/>
                  <a:pt x="0" y="0"/>
                </a:cubicBezTo>
                <a:close/>
              </a:path>
            </a:pathLst>
          </a:cu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681990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椭圆 2"/>
          <p:cNvSpPr/>
          <p:nvPr>
            <p:custDataLst>
              <p:tags r:id="rId3"/>
            </p:custDataLst>
          </p:nvPr>
        </p:nvSpPr>
        <p:spPr>
          <a:xfrm>
            <a:off x="6648450" y="0"/>
            <a:ext cx="2387600" cy="6858000"/>
          </a:xfrm>
          <a:custGeom>
            <a:avLst/>
            <a:gdLst>
              <a:gd name="connsiteX0" fmla="*/ 0 w 4775200"/>
              <a:gd name="connsiteY0" fmla="*/ 3429000 h 6858000"/>
              <a:gd name="connsiteX1" fmla="*/ 2387600 w 4775200"/>
              <a:gd name="connsiteY1" fmla="*/ 0 h 6858000"/>
              <a:gd name="connsiteX2" fmla="*/ 4775200 w 4775200"/>
              <a:gd name="connsiteY2" fmla="*/ 3429000 h 6858000"/>
              <a:gd name="connsiteX3" fmla="*/ 2387600 w 4775200"/>
              <a:gd name="connsiteY3" fmla="*/ 6858000 h 6858000"/>
              <a:gd name="connsiteX4" fmla="*/ 0 w 4775200"/>
              <a:gd name="connsiteY4" fmla="*/ 3429000 h 6858000"/>
              <a:gd name="connsiteX0-1" fmla="*/ 0 w 4775200"/>
              <a:gd name="connsiteY0-2" fmla="*/ 3429000 h 6858000"/>
              <a:gd name="connsiteX1-3" fmla="*/ 2387600 w 4775200"/>
              <a:gd name="connsiteY1-4" fmla="*/ 0 h 6858000"/>
              <a:gd name="connsiteX2-5" fmla="*/ 4775200 w 4775200"/>
              <a:gd name="connsiteY2-6" fmla="*/ 3429000 h 6858000"/>
              <a:gd name="connsiteX3-7" fmla="*/ 2387600 w 4775200"/>
              <a:gd name="connsiteY3-8" fmla="*/ 6858000 h 6858000"/>
              <a:gd name="connsiteX4-9" fmla="*/ 91440 w 4775200"/>
              <a:gd name="connsiteY4-10" fmla="*/ 3520440 h 6858000"/>
              <a:gd name="connsiteX0-11" fmla="*/ 0 w 4775200"/>
              <a:gd name="connsiteY0-12" fmla="*/ 3429000 h 6858000"/>
              <a:gd name="connsiteX1-13" fmla="*/ 2387600 w 4775200"/>
              <a:gd name="connsiteY1-14" fmla="*/ 0 h 6858000"/>
              <a:gd name="connsiteX2-15" fmla="*/ 4775200 w 4775200"/>
              <a:gd name="connsiteY2-16" fmla="*/ 3429000 h 6858000"/>
              <a:gd name="connsiteX3-17" fmla="*/ 2387600 w 4775200"/>
              <a:gd name="connsiteY3-18" fmla="*/ 6858000 h 6858000"/>
              <a:gd name="connsiteX0-19" fmla="*/ 0 w 2387600"/>
              <a:gd name="connsiteY0-20" fmla="*/ 0 h 6858000"/>
              <a:gd name="connsiteX1-21" fmla="*/ 2387600 w 2387600"/>
              <a:gd name="connsiteY1-22" fmla="*/ 3429000 h 6858000"/>
              <a:gd name="connsiteX2-23" fmla="*/ 0 w 2387600"/>
              <a:gd name="connsiteY2-24" fmla="*/ 685800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2387600" h="6858000">
                <a:moveTo>
                  <a:pt x="0" y="0"/>
                </a:moveTo>
                <a:cubicBezTo>
                  <a:pt x="1318635" y="0"/>
                  <a:pt x="2387600" y="1535216"/>
                  <a:pt x="2387600" y="3429000"/>
                </a:cubicBezTo>
                <a:cubicBezTo>
                  <a:pt x="2387600" y="5322784"/>
                  <a:pt x="1318635" y="6858000"/>
                  <a:pt x="0" y="6858000"/>
                </a:cubicBezTo>
              </a:path>
            </a:pathLst>
          </a:custGeom>
          <a:noFill/>
          <a:ln w="127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53000">
                  <a:schemeClr val="accent1">
                    <a:lumMod val="60000"/>
                    <a:lumOff val="40000"/>
                    <a:alpha val="5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194050" y="2598739"/>
            <a:ext cx="5670550" cy="815975"/>
          </a:xfrm>
          <a:prstGeom prst="rect">
            <a:avLst/>
          </a:prstGeom>
          <a:noFill/>
        </p:spPr>
        <p:txBody>
          <a:bodyPr anchor="ctr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</a:rPr>
              <a:t>LOREM IPSUM DOLOR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  <a:latin typeface="+mn-lt"/>
              <a:ea typeface="+mn-ea"/>
            </a:endParaRPr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737100" y="3340100"/>
            <a:ext cx="40068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365500" y="3352800"/>
            <a:ext cx="5499100" cy="477838"/>
          </a:xfrm>
          <a:prstGeom prst="rect">
            <a:avLst/>
          </a:prstGeom>
          <a:noFill/>
        </p:spPr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5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</a:rPr>
              <a:t>Click here to add your title</a:t>
            </a:r>
            <a:endParaRPr lang="en-US" altLang="zh-CN" sz="2500" dirty="0">
              <a:solidFill>
                <a:schemeClr val="accent1">
                  <a:lumMod val="60000"/>
                  <a:lumOff val="4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7" name="任意多边形 16"/>
          <p:cNvSpPr/>
          <p:nvPr>
            <p:custDataLst>
              <p:tags r:id="rId7"/>
            </p:custDataLst>
          </p:nvPr>
        </p:nvSpPr>
        <p:spPr>
          <a:xfrm>
            <a:off x="2313761" y="2598739"/>
            <a:ext cx="1042987" cy="1047750"/>
          </a:xfrm>
          <a:custGeom>
            <a:avLst/>
            <a:gdLst>
              <a:gd name="connsiteX0" fmla="*/ 619655 w 1042987"/>
              <a:gd name="connsiteY0" fmla="*/ 539750 h 1047750"/>
              <a:gd name="connsiteX1" fmla="*/ 958319 w 1042987"/>
              <a:gd name="connsiteY1" fmla="*/ 539750 h 1047750"/>
              <a:gd name="connsiteX2" fmla="*/ 1042987 w 1042987"/>
              <a:gd name="connsiteY2" fmla="*/ 624418 h 1047750"/>
              <a:gd name="connsiteX3" fmla="*/ 1042987 w 1042987"/>
              <a:gd name="connsiteY3" fmla="*/ 963082 h 1047750"/>
              <a:gd name="connsiteX4" fmla="*/ 958319 w 1042987"/>
              <a:gd name="connsiteY4" fmla="*/ 1047750 h 1047750"/>
              <a:gd name="connsiteX5" fmla="*/ 619655 w 1042987"/>
              <a:gd name="connsiteY5" fmla="*/ 1047750 h 1047750"/>
              <a:gd name="connsiteX6" fmla="*/ 534987 w 1042987"/>
              <a:gd name="connsiteY6" fmla="*/ 963082 h 1047750"/>
              <a:gd name="connsiteX7" fmla="*/ 534987 w 1042987"/>
              <a:gd name="connsiteY7" fmla="*/ 624418 h 1047750"/>
              <a:gd name="connsiteX8" fmla="*/ 619655 w 1042987"/>
              <a:gd name="connsiteY8" fmla="*/ 539750 h 1047750"/>
              <a:gd name="connsiteX9" fmla="*/ 84668 w 1042987"/>
              <a:gd name="connsiteY9" fmla="*/ 539750 h 1047750"/>
              <a:gd name="connsiteX10" fmla="*/ 423332 w 1042987"/>
              <a:gd name="connsiteY10" fmla="*/ 539750 h 1047750"/>
              <a:gd name="connsiteX11" fmla="*/ 508000 w 1042987"/>
              <a:gd name="connsiteY11" fmla="*/ 624418 h 1047750"/>
              <a:gd name="connsiteX12" fmla="*/ 508000 w 1042987"/>
              <a:gd name="connsiteY12" fmla="*/ 963082 h 1047750"/>
              <a:gd name="connsiteX13" fmla="*/ 423332 w 1042987"/>
              <a:gd name="connsiteY13" fmla="*/ 1047750 h 1047750"/>
              <a:gd name="connsiteX14" fmla="*/ 84668 w 1042987"/>
              <a:gd name="connsiteY14" fmla="*/ 1047750 h 1047750"/>
              <a:gd name="connsiteX15" fmla="*/ 0 w 1042987"/>
              <a:gd name="connsiteY15" fmla="*/ 963082 h 1047750"/>
              <a:gd name="connsiteX16" fmla="*/ 0 w 1042987"/>
              <a:gd name="connsiteY16" fmla="*/ 624418 h 1047750"/>
              <a:gd name="connsiteX17" fmla="*/ 84668 w 1042987"/>
              <a:gd name="connsiteY17" fmla="*/ 539750 h 1047750"/>
              <a:gd name="connsiteX18" fmla="*/ 619655 w 1042987"/>
              <a:gd name="connsiteY18" fmla="*/ 0 h 1047750"/>
              <a:gd name="connsiteX19" fmla="*/ 958319 w 1042987"/>
              <a:gd name="connsiteY19" fmla="*/ 0 h 1047750"/>
              <a:gd name="connsiteX20" fmla="*/ 1042987 w 1042987"/>
              <a:gd name="connsiteY20" fmla="*/ 84668 h 1047750"/>
              <a:gd name="connsiteX21" fmla="*/ 1042987 w 1042987"/>
              <a:gd name="connsiteY21" fmla="*/ 423332 h 1047750"/>
              <a:gd name="connsiteX22" fmla="*/ 958319 w 1042987"/>
              <a:gd name="connsiteY22" fmla="*/ 508000 h 1047750"/>
              <a:gd name="connsiteX23" fmla="*/ 619655 w 1042987"/>
              <a:gd name="connsiteY23" fmla="*/ 508000 h 1047750"/>
              <a:gd name="connsiteX24" fmla="*/ 534987 w 1042987"/>
              <a:gd name="connsiteY24" fmla="*/ 423332 h 1047750"/>
              <a:gd name="connsiteX25" fmla="*/ 534987 w 1042987"/>
              <a:gd name="connsiteY25" fmla="*/ 84668 h 1047750"/>
              <a:gd name="connsiteX26" fmla="*/ 619655 w 1042987"/>
              <a:gd name="connsiteY26" fmla="*/ 0 h 1047750"/>
              <a:gd name="connsiteX27" fmla="*/ 84668 w 1042987"/>
              <a:gd name="connsiteY27" fmla="*/ 0 h 1047750"/>
              <a:gd name="connsiteX28" fmla="*/ 423332 w 1042987"/>
              <a:gd name="connsiteY28" fmla="*/ 0 h 1047750"/>
              <a:gd name="connsiteX29" fmla="*/ 508000 w 1042987"/>
              <a:gd name="connsiteY29" fmla="*/ 84668 h 1047750"/>
              <a:gd name="connsiteX30" fmla="*/ 508000 w 1042987"/>
              <a:gd name="connsiteY30" fmla="*/ 423332 h 1047750"/>
              <a:gd name="connsiteX31" fmla="*/ 423332 w 1042987"/>
              <a:gd name="connsiteY31" fmla="*/ 508000 h 1047750"/>
              <a:gd name="connsiteX32" fmla="*/ 84668 w 1042987"/>
              <a:gd name="connsiteY32" fmla="*/ 508000 h 1047750"/>
              <a:gd name="connsiteX33" fmla="*/ 0 w 1042987"/>
              <a:gd name="connsiteY33" fmla="*/ 423332 h 1047750"/>
              <a:gd name="connsiteX34" fmla="*/ 0 w 1042987"/>
              <a:gd name="connsiteY34" fmla="*/ 84668 h 1047750"/>
              <a:gd name="connsiteX35" fmla="*/ 84668 w 1042987"/>
              <a:gd name="connsiteY35" fmla="*/ 0 h 1047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42987" h="1047750">
                <a:moveTo>
                  <a:pt x="619655" y="539750"/>
                </a:moveTo>
                <a:lnTo>
                  <a:pt x="958319" y="539750"/>
                </a:lnTo>
                <a:cubicBezTo>
                  <a:pt x="1005080" y="539750"/>
                  <a:pt x="1042987" y="577657"/>
                  <a:pt x="1042987" y="624418"/>
                </a:cubicBezTo>
                <a:lnTo>
                  <a:pt x="1042987" y="963082"/>
                </a:lnTo>
                <a:cubicBezTo>
                  <a:pt x="1042987" y="1009843"/>
                  <a:pt x="1005080" y="1047750"/>
                  <a:pt x="958319" y="1047750"/>
                </a:cubicBezTo>
                <a:lnTo>
                  <a:pt x="619655" y="1047750"/>
                </a:lnTo>
                <a:cubicBezTo>
                  <a:pt x="572894" y="1047750"/>
                  <a:pt x="534987" y="1009843"/>
                  <a:pt x="534987" y="963082"/>
                </a:cubicBezTo>
                <a:lnTo>
                  <a:pt x="534987" y="624418"/>
                </a:lnTo>
                <a:cubicBezTo>
                  <a:pt x="534987" y="577657"/>
                  <a:pt x="572894" y="539750"/>
                  <a:pt x="619655" y="539750"/>
                </a:cubicBezTo>
                <a:close/>
                <a:moveTo>
                  <a:pt x="84668" y="539750"/>
                </a:moveTo>
                <a:lnTo>
                  <a:pt x="423332" y="539750"/>
                </a:lnTo>
                <a:cubicBezTo>
                  <a:pt x="470093" y="539750"/>
                  <a:pt x="508000" y="577657"/>
                  <a:pt x="508000" y="624418"/>
                </a:cubicBezTo>
                <a:lnTo>
                  <a:pt x="508000" y="963082"/>
                </a:lnTo>
                <a:cubicBezTo>
                  <a:pt x="508000" y="1009843"/>
                  <a:pt x="470093" y="1047750"/>
                  <a:pt x="423332" y="1047750"/>
                </a:cubicBezTo>
                <a:lnTo>
                  <a:pt x="84668" y="1047750"/>
                </a:lnTo>
                <a:cubicBezTo>
                  <a:pt x="37907" y="1047750"/>
                  <a:pt x="0" y="1009843"/>
                  <a:pt x="0" y="963082"/>
                </a:cubicBezTo>
                <a:lnTo>
                  <a:pt x="0" y="624418"/>
                </a:lnTo>
                <a:cubicBezTo>
                  <a:pt x="0" y="577657"/>
                  <a:pt x="37907" y="539750"/>
                  <a:pt x="84668" y="539750"/>
                </a:cubicBezTo>
                <a:close/>
                <a:moveTo>
                  <a:pt x="619655" y="0"/>
                </a:moveTo>
                <a:lnTo>
                  <a:pt x="958319" y="0"/>
                </a:lnTo>
                <a:cubicBezTo>
                  <a:pt x="1005080" y="0"/>
                  <a:pt x="1042987" y="37907"/>
                  <a:pt x="1042987" y="84668"/>
                </a:cubicBezTo>
                <a:lnTo>
                  <a:pt x="1042987" y="423332"/>
                </a:lnTo>
                <a:cubicBezTo>
                  <a:pt x="1042987" y="470093"/>
                  <a:pt x="1005080" y="508000"/>
                  <a:pt x="958319" y="508000"/>
                </a:cubicBezTo>
                <a:lnTo>
                  <a:pt x="619655" y="508000"/>
                </a:lnTo>
                <a:cubicBezTo>
                  <a:pt x="572894" y="508000"/>
                  <a:pt x="534987" y="470093"/>
                  <a:pt x="534987" y="423332"/>
                </a:cubicBezTo>
                <a:lnTo>
                  <a:pt x="534987" y="84668"/>
                </a:lnTo>
                <a:cubicBezTo>
                  <a:pt x="534987" y="37907"/>
                  <a:pt x="572894" y="0"/>
                  <a:pt x="619655" y="0"/>
                </a:cubicBezTo>
                <a:close/>
                <a:moveTo>
                  <a:pt x="84668" y="0"/>
                </a:moveTo>
                <a:lnTo>
                  <a:pt x="423332" y="0"/>
                </a:lnTo>
                <a:cubicBezTo>
                  <a:pt x="470093" y="0"/>
                  <a:pt x="508000" y="37907"/>
                  <a:pt x="508000" y="84668"/>
                </a:cubicBezTo>
                <a:lnTo>
                  <a:pt x="508000" y="423332"/>
                </a:lnTo>
                <a:cubicBezTo>
                  <a:pt x="508000" y="470093"/>
                  <a:pt x="470093" y="508000"/>
                  <a:pt x="423332" y="508000"/>
                </a:cubicBezTo>
                <a:lnTo>
                  <a:pt x="84668" y="508000"/>
                </a:lnTo>
                <a:cubicBezTo>
                  <a:pt x="37907" y="508000"/>
                  <a:pt x="0" y="470093"/>
                  <a:pt x="0" y="423332"/>
                </a:cubicBezTo>
                <a:lnTo>
                  <a:pt x="0" y="84668"/>
                </a:lnTo>
                <a:cubicBezTo>
                  <a:pt x="0" y="37907"/>
                  <a:pt x="37907" y="0"/>
                  <a:pt x="8466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5400" dirty="0">
                <a:solidFill>
                  <a:schemeClr val="accent1">
                    <a:lumMod val="50000"/>
                  </a:schemeClr>
                </a:solidFill>
                <a:latin typeface="Arial Rounded MT Bold" panose="020F0704030504030204" pitchFamily="34" charset="0"/>
              </a:rPr>
              <a:t>03</a:t>
            </a:r>
            <a:endParaRPr lang="zh-CN" altLang="en-US" sz="5400" dirty="0">
              <a:solidFill>
                <a:schemeClr val="accent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2"/>
          <p:cNvSpPr>
            <a:spLocks noGrp="1"/>
          </p:cNvSpPr>
          <p:nvPr>
            <p:ph sz="quarter" idx="14"/>
          </p:nvPr>
        </p:nvSpPr>
        <p:spPr>
          <a:xfrm>
            <a:off x="1766327" y="151017"/>
            <a:ext cx="8034338" cy="784225"/>
          </a:xfrm>
        </p:spPr>
        <p:txBody>
          <a:bodyPr/>
          <a:lstStyle/>
          <a:p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1899522" y="1532718"/>
            <a:ext cx="2457450" cy="979487"/>
            <a:chOff x="916436" y="1944178"/>
            <a:chExt cx="2457450" cy="979487"/>
          </a:xfrm>
        </p:grpSpPr>
        <p:sp>
          <p:nvSpPr>
            <p:cNvPr id="5" name="矩形 4"/>
            <p:cNvSpPr/>
            <p:nvPr/>
          </p:nvSpPr>
          <p:spPr bwMode="auto">
            <a:xfrm>
              <a:off x="916436" y="2320939"/>
              <a:ext cx="2457450" cy="60272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6" name="文本框 5"/>
            <p:cNvSpPr txBox="1"/>
            <p:nvPr/>
          </p:nvSpPr>
          <p:spPr bwMode="auto">
            <a:xfrm>
              <a:off x="916436" y="1944178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标题添加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955675" y="4935125"/>
            <a:ext cx="2457450" cy="979487"/>
            <a:chOff x="916436" y="1944178"/>
            <a:chExt cx="2457450" cy="979487"/>
          </a:xfrm>
        </p:grpSpPr>
        <p:sp>
          <p:nvSpPr>
            <p:cNvPr id="8" name="矩形 7"/>
            <p:cNvSpPr/>
            <p:nvPr/>
          </p:nvSpPr>
          <p:spPr bwMode="auto">
            <a:xfrm>
              <a:off x="916436" y="2320939"/>
              <a:ext cx="2457450" cy="60272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9" name="文本框 8"/>
            <p:cNvSpPr txBox="1"/>
            <p:nvPr/>
          </p:nvSpPr>
          <p:spPr bwMode="auto">
            <a:xfrm>
              <a:off x="916436" y="1944178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标题添加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064375" y="4935125"/>
            <a:ext cx="2457450" cy="979487"/>
            <a:chOff x="916436" y="1944178"/>
            <a:chExt cx="2457450" cy="979487"/>
          </a:xfrm>
        </p:grpSpPr>
        <p:sp>
          <p:nvSpPr>
            <p:cNvPr id="11" name="矩形 10"/>
            <p:cNvSpPr/>
            <p:nvPr/>
          </p:nvSpPr>
          <p:spPr bwMode="auto">
            <a:xfrm>
              <a:off x="916436" y="2320939"/>
              <a:ext cx="2457450" cy="60272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12" name="文本框 11"/>
            <p:cNvSpPr txBox="1"/>
            <p:nvPr/>
          </p:nvSpPr>
          <p:spPr bwMode="auto">
            <a:xfrm>
              <a:off x="916436" y="1944178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标题添加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909050" y="2988193"/>
            <a:ext cx="2457450" cy="979487"/>
            <a:chOff x="916436" y="1944178"/>
            <a:chExt cx="2457450" cy="979487"/>
          </a:xfrm>
        </p:grpSpPr>
        <p:sp>
          <p:nvSpPr>
            <p:cNvPr id="14" name="矩形 13"/>
            <p:cNvSpPr/>
            <p:nvPr/>
          </p:nvSpPr>
          <p:spPr bwMode="auto">
            <a:xfrm>
              <a:off x="916436" y="2320939"/>
              <a:ext cx="2457450" cy="602726"/>
            </a:xfrm>
            <a:prstGeom prst="rect">
              <a:avLst/>
            </a:prstGeom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eaLnBrk="1" fontAlgn="auto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916436" y="1944178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dirty="0">
                  <a:solidFill>
                    <a:schemeClr val="tx1"/>
                  </a:solidFill>
                </a:rPr>
                <a:t>标题添加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613992" y="1800825"/>
            <a:ext cx="6618908" cy="3624044"/>
            <a:chOff x="2613992" y="1986180"/>
            <a:chExt cx="6618908" cy="3624044"/>
          </a:xfrm>
        </p:grpSpPr>
        <p:sp>
          <p:nvSpPr>
            <p:cNvPr id="17" name="菱形 16"/>
            <p:cNvSpPr/>
            <p:nvPr/>
          </p:nvSpPr>
          <p:spPr>
            <a:xfrm>
              <a:off x="3761754" y="2333626"/>
              <a:ext cx="2105024" cy="2105024"/>
            </a:xfrm>
            <a:prstGeom prst="diamond">
              <a:avLst/>
            </a:prstGeom>
            <a:blipFill>
              <a:blip r:embed="rId1"/>
              <a:stretch>
                <a:fillRect l="-25151" r="-2484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菱形 17"/>
            <p:cNvSpPr/>
            <p:nvPr/>
          </p:nvSpPr>
          <p:spPr>
            <a:xfrm>
              <a:off x="2613992" y="3505200"/>
              <a:ext cx="2105024" cy="2105024"/>
            </a:xfrm>
            <a:prstGeom prst="diamond">
              <a:avLst/>
            </a:prstGeom>
            <a:blipFill>
              <a:blip r:embed="rId2"/>
              <a:stretch>
                <a:fillRect l="-25151" r="-2484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菱形 18"/>
            <p:cNvSpPr/>
            <p:nvPr/>
          </p:nvSpPr>
          <p:spPr>
            <a:xfrm>
              <a:off x="6069980" y="2333626"/>
              <a:ext cx="2105024" cy="2105024"/>
            </a:xfrm>
            <a:prstGeom prst="diamond">
              <a:avLst/>
            </a:prstGeom>
            <a:blipFill>
              <a:blip r:embed="rId3"/>
              <a:stretch>
                <a:fillRect l="-25151" r="-2484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菱形 19"/>
            <p:cNvSpPr/>
            <p:nvPr/>
          </p:nvSpPr>
          <p:spPr>
            <a:xfrm>
              <a:off x="4922218" y="3505200"/>
              <a:ext cx="2105024" cy="2105024"/>
            </a:xfrm>
            <a:prstGeom prst="diamond">
              <a:avLst/>
            </a:prstGeom>
            <a:blipFill>
              <a:blip r:embed="rId4"/>
              <a:stretch>
                <a:fillRect l="-16768" r="-1656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2682269">
              <a:off x="7039511" y="1986180"/>
              <a:ext cx="2193389" cy="940760"/>
            </a:xfrm>
            <a:prstGeom prst="triangle">
              <a:avLst/>
            </a:prstGeom>
            <a:gradFill flip="none" rotWithShape="1">
              <a:gsLst>
                <a:gs pos="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lin ang="5400000" scaled="1"/>
              <a:tileRect/>
            </a:gra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50000"/>
                      </a:schemeClr>
                    </a:gs>
                  </a:gsLst>
                  <a:lin ang="2700000" scaled="1"/>
                </a:gra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8652016" y="2194557"/>
            <a:ext cx="2520809" cy="923043"/>
            <a:chOff x="845174" y="5121881"/>
            <a:chExt cx="2520809" cy="923043"/>
          </a:xfrm>
        </p:grpSpPr>
        <p:sp>
          <p:nvSpPr>
            <p:cNvPr id="35" name="矩形 34"/>
            <p:cNvSpPr/>
            <p:nvPr/>
          </p:nvSpPr>
          <p:spPr bwMode="auto">
            <a:xfrm>
              <a:off x="845174" y="5441746"/>
              <a:ext cx="2520809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8652016" y="4946534"/>
            <a:ext cx="2520809" cy="923043"/>
            <a:chOff x="845174" y="5121881"/>
            <a:chExt cx="2520809" cy="923043"/>
          </a:xfrm>
        </p:grpSpPr>
        <p:sp>
          <p:nvSpPr>
            <p:cNvPr id="38" name="矩形 37"/>
            <p:cNvSpPr/>
            <p:nvPr/>
          </p:nvSpPr>
          <p:spPr bwMode="auto">
            <a:xfrm>
              <a:off x="845174" y="5441746"/>
              <a:ext cx="2520809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845177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1030834" y="1746330"/>
            <a:ext cx="2520809" cy="923043"/>
            <a:chOff x="845174" y="5121881"/>
            <a:chExt cx="2520809" cy="923043"/>
          </a:xfrm>
        </p:grpSpPr>
        <p:sp>
          <p:nvSpPr>
            <p:cNvPr id="41" name="矩形 40"/>
            <p:cNvSpPr/>
            <p:nvPr/>
          </p:nvSpPr>
          <p:spPr bwMode="auto">
            <a:xfrm>
              <a:off x="845174" y="5441746"/>
              <a:ext cx="2520809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521123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algn="r"/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030834" y="4577202"/>
            <a:ext cx="2520809" cy="923043"/>
            <a:chOff x="845174" y="5121881"/>
            <a:chExt cx="2520809" cy="923043"/>
          </a:xfrm>
        </p:grpSpPr>
        <p:sp>
          <p:nvSpPr>
            <p:cNvPr id="44" name="矩形 43"/>
            <p:cNvSpPr/>
            <p:nvPr/>
          </p:nvSpPr>
          <p:spPr bwMode="auto">
            <a:xfrm>
              <a:off x="845174" y="5441746"/>
              <a:ext cx="2520809" cy="603178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14000"/>
                </a:lnSpc>
                <a:defRPr/>
              </a:pP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This template is exclusively designed by Fei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er</a:t>
              </a:r>
              <a:r>
                <a:rPr lang="en-US" altLang="zh-CN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 creative, and copyrights belong to Bao </a:t>
              </a:r>
              <a:r>
                <a:rPr lang="en-US" altLang="zh-CN" sz="10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  <a:ea typeface="+mj-ea"/>
                </a:rPr>
                <a:t>tu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  <a:ea typeface="+mj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521123" y="5121881"/>
              <a:ext cx="18448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 Light" panose="020B0502040204020203" pitchFamily="34" charset="0"/>
                </a:defRPr>
              </a:lvl1pPr>
            </a:lstStyle>
            <a:p>
              <a:pPr algn="r"/>
              <a:r>
                <a:rPr lang="zh-CN" altLang="en-US" sz="1800" dirty="0"/>
                <a:t>标题添加</a:t>
              </a:r>
              <a:endParaRPr lang="zh-CN" altLang="en-US" sz="1800" dirty="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3568168" y="2221356"/>
            <a:ext cx="4908124" cy="3478437"/>
            <a:chOff x="3390314" y="1824748"/>
            <a:chExt cx="5263831" cy="3730528"/>
          </a:xfrm>
        </p:grpSpPr>
        <p:grpSp>
          <p:nvGrpSpPr>
            <p:cNvPr id="47" name="Group 3" descr="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"/>
            <p:cNvGrpSpPr/>
            <p:nvPr/>
          </p:nvGrpSpPr>
          <p:grpSpPr>
            <a:xfrm>
              <a:off x="3860405" y="1990461"/>
              <a:ext cx="4471191" cy="3217905"/>
              <a:chOff x="3472865" y="1176990"/>
              <a:chExt cx="7200898" cy="5182469"/>
            </a:xfrm>
          </p:grpSpPr>
          <p:sp>
            <p:nvSpPr>
              <p:cNvPr id="60" name="Rounded Rectangle 4"/>
              <p:cNvSpPr/>
              <p:nvPr/>
            </p:nvSpPr>
            <p:spPr>
              <a:xfrm>
                <a:off x="5739815" y="1176990"/>
                <a:ext cx="2667000" cy="2666999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isometricTopUp"/>
                <a:lightRig rig="threePt" dir="t"/>
              </a:scene3d>
              <a:sp3d extrusionH="292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ounded Rectangle 5"/>
              <p:cNvSpPr/>
              <p:nvPr/>
            </p:nvSpPr>
            <p:spPr>
              <a:xfrm>
                <a:off x="3472865" y="2434724"/>
                <a:ext cx="2667000" cy="2667000"/>
              </a:xfrm>
              <a:prstGeom prst="round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isometricTopUp"/>
                <a:lightRig rig="threePt" dir="t"/>
              </a:scene3d>
              <a:sp3d extrusionH="292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ounded Rectangle 6"/>
              <p:cNvSpPr/>
              <p:nvPr/>
            </p:nvSpPr>
            <p:spPr>
              <a:xfrm>
                <a:off x="8006763" y="2455508"/>
                <a:ext cx="2667000" cy="2666999"/>
              </a:xfrm>
              <a:prstGeom prst="round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</a:ln>
              <a:scene3d>
                <a:camera prst="isometricTopUp"/>
                <a:lightRig rig="threePt" dir="t"/>
              </a:scene3d>
              <a:sp3d extrusionH="292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ounded Rectangle 7"/>
              <p:cNvSpPr/>
              <p:nvPr/>
            </p:nvSpPr>
            <p:spPr>
              <a:xfrm>
                <a:off x="5739814" y="3692459"/>
                <a:ext cx="2667000" cy="2667000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  <a:scene3d>
                <a:camera prst="isometricTopUp"/>
                <a:lightRig rig="threePt" dir="t"/>
              </a:scene3d>
              <a:sp3d extrusionH="292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4" name="Group 8"/>
              <p:cNvGrpSpPr/>
              <p:nvPr/>
            </p:nvGrpSpPr>
            <p:grpSpPr>
              <a:xfrm>
                <a:off x="4422059" y="3349182"/>
                <a:ext cx="768612" cy="838086"/>
                <a:chOff x="-2141538" y="6581775"/>
                <a:chExt cx="1387475" cy="1512888"/>
              </a:xfrm>
              <a:solidFill>
                <a:schemeClr val="bg1"/>
              </a:solidFill>
              <a:scene3d>
                <a:camera prst="orthographicFront">
                  <a:rot lat="19440000" lon="18840000" rev="3600000"/>
                </a:camera>
                <a:lightRig rig="threePt" dir="t"/>
              </a:scene3d>
            </p:grpSpPr>
            <p:sp>
              <p:nvSpPr>
                <p:cNvPr id="74" name="Freeform 458"/>
                <p:cNvSpPr>
                  <a:spLocks noEditPoints="1"/>
                </p:cNvSpPr>
                <p:nvPr/>
              </p:nvSpPr>
              <p:spPr bwMode="auto">
                <a:xfrm>
                  <a:off x="-1827213" y="6581775"/>
                  <a:ext cx="760413" cy="755650"/>
                </a:xfrm>
                <a:custGeom>
                  <a:avLst/>
                  <a:gdLst>
                    <a:gd name="T0" fmla="*/ 101 w 201"/>
                    <a:gd name="T1" fmla="*/ 200 h 200"/>
                    <a:gd name="T2" fmla="*/ 171 w 201"/>
                    <a:gd name="T3" fmla="*/ 171 h 200"/>
                    <a:gd name="T4" fmla="*/ 201 w 201"/>
                    <a:gd name="T5" fmla="*/ 100 h 200"/>
                    <a:gd name="T6" fmla="*/ 171 w 201"/>
                    <a:gd name="T7" fmla="*/ 29 h 200"/>
                    <a:gd name="T8" fmla="*/ 101 w 201"/>
                    <a:gd name="T9" fmla="*/ 0 h 200"/>
                    <a:gd name="T10" fmla="*/ 30 w 201"/>
                    <a:gd name="T11" fmla="*/ 29 h 200"/>
                    <a:gd name="T12" fmla="*/ 0 w 201"/>
                    <a:gd name="T13" fmla="*/ 100 h 200"/>
                    <a:gd name="T14" fmla="*/ 30 w 201"/>
                    <a:gd name="T15" fmla="*/ 171 h 200"/>
                    <a:gd name="T16" fmla="*/ 101 w 201"/>
                    <a:gd name="T17" fmla="*/ 200 h 200"/>
                    <a:gd name="T18" fmla="*/ 101 w 201"/>
                    <a:gd name="T19" fmla="*/ 200 h 200"/>
                    <a:gd name="T20" fmla="*/ 101 w 201"/>
                    <a:gd name="T21" fmla="*/ 200 h 2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201" h="200">
                      <a:moveTo>
                        <a:pt x="101" y="200"/>
                      </a:moveTo>
                      <a:cubicBezTo>
                        <a:pt x="128" y="200"/>
                        <a:pt x="152" y="190"/>
                        <a:pt x="171" y="171"/>
                      </a:cubicBezTo>
                      <a:cubicBezTo>
                        <a:pt x="191" y="151"/>
                        <a:pt x="201" y="128"/>
                        <a:pt x="201" y="100"/>
                      </a:cubicBezTo>
                      <a:cubicBezTo>
                        <a:pt x="201" y="72"/>
                        <a:pt x="191" y="49"/>
                        <a:pt x="171" y="29"/>
                      </a:cubicBezTo>
                      <a:cubicBezTo>
                        <a:pt x="152" y="10"/>
                        <a:pt x="128" y="0"/>
                        <a:pt x="101" y="0"/>
                      </a:cubicBezTo>
                      <a:cubicBezTo>
                        <a:pt x="73" y="0"/>
                        <a:pt x="49" y="10"/>
                        <a:pt x="30" y="29"/>
                      </a:cubicBezTo>
                      <a:cubicBezTo>
                        <a:pt x="10" y="49"/>
                        <a:pt x="0" y="72"/>
                        <a:pt x="0" y="100"/>
                      </a:cubicBezTo>
                      <a:cubicBezTo>
                        <a:pt x="0" y="128"/>
                        <a:pt x="10" y="151"/>
                        <a:pt x="30" y="171"/>
                      </a:cubicBezTo>
                      <a:cubicBezTo>
                        <a:pt x="49" y="190"/>
                        <a:pt x="73" y="200"/>
                        <a:pt x="101" y="200"/>
                      </a:cubicBezTo>
                      <a:close/>
                      <a:moveTo>
                        <a:pt x="101" y="200"/>
                      </a:moveTo>
                      <a:cubicBezTo>
                        <a:pt x="101" y="200"/>
                        <a:pt x="101" y="200"/>
                        <a:pt x="101" y="20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5" name="Freeform 459"/>
                <p:cNvSpPr>
                  <a:spLocks noEditPoints="1"/>
                </p:cNvSpPr>
                <p:nvPr/>
              </p:nvSpPr>
              <p:spPr bwMode="auto">
                <a:xfrm>
                  <a:off x="-2141538" y="7277100"/>
                  <a:ext cx="1387475" cy="817563"/>
                </a:xfrm>
                <a:custGeom>
                  <a:avLst/>
                  <a:gdLst>
                    <a:gd name="T0" fmla="*/ 366 w 367"/>
                    <a:gd name="T1" fmla="*/ 122 h 216"/>
                    <a:gd name="T2" fmla="*/ 363 w 367"/>
                    <a:gd name="T3" fmla="*/ 94 h 216"/>
                    <a:gd name="T4" fmla="*/ 356 w 367"/>
                    <a:gd name="T5" fmla="*/ 65 h 216"/>
                    <a:gd name="T6" fmla="*/ 344 w 367"/>
                    <a:gd name="T7" fmla="*/ 40 h 216"/>
                    <a:gd name="T8" fmla="*/ 328 w 367"/>
                    <a:gd name="T9" fmla="*/ 19 h 216"/>
                    <a:gd name="T10" fmla="*/ 306 w 367"/>
                    <a:gd name="T11" fmla="*/ 5 h 216"/>
                    <a:gd name="T12" fmla="*/ 277 w 367"/>
                    <a:gd name="T13" fmla="*/ 0 h 216"/>
                    <a:gd name="T14" fmla="*/ 266 w 367"/>
                    <a:gd name="T15" fmla="*/ 5 h 216"/>
                    <a:gd name="T16" fmla="*/ 247 w 367"/>
                    <a:gd name="T17" fmla="*/ 18 h 216"/>
                    <a:gd name="T18" fmla="*/ 218 w 367"/>
                    <a:gd name="T19" fmla="*/ 30 h 216"/>
                    <a:gd name="T20" fmla="*/ 184 w 367"/>
                    <a:gd name="T21" fmla="*/ 36 h 216"/>
                    <a:gd name="T22" fmla="*/ 149 w 367"/>
                    <a:gd name="T23" fmla="*/ 30 h 216"/>
                    <a:gd name="T24" fmla="*/ 121 w 367"/>
                    <a:gd name="T25" fmla="*/ 18 h 216"/>
                    <a:gd name="T26" fmla="*/ 101 w 367"/>
                    <a:gd name="T27" fmla="*/ 5 h 216"/>
                    <a:gd name="T28" fmla="*/ 90 w 367"/>
                    <a:gd name="T29" fmla="*/ 0 h 216"/>
                    <a:gd name="T30" fmla="*/ 61 w 367"/>
                    <a:gd name="T31" fmla="*/ 5 h 216"/>
                    <a:gd name="T32" fmla="*/ 39 w 367"/>
                    <a:gd name="T33" fmla="*/ 19 h 216"/>
                    <a:gd name="T34" fmla="*/ 23 w 367"/>
                    <a:gd name="T35" fmla="*/ 40 h 216"/>
                    <a:gd name="T36" fmla="*/ 11 w 367"/>
                    <a:gd name="T37" fmla="*/ 65 h 216"/>
                    <a:gd name="T38" fmla="*/ 5 w 367"/>
                    <a:gd name="T39" fmla="*/ 94 h 216"/>
                    <a:gd name="T40" fmla="*/ 1 w 367"/>
                    <a:gd name="T41" fmla="*/ 122 h 216"/>
                    <a:gd name="T42" fmla="*/ 0 w 367"/>
                    <a:gd name="T43" fmla="*/ 149 h 216"/>
                    <a:gd name="T44" fmla="*/ 19 w 367"/>
                    <a:gd name="T45" fmla="*/ 198 h 216"/>
                    <a:gd name="T46" fmla="*/ 70 w 367"/>
                    <a:gd name="T47" fmla="*/ 216 h 216"/>
                    <a:gd name="T48" fmla="*/ 297 w 367"/>
                    <a:gd name="T49" fmla="*/ 216 h 216"/>
                    <a:gd name="T50" fmla="*/ 348 w 367"/>
                    <a:gd name="T51" fmla="*/ 198 h 216"/>
                    <a:gd name="T52" fmla="*/ 367 w 367"/>
                    <a:gd name="T53" fmla="*/ 149 h 216"/>
                    <a:gd name="T54" fmla="*/ 366 w 367"/>
                    <a:gd name="T55" fmla="*/ 122 h 216"/>
                    <a:gd name="T56" fmla="*/ 366 w 367"/>
                    <a:gd name="T57" fmla="*/ 122 h 216"/>
                    <a:gd name="T58" fmla="*/ 366 w 367"/>
                    <a:gd name="T59" fmla="*/ 122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7" h="216">
                      <a:moveTo>
                        <a:pt x="366" y="122"/>
                      </a:moveTo>
                      <a:cubicBezTo>
                        <a:pt x="366" y="113"/>
                        <a:pt x="364" y="104"/>
                        <a:pt x="363" y="94"/>
                      </a:cubicBezTo>
                      <a:cubicBezTo>
                        <a:pt x="361" y="83"/>
                        <a:pt x="358" y="74"/>
                        <a:pt x="356" y="65"/>
                      </a:cubicBezTo>
                      <a:cubicBezTo>
                        <a:pt x="353" y="57"/>
                        <a:pt x="349" y="48"/>
                        <a:pt x="344" y="40"/>
                      </a:cubicBezTo>
                      <a:cubicBezTo>
                        <a:pt x="340" y="32"/>
                        <a:pt x="334" y="25"/>
                        <a:pt x="328" y="19"/>
                      </a:cubicBezTo>
                      <a:cubicBezTo>
                        <a:pt x="322" y="13"/>
                        <a:pt x="315" y="8"/>
                        <a:pt x="306" y="5"/>
                      </a:cubicBezTo>
                      <a:cubicBezTo>
                        <a:pt x="297" y="1"/>
                        <a:pt x="287" y="0"/>
                        <a:pt x="277" y="0"/>
                      </a:cubicBezTo>
                      <a:cubicBezTo>
                        <a:pt x="275" y="0"/>
                        <a:pt x="272" y="1"/>
                        <a:pt x="266" y="5"/>
                      </a:cubicBezTo>
                      <a:cubicBezTo>
                        <a:pt x="260" y="9"/>
                        <a:pt x="254" y="13"/>
                        <a:pt x="247" y="18"/>
                      </a:cubicBezTo>
                      <a:cubicBezTo>
                        <a:pt x="239" y="22"/>
                        <a:pt x="230" y="26"/>
                        <a:pt x="218" y="30"/>
                      </a:cubicBezTo>
                      <a:cubicBezTo>
                        <a:pt x="207" y="34"/>
                        <a:pt x="195" y="36"/>
                        <a:pt x="184" y="36"/>
                      </a:cubicBezTo>
                      <a:cubicBezTo>
                        <a:pt x="172" y="36"/>
                        <a:pt x="160" y="34"/>
                        <a:pt x="149" y="30"/>
                      </a:cubicBezTo>
                      <a:cubicBezTo>
                        <a:pt x="137" y="26"/>
                        <a:pt x="128" y="22"/>
                        <a:pt x="121" y="18"/>
                      </a:cubicBezTo>
                      <a:cubicBezTo>
                        <a:pt x="113" y="13"/>
                        <a:pt x="107" y="9"/>
                        <a:pt x="101" y="5"/>
                      </a:cubicBezTo>
                      <a:cubicBezTo>
                        <a:pt x="95" y="1"/>
                        <a:pt x="92" y="0"/>
                        <a:pt x="90" y="0"/>
                      </a:cubicBezTo>
                      <a:cubicBezTo>
                        <a:pt x="80" y="0"/>
                        <a:pt x="70" y="1"/>
                        <a:pt x="61" y="5"/>
                      </a:cubicBezTo>
                      <a:cubicBezTo>
                        <a:pt x="52" y="8"/>
                        <a:pt x="45" y="13"/>
                        <a:pt x="39" y="19"/>
                      </a:cubicBezTo>
                      <a:cubicBezTo>
                        <a:pt x="33" y="25"/>
                        <a:pt x="27" y="32"/>
                        <a:pt x="23" y="40"/>
                      </a:cubicBezTo>
                      <a:cubicBezTo>
                        <a:pt x="18" y="48"/>
                        <a:pt x="14" y="57"/>
                        <a:pt x="11" y="65"/>
                      </a:cubicBezTo>
                      <a:cubicBezTo>
                        <a:pt x="9" y="74"/>
                        <a:pt x="6" y="83"/>
                        <a:pt x="5" y="94"/>
                      </a:cubicBezTo>
                      <a:cubicBezTo>
                        <a:pt x="3" y="104"/>
                        <a:pt x="2" y="113"/>
                        <a:pt x="1" y="122"/>
                      </a:cubicBezTo>
                      <a:cubicBezTo>
                        <a:pt x="0" y="131"/>
                        <a:pt x="0" y="140"/>
                        <a:pt x="0" y="149"/>
                      </a:cubicBezTo>
                      <a:cubicBezTo>
                        <a:pt x="0" y="170"/>
                        <a:pt x="6" y="186"/>
                        <a:pt x="19" y="198"/>
                      </a:cubicBezTo>
                      <a:cubicBezTo>
                        <a:pt x="32" y="210"/>
                        <a:pt x="49" y="216"/>
                        <a:pt x="70" y="216"/>
                      </a:cubicBezTo>
                      <a:cubicBezTo>
                        <a:pt x="297" y="216"/>
                        <a:pt x="297" y="216"/>
                        <a:pt x="297" y="216"/>
                      </a:cubicBezTo>
                      <a:cubicBezTo>
                        <a:pt x="319" y="216"/>
                        <a:pt x="335" y="210"/>
                        <a:pt x="348" y="198"/>
                      </a:cubicBezTo>
                      <a:cubicBezTo>
                        <a:pt x="361" y="186"/>
                        <a:pt x="367" y="170"/>
                        <a:pt x="367" y="149"/>
                      </a:cubicBezTo>
                      <a:cubicBezTo>
                        <a:pt x="367" y="140"/>
                        <a:pt x="367" y="131"/>
                        <a:pt x="366" y="122"/>
                      </a:cubicBezTo>
                      <a:close/>
                      <a:moveTo>
                        <a:pt x="366" y="122"/>
                      </a:moveTo>
                      <a:cubicBezTo>
                        <a:pt x="366" y="122"/>
                        <a:pt x="366" y="122"/>
                        <a:pt x="366" y="122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sp>
            <p:nvSpPr>
              <p:cNvPr id="65" name="Freeform 88"/>
              <p:cNvSpPr>
                <a:spLocks noEditPoints="1"/>
              </p:cNvSpPr>
              <p:nvPr/>
            </p:nvSpPr>
            <p:spPr bwMode="auto">
              <a:xfrm>
                <a:off x="6659332" y="2081642"/>
                <a:ext cx="827964" cy="857696"/>
              </a:xfrm>
              <a:custGeom>
                <a:avLst/>
                <a:gdLst>
                  <a:gd name="T0" fmla="*/ 374 w 386"/>
                  <a:gd name="T1" fmla="*/ 344 h 400"/>
                  <a:gd name="T2" fmla="*/ 243 w 386"/>
                  <a:gd name="T3" fmla="*/ 137 h 400"/>
                  <a:gd name="T4" fmla="*/ 243 w 386"/>
                  <a:gd name="T5" fmla="*/ 33 h 400"/>
                  <a:gd name="T6" fmla="*/ 260 w 386"/>
                  <a:gd name="T7" fmla="*/ 33 h 400"/>
                  <a:gd name="T8" fmla="*/ 272 w 386"/>
                  <a:gd name="T9" fmla="*/ 28 h 400"/>
                  <a:gd name="T10" fmla="*/ 277 w 386"/>
                  <a:gd name="T11" fmla="*/ 17 h 400"/>
                  <a:gd name="T12" fmla="*/ 272 w 386"/>
                  <a:gd name="T13" fmla="*/ 5 h 400"/>
                  <a:gd name="T14" fmla="*/ 260 w 386"/>
                  <a:gd name="T15" fmla="*/ 0 h 400"/>
                  <a:gd name="T16" fmla="*/ 126 w 386"/>
                  <a:gd name="T17" fmla="*/ 0 h 400"/>
                  <a:gd name="T18" fmla="*/ 115 w 386"/>
                  <a:gd name="T19" fmla="*/ 5 h 400"/>
                  <a:gd name="T20" fmla="*/ 110 w 386"/>
                  <a:gd name="T21" fmla="*/ 17 h 400"/>
                  <a:gd name="T22" fmla="*/ 115 w 386"/>
                  <a:gd name="T23" fmla="*/ 28 h 400"/>
                  <a:gd name="T24" fmla="*/ 126 w 386"/>
                  <a:gd name="T25" fmla="*/ 33 h 400"/>
                  <a:gd name="T26" fmla="*/ 143 w 386"/>
                  <a:gd name="T27" fmla="*/ 33 h 400"/>
                  <a:gd name="T28" fmla="*/ 143 w 386"/>
                  <a:gd name="T29" fmla="*/ 137 h 400"/>
                  <a:gd name="T30" fmla="*/ 12 w 386"/>
                  <a:gd name="T31" fmla="*/ 344 h 400"/>
                  <a:gd name="T32" fmla="*/ 6 w 386"/>
                  <a:gd name="T33" fmla="*/ 384 h 400"/>
                  <a:gd name="T34" fmla="*/ 43 w 386"/>
                  <a:gd name="T35" fmla="*/ 400 h 400"/>
                  <a:gd name="T36" fmla="*/ 343 w 386"/>
                  <a:gd name="T37" fmla="*/ 400 h 400"/>
                  <a:gd name="T38" fmla="*/ 380 w 386"/>
                  <a:gd name="T39" fmla="*/ 384 h 400"/>
                  <a:gd name="T40" fmla="*/ 374 w 386"/>
                  <a:gd name="T41" fmla="*/ 344 h 400"/>
                  <a:gd name="T42" fmla="*/ 100 w 386"/>
                  <a:gd name="T43" fmla="*/ 267 h 400"/>
                  <a:gd name="T44" fmla="*/ 171 w 386"/>
                  <a:gd name="T45" fmla="*/ 155 h 400"/>
                  <a:gd name="T46" fmla="*/ 177 w 386"/>
                  <a:gd name="T47" fmla="*/ 147 h 400"/>
                  <a:gd name="T48" fmla="*/ 177 w 386"/>
                  <a:gd name="T49" fmla="*/ 33 h 400"/>
                  <a:gd name="T50" fmla="*/ 210 w 386"/>
                  <a:gd name="T51" fmla="*/ 33 h 400"/>
                  <a:gd name="T52" fmla="*/ 210 w 386"/>
                  <a:gd name="T53" fmla="*/ 147 h 400"/>
                  <a:gd name="T54" fmla="*/ 215 w 386"/>
                  <a:gd name="T55" fmla="*/ 155 h 400"/>
                  <a:gd name="T56" fmla="*/ 286 w 386"/>
                  <a:gd name="T57" fmla="*/ 267 h 400"/>
                  <a:gd name="T58" fmla="*/ 100 w 386"/>
                  <a:gd name="T59" fmla="*/ 267 h 400"/>
                  <a:gd name="T60" fmla="*/ 100 w 386"/>
                  <a:gd name="T61" fmla="*/ 267 h 400"/>
                  <a:gd name="T62" fmla="*/ 100 w 386"/>
                  <a:gd name="T63" fmla="*/ 267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86" h="400">
                    <a:moveTo>
                      <a:pt x="374" y="344"/>
                    </a:moveTo>
                    <a:cubicBezTo>
                      <a:pt x="243" y="137"/>
                      <a:pt x="243" y="137"/>
                      <a:pt x="243" y="137"/>
                    </a:cubicBezTo>
                    <a:cubicBezTo>
                      <a:pt x="243" y="33"/>
                      <a:pt x="243" y="33"/>
                      <a:pt x="243" y="33"/>
                    </a:cubicBezTo>
                    <a:cubicBezTo>
                      <a:pt x="260" y="33"/>
                      <a:pt x="260" y="33"/>
                      <a:pt x="260" y="33"/>
                    </a:cubicBezTo>
                    <a:cubicBezTo>
                      <a:pt x="264" y="33"/>
                      <a:pt x="268" y="32"/>
                      <a:pt x="272" y="28"/>
                    </a:cubicBezTo>
                    <a:cubicBezTo>
                      <a:pt x="275" y="25"/>
                      <a:pt x="277" y="21"/>
                      <a:pt x="277" y="17"/>
                    </a:cubicBezTo>
                    <a:cubicBezTo>
                      <a:pt x="277" y="12"/>
                      <a:pt x="275" y="8"/>
                      <a:pt x="272" y="5"/>
                    </a:cubicBezTo>
                    <a:cubicBezTo>
                      <a:pt x="268" y="2"/>
                      <a:pt x="264" y="0"/>
                      <a:pt x="260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2" y="0"/>
                      <a:pt x="118" y="2"/>
                      <a:pt x="115" y="5"/>
                    </a:cubicBezTo>
                    <a:cubicBezTo>
                      <a:pt x="111" y="8"/>
                      <a:pt x="110" y="12"/>
                      <a:pt x="110" y="17"/>
                    </a:cubicBezTo>
                    <a:cubicBezTo>
                      <a:pt x="110" y="21"/>
                      <a:pt x="111" y="25"/>
                      <a:pt x="115" y="28"/>
                    </a:cubicBezTo>
                    <a:cubicBezTo>
                      <a:pt x="118" y="32"/>
                      <a:pt x="122" y="33"/>
                      <a:pt x="126" y="33"/>
                    </a:cubicBezTo>
                    <a:cubicBezTo>
                      <a:pt x="143" y="33"/>
                      <a:pt x="143" y="33"/>
                      <a:pt x="143" y="33"/>
                    </a:cubicBezTo>
                    <a:cubicBezTo>
                      <a:pt x="143" y="137"/>
                      <a:pt x="143" y="137"/>
                      <a:pt x="143" y="137"/>
                    </a:cubicBezTo>
                    <a:cubicBezTo>
                      <a:pt x="12" y="344"/>
                      <a:pt x="12" y="344"/>
                      <a:pt x="12" y="344"/>
                    </a:cubicBezTo>
                    <a:cubicBezTo>
                      <a:pt x="2" y="360"/>
                      <a:pt x="0" y="373"/>
                      <a:pt x="6" y="384"/>
                    </a:cubicBezTo>
                    <a:cubicBezTo>
                      <a:pt x="12" y="395"/>
                      <a:pt x="25" y="400"/>
                      <a:pt x="43" y="400"/>
                    </a:cubicBezTo>
                    <a:cubicBezTo>
                      <a:pt x="343" y="400"/>
                      <a:pt x="343" y="400"/>
                      <a:pt x="343" y="400"/>
                    </a:cubicBezTo>
                    <a:cubicBezTo>
                      <a:pt x="362" y="400"/>
                      <a:pt x="374" y="395"/>
                      <a:pt x="380" y="384"/>
                    </a:cubicBezTo>
                    <a:cubicBezTo>
                      <a:pt x="386" y="373"/>
                      <a:pt x="384" y="360"/>
                      <a:pt x="374" y="344"/>
                    </a:cubicBezTo>
                    <a:close/>
                    <a:moveTo>
                      <a:pt x="100" y="267"/>
                    </a:moveTo>
                    <a:cubicBezTo>
                      <a:pt x="171" y="155"/>
                      <a:pt x="171" y="155"/>
                      <a:pt x="171" y="155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7" y="33"/>
                      <a:pt x="177" y="33"/>
                      <a:pt x="177" y="33"/>
                    </a:cubicBezTo>
                    <a:cubicBezTo>
                      <a:pt x="210" y="33"/>
                      <a:pt x="210" y="33"/>
                      <a:pt x="210" y="33"/>
                    </a:cubicBezTo>
                    <a:cubicBezTo>
                      <a:pt x="210" y="147"/>
                      <a:pt x="210" y="147"/>
                      <a:pt x="210" y="147"/>
                    </a:cubicBezTo>
                    <a:cubicBezTo>
                      <a:pt x="215" y="155"/>
                      <a:pt x="215" y="155"/>
                      <a:pt x="215" y="155"/>
                    </a:cubicBezTo>
                    <a:cubicBezTo>
                      <a:pt x="286" y="267"/>
                      <a:pt x="286" y="267"/>
                      <a:pt x="286" y="267"/>
                    </a:cubicBezTo>
                    <a:lnTo>
                      <a:pt x="100" y="267"/>
                    </a:lnTo>
                    <a:close/>
                    <a:moveTo>
                      <a:pt x="100" y="267"/>
                    </a:moveTo>
                    <a:cubicBezTo>
                      <a:pt x="100" y="267"/>
                      <a:pt x="100" y="267"/>
                      <a:pt x="100" y="267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scene3d>
                <a:camera prst="orthographicFront">
                  <a:rot lat="19440000" lon="18840000" rev="3600000"/>
                </a:camera>
                <a:lightRig rig="threePt" dir="t"/>
              </a:scene3d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grpSp>
            <p:nvGrpSpPr>
              <p:cNvPr id="66" name="Group 10"/>
              <p:cNvGrpSpPr/>
              <p:nvPr/>
            </p:nvGrpSpPr>
            <p:grpSpPr>
              <a:xfrm>
                <a:off x="6632951" y="4653378"/>
                <a:ext cx="880727" cy="745164"/>
                <a:chOff x="12944475" y="8515350"/>
                <a:chExt cx="1639888" cy="1387475"/>
              </a:xfrm>
              <a:solidFill>
                <a:schemeClr val="bg1"/>
              </a:solidFill>
              <a:scene3d>
                <a:camera prst="orthographicFront">
                  <a:rot lat="19440000" lon="18840000" rev="3600000"/>
                </a:camera>
                <a:lightRig rig="threePt" dir="t"/>
              </a:scene3d>
            </p:grpSpPr>
            <p:sp>
              <p:nvSpPr>
                <p:cNvPr id="71" name="Freeform 387"/>
                <p:cNvSpPr>
                  <a:spLocks noEditPoints="1"/>
                </p:cNvSpPr>
                <p:nvPr/>
              </p:nvSpPr>
              <p:spPr bwMode="auto">
                <a:xfrm>
                  <a:off x="14206538" y="9648825"/>
                  <a:ext cx="249238" cy="254000"/>
                </a:xfrm>
                <a:custGeom>
                  <a:avLst/>
                  <a:gdLst>
                    <a:gd name="T0" fmla="*/ 0 w 66"/>
                    <a:gd name="T1" fmla="*/ 34 h 67"/>
                    <a:gd name="T2" fmla="*/ 9 w 66"/>
                    <a:gd name="T3" fmla="*/ 57 h 67"/>
                    <a:gd name="T4" fmla="*/ 33 w 66"/>
                    <a:gd name="T5" fmla="*/ 67 h 67"/>
                    <a:gd name="T6" fmla="*/ 57 w 66"/>
                    <a:gd name="T7" fmla="*/ 57 h 67"/>
                    <a:gd name="T8" fmla="*/ 66 w 66"/>
                    <a:gd name="T9" fmla="*/ 34 h 67"/>
                    <a:gd name="T10" fmla="*/ 57 w 66"/>
                    <a:gd name="T11" fmla="*/ 10 h 67"/>
                    <a:gd name="T12" fmla="*/ 33 w 66"/>
                    <a:gd name="T13" fmla="*/ 0 h 67"/>
                    <a:gd name="T14" fmla="*/ 9 w 66"/>
                    <a:gd name="T15" fmla="*/ 10 h 67"/>
                    <a:gd name="T16" fmla="*/ 0 w 66"/>
                    <a:gd name="T17" fmla="*/ 34 h 67"/>
                    <a:gd name="T18" fmla="*/ 0 w 66"/>
                    <a:gd name="T19" fmla="*/ 34 h 67"/>
                    <a:gd name="T20" fmla="*/ 0 w 66"/>
                    <a:gd name="T21" fmla="*/ 34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6" h="67">
                      <a:moveTo>
                        <a:pt x="0" y="34"/>
                      </a:moveTo>
                      <a:cubicBezTo>
                        <a:pt x="0" y="43"/>
                        <a:pt x="3" y="51"/>
                        <a:pt x="9" y="57"/>
                      </a:cubicBezTo>
                      <a:cubicBezTo>
                        <a:pt x="16" y="64"/>
                        <a:pt x="24" y="67"/>
                        <a:pt x="33" y="67"/>
                      </a:cubicBezTo>
                      <a:cubicBezTo>
                        <a:pt x="42" y="67"/>
                        <a:pt x="50" y="64"/>
                        <a:pt x="57" y="57"/>
                      </a:cubicBezTo>
                      <a:cubicBezTo>
                        <a:pt x="63" y="51"/>
                        <a:pt x="66" y="43"/>
                        <a:pt x="66" y="34"/>
                      </a:cubicBezTo>
                      <a:cubicBezTo>
                        <a:pt x="66" y="25"/>
                        <a:pt x="63" y="17"/>
                        <a:pt x="57" y="10"/>
                      </a:cubicBezTo>
                      <a:cubicBezTo>
                        <a:pt x="50" y="4"/>
                        <a:pt x="42" y="0"/>
                        <a:pt x="33" y="0"/>
                      </a:cubicBezTo>
                      <a:cubicBezTo>
                        <a:pt x="24" y="0"/>
                        <a:pt x="16" y="4"/>
                        <a:pt x="9" y="10"/>
                      </a:cubicBezTo>
                      <a:cubicBezTo>
                        <a:pt x="3" y="17"/>
                        <a:pt x="0" y="25"/>
                        <a:pt x="0" y="34"/>
                      </a:cubicBezTo>
                      <a:close/>
                      <a:moveTo>
                        <a:pt x="0" y="34"/>
                      </a:moveTo>
                      <a:cubicBezTo>
                        <a:pt x="0" y="34"/>
                        <a:pt x="0" y="34"/>
                        <a:pt x="0" y="3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2" name="Freeform 388"/>
                <p:cNvSpPr>
                  <a:spLocks noEditPoints="1"/>
                </p:cNvSpPr>
                <p:nvPr/>
              </p:nvSpPr>
              <p:spPr bwMode="auto">
                <a:xfrm>
                  <a:off x="12944475" y="8515350"/>
                  <a:ext cx="1639888" cy="1133475"/>
                </a:xfrm>
                <a:custGeom>
                  <a:avLst/>
                  <a:gdLst>
                    <a:gd name="T0" fmla="*/ 429 w 434"/>
                    <a:gd name="T1" fmla="*/ 38 h 300"/>
                    <a:gd name="T2" fmla="*/ 417 w 434"/>
                    <a:gd name="T3" fmla="*/ 33 h 300"/>
                    <a:gd name="T4" fmla="*/ 104 w 434"/>
                    <a:gd name="T5" fmla="*/ 33 h 300"/>
                    <a:gd name="T6" fmla="*/ 103 w 434"/>
                    <a:gd name="T7" fmla="*/ 27 h 300"/>
                    <a:gd name="T8" fmla="*/ 101 w 434"/>
                    <a:gd name="T9" fmla="*/ 19 h 300"/>
                    <a:gd name="T10" fmla="*/ 99 w 434"/>
                    <a:gd name="T11" fmla="*/ 12 h 300"/>
                    <a:gd name="T12" fmla="*/ 96 w 434"/>
                    <a:gd name="T13" fmla="*/ 6 h 300"/>
                    <a:gd name="T14" fmla="*/ 91 w 434"/>
                    <a:gd name="T15" fmla="*/ 2 h 300"/>
                    <a:gd name="T16" fmla="*/ 83 w 434"/>
                    <a:gd name="T17" fmla="*/ 0 h 300"/>
                    <a:gd name="T18" fmla="*/ 17 w 434"/>
                    <a:gd name="T19" fmla="*/ 0 h 300"/>
                    <a:gd name="T20" fmla="*/ 5 w 434"/>
                    <a:gd name="T21" fmla="*/ 5 h 300"/>
                    <a:gd name="T22" fmla="*/ 0 w 434"/>
                    <a:gd name="T23" fmla="*/ 17 h 300"/>
                    <a:gd name="T24" fmla="*/ 5 w 434"/>
                    <a:gd name="T25" fmla="*/ 28 h 300"/>
                    <a:gd name="T26" fmla="*/ 17 w 434"/>
                    <a:gd name="T27" fmla="*/ 33 h 300"/>
                    <a:gd name="T28" fmla="*/ 70 w 434"/>
                    <a:gd name="T29" fmla="*/ 33 h 300"/>
                    <a:gd name="T30" fmla="*/ 116 w 434"/>
                    <a:gd name="T31" fmla="*/ 248 h 300"/>
                    <a:gd name="T32" fmla="*/ 111 w 434"/>
                    <a:gd name="T33" fmla="*/ 258 h 300"/>
                    <a:gd name="T34" fmla="*/ 103 w 434"/>
                    <a:gd name="T35" fmla="*/ 273 h 300"/>
                    <a:gd name="T36" fmla="*/ 100 w 434"/>
                    <a:gd name="T37" fmla="*/ 284 h 300"/>
                    <a:gd name="T38" fmla="*/ 105 w 434"/>
                    <a:gd name="T39" fmla="*/ 295 h 300"/>
                    <a:gd name="T40" fmla="*/ 117 w 434"/>
                    <a:gd name="T41" fmla="*/ 300 h 300"/>
                    <a:gd name="T42" fmla="*/ 384 w 434"/>
                    <a:gd name="T43" fmla="*/ 300 h 300"/>
                    <a:gd name="T44" fmla="*/ 396 w 434"/>
                    <a:gd name="T45" fmla="*/ 295 h 300"/>
                    <a:gd name="T46" fmla="*/ 400 w 434"/>
                    <a:gd name="T47" fmla="*/ 284 h 300"/>
                    <a:gd name="T48" fmla="*/ 396 w 434"/>
                    <a:gd name="T49" fmla="*/ 272 h 300"/>
                    <a:gd name="T50" fmla="*/ 384 w 434"/>
                    <a:gd name="T51" fmla="*/ 267 h 300"/>
                    <a:gd name="T52" fmla="*/ 144 w 434"/>
                    <a:gd name="T53" fmla="*/ 267 h 300"/>
                    <a:gd name="T54" fmla="*/ 150 w 434"/>
                    <a:gd name="T55" fmla="*/ 250 h 300"/>
                    <a:gd name="T56" fmla="*/ 150 w 434"/>
                    <a:gd name="T57" fmla="*/ 245 h 300"/>
                    <a:gd name="T58" fmla="*/ 148 w 434"/>
                    <a:gd name="T59" fmla="*/ 238 h 300"/>
                    <a:gd name="T60" fmla="*/ 147 w 434"/>
                    <a:gd name="T61" fmla="*/ 232 h 300"/>
                    <a:gd name="T62" fmla="*/ 419 w 434"/>
                    <a:gd name="T63" fmla="*/ 200 h 300"/>
                    <a:gd name="T64" fmla="*/ 430 w 434"/>
                    <a:gd name="T65" fmla="*/ 195 h 300"/>
                    <a:gd name="T66" fmla="*/ 434 w 434"/>
                    <a:gd name="T67" fmla="*/ 184 h 300"/>
                    <a:gd name="T68" fmla="*/ 434 w 434"/>
                    <a:gd name="T69" fmla="*/ 50 h 300"/>
                    <a:gd name="T70" fmla="*/ 429 w 434"/>
                    <a:gd name="T71" fmla="*/ 38 h 300"/>
                    <a:gd name="T72" fmla="*/ 429 w 434"/>
                    <a:gd name="T73" fmla="*/ 38 h 300"/>
                    <a:gd name="T74" fmla="*/ 429 w 434"/>
                    <a:gd name="T75" fmla="*/ 38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434" h="300">
                      <a:moveTo>
                        <a:pt x="429" y="38"/>
                      </a:moveTo>
                      <a:cubicBezTo>
                        <a:pt x="426" y="35"/>
                        <a:pt x="422" y="33"/>
                        <a:pt x="417" y="33"/>
                      </a:cubicBezTo>
                      <a:cubicBezTo>
                        <a:pt x="104" y="33"/>
                        <a:pt x="104" y="33"/>
                        <a:pt x="104" y="33"/>
                      </a:cubicBezTo>
                      <a:cubicBezTo>
                        <a:pt x="104" y="32"/>
                        <a:pt x="103" y="30"/>
                        <a:pt x="103" y="27"/>
                      </a:cubicBezTo>
                      <a:cubicBezTo>
                        <a:pt x="102" y="23"/>
                        <a:pt x="102" y="21"/>
                        <a:pt x="101" y="19"/>
                      </a:cubicBezTo>
                      <a:cubicBezTo>
                        <a:pt x="101" y="17"/>
                        <a:pt x="100" y="15"/>
                        <a:pt x="99" y="12"/>
                      </a:cubicBezTo>
                      <a:cubicBezTo>
                        <a:pt x="99" y="9"/>
                        <a:pt x="97" y="7"/>
                        <a:pt x="96" y="6"/>
                      </a:cubicBezTo>
                      <a:cubicBezTo>
                        <a:pt x="95" y="4"/>
                        <a:pt x="93" y="3"/>
                        <a:pt x="91" y="2"/>
                      </a:cubicBezTo>
                      <a:cubicBezTo>
                        <a:pt x="89" y="1"/>
                        <a:pt x="86" y="0"/>
                        <a:pt x="83" y="0"/>
                      </a:cubicBez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12" y="0"/>
                        <a:pt x="8" y="2"/>
                        <a:pt x="5" y="5"/>
                      </a:cubicBezTo>
                      <a:cubicBezTo>
                        <a:pt x="2" y="8"/>
                        <a:pt x="0" y="12"/>
                        <a:pt x="0" y="17"/>
                      </a:cubicBezTo>
                      <a:cubicBezTo>
                        <a:pt x="0" y="21"/>
                        <a:pt x="2" y="25"/>
                        <a:pt x="5" y="28"/>
                      </a:cubicBezTo>
                      <a:cubicBezTo>
                        <a:pt x="8" y="32"/>
                        <a:pt x="12" y="33"/>
                        <a:pt x="17" y="33"/>
                      </a:cubicBezTo>
                      <a:cubicBezTo>
                        <a:pt x="70" y="33"/>
                        <a:pt x="70" y="33"/>
                        <a:pt x="70" y="33"/>
                      </a:cubicBezTo>
                      <a:cubicBezTo>
                        <a:pt x="116" y="248"/>
                        <a:pt x="116" y="248"/>
                        <a:pt x="116" y="248"/>
                      </a:cubicBezTo>
                      <a:cubicBezTo>
                        <a:pt x="116" y="249"/>
                        <a:pt x="114" y="252"/>
                        <a:pt x="111" y="258"/>
                      </a:cubicBezTo>
                      <a:cubicBezTo>
                        <a:pt x="107" y="264"/>
                        <a:pt x="105" y="269"/>
                        <a:pt x="103" y="273"/>
                      </a:cubicBezTo>
                      <a:cubicBezTo>
                        <a:pt x="101" y="278"/>
                        <a:pt x="100" y="281"/>
                        <a:pt x="100" y="284"/>
                      </a:cubicBezTo>
                      <a:cubicBezTo>
                        <a:pt x="100" y="288"/>
                        <a:pt x="102" y="292"/>
                        <a:pt x="105" y="295"/>
                      </a:cubicBezTo>
                      <a:cubicBezTo>
                        <a:pt x="108" y="299"/>
                        <a:pt x="112" y="300"/>
                        <a:pt x="117" y="300"/>
                      </a:cubicBezTo>
                      <a:cubicBezTo>
                        <a:pt x="384" y="300"/>
                        <a:pt x="384" y="300"/>
                        <a:pt x="384" y="300"/>
                      </a:cubicBezTo>
                      <a:cubicBezTo>
                        <a:pt x="388" y="300"/>
                        <a:pt x="392" y="299"/>
                        <a:pt x="396" y="295"/>
                      </a:cubicBezTo>
                      <a:cubicBezTo>
                        <a:pt x="399" y="292"/>
                        <a:pt x="400" y="288"/>
                        <a:pt x="400" y="284"/>
                      </a:cubicBezTo>
                      <a:cubicBezTo>
                        <a:pt x="400" y="279"/>
                        <a:pt x="399" y="275"/>
                        <a:pt x="396" y="272"/>
                      </a:cubicBezTo>
                      <a:cubicBezTo>
                        <a:pt x="392" y="269"/>
                        <a:pt x="388" y="267"/>
                        <a:pt x="384" y="267"/>
                      </a:cubicBezTo>
                      <a:cubicBezTo>
                        <a:pt x="144" y="267"/>
                        <a:pt x="144" y="267"/>
                        <a:pt x="144" y="267"/>
                      </a:cubicBezTo>
                      <a:cubicBezTo>
                        <a:pt x="148" y="259"/>
                        <a:pt x="150" y="253"/>
                        <a:pt x="150" y="250"/>
                      </a:cubicBezTo>
                      <a:cubicBezTo>
                        <a:pt x="150" y="249"/>
                        <a:pt x="150" y="247"/>
                        <a:pt x="150" y="245"/>
                      </a:cubicBezTo>
                      <a:cubicBezTo>
                        <a:pt x="149" y="242"/>
                        <a:pt x="149" y="240"/>
                        <a:pt x="148" y="238"/>
                      </a:cubicBezTo>
                      <a:cubicBezTo>
                        <a:pt x="147" y="235"/>
                        <a:pt x="147" y="233"/>
                        <a:pt x="147" y="232"/>
                      </a:cubicBezTo>
                      <a:cubicBezTo>
                        <a:pt x="419" y="200"/>
                        <a:pt x="419" y="200"/>
                        <a:pt x="419" y="200"/>
                      </a:cubicBezTo>
                      <a:cubicBezTo>
                        <a:pt x="423" y="200"/>
                        <a:pt x="427" y="198"/>
                        <a:pt x="430" y="195"/>
                      </a:cubicBezTo>
                      <a:cubicBezTo>
                        <a:pt x="432" y="191"/>
                        <a:pt x="434" y="188"/>
                        <a:pt x="434" y="184"/>
                      </a:cubicBezTo>
                      <a:cubicBezTo>
                        <a:pt x="434" y="50"/>
                        <a:pt x="434" y="50"/>
                        <a:pt x="434" y="50"/>
                      </a:cubicBezTo>
                      <a:cubicBezTo>
                        <a:pt x="434" y="46"/>
                        <a:pt x="432" y="42"/>
                        <a:pt x="429" y="38"/>
                      </a:cubicBezTo>
                      <a:close/>
                      <a:moveTo>
                        <a:pt x="429" y="38"/>
                      </a:moveTo>
                      <a:cubicBezTo>
                        <a:pt x="429" y="38"/>
                        <a:pt x="429" y="38"/>
                        <a:pt x="429" y="38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3" name="Freeform 389"/>
                <p:cNvSpPr>
                  <a:spLocks noEditPoints="1"/>
                </p:cNvSpPr>
                <p:nvPr/>
              </p:nvSpPr>
              <p:spPr bwMode="auto">
                <a:xfrm>
                  <a:off x="13322300" y="9648825"/>
                  <a:ext cx="252413" cy="254000"/>
                </a:xfrm>
                <a:custGeom>
                  <a:avLst/>
                  <a:gdLst>
                    <a:gd name="T0" fmla="*/ 0 w 67"/>
                    <a:gd name="T1" fmla="*/ 34 h 67"/>
                    <a:gd name="T2" fmla="*/ 10 w 67"/>
                    <a:gd name="T3" fmla="*/ 57 h 67"/>
                    <a:gd name="T4" fmla="*/ 33 w 67"/>
                    <a:gd name="T5" fmla="*/ 67 h 67"/>
                    <a:gd name="T6" fmla="*/ 57 w 67"/>
                    <a:gd name="T7" fmla="*/ 57 h 67"/>
                    <a:gd name="T8" fmla="*/ 67 w 67"/>
                    <a:gd name="T9" fmla="*/ 34 h 67"/>
                    <a:gd name="T10" fmla="*/ 57 w 67"/>
                    <a:gd name="T11" fmla="*/ 10 h 67"/>
                    <a:gd name="T12" fmla="*/ 33 w 67"/>
                    <a:gd name="T13" fmla="*/ 0 h 67"/>
                    <a:gd name="T14" fmla="*/ 10 w 67"/>
                    <a:gd name="T15" fmla="*/ 10 h 67"/>
                    <a:gd name="T16" fmla="*/ 0 w 67"/>
                    <a:gd name="T17" fmla="*/ 34 h 67"/>
                    <a:gd name="T18" fmla="*/ 0 w 67"/>
                    <a:gd name="T19" fmla="*/ 34 h 67"/>
                    <a:gd name="T20" fmla="*/ 0 w 67"/>
                    <a:gd name="T21" fmla="*/ 34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7" h="67">
                      <a:moveTo>
                        <a:pt x="0" y="34"/>
                      </a:moveTo>
                      <a:cubicBezTo>
                        <a:pt x="0" y="43"/>
                        <a:pt x="3" y="51"/>
                        <a:pt x="10" y="57"/>
                      </a:cubicBezTo>
                      <a:cubicBezTo>
                        <a:pt x="16" y="64"/>
                        <a:pt x="24" y="67"/>
                        <a:pt x="33" y="67"/>
                      </a:cubicBezTo>
                      <a:cubicBezTo>
                        <a:pt x="43" y="67"/>
                        <a:pt x="51" y="64"/>
                        <a:pt x="57" y="57"/>
                      </a:cubicBezTo>
                      <a:cubicBezTo>
                        <a:pt x="64" y="51"/>
                        <a:pt x="67" y="43"/>
                        <a:pt x="67" y="34"/>
                      </a:cubicBezTo>
                      <a:cubicBezTo>
                        <a:pt x="67" y="25"/>
                        <a:pt x="64" y="17"/>
                        <a:pt x="57" y="10"/>
                      </a:cubicBezTo>
                      <a:cubicBezTo>
                        <a:pt x="51" y="4"/>
                        <a:pt x="43" y="0"/>
                        <a:pt x="33" y="0"/>
                      </a:cubicBezTo>
                      <a:cubicBezTo>
                        <a:pt x="24" y="0"/>
                        <a:pt x="16" y="4"/>
                        <a:pt x="10" y="10"/>
                      </a:cubicBezTo>
                      <a:cubicBezTo>
                        <a:pt x="3" y="17"/>
                        <a:pt x="0" y="25"/>
                        <a:pt x="0" y="34"/>
                      </a:cubicBezTo>
                      <a:close/>
                      <a:moveTo>
                        <a:pt x="0" y="34"/>
                      </a:moveTo>
                      <a:cubicBezTo>
                        <a:pt x="0" y="34"/>
                        <a:pt x="0" y="34"/>
                        <a:pt x="0" y="3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  <p:grpSp>
            <p:nvGrpSpPr>
              <p:cNvPr id="67" name="Group 11"/>
              <p:cNvGrpSpPr/>
              <p:nvPr/>
            </p:nvGrpSpPr>
            <p:grpSpPr>
              <a:xfrm>
                <a:off x="8804204" y="3297544"/>
                <a:ext cx="1072119" cy="982926"/>
                <a:chOff x="13435013" y="8185150"/>
                <a:chExt cx="1889126" cy="1731963"/>
              </a:xfrm>
              <a:solidFill>
                <a:schemeClr val="bg1"/>
              </a:solidFill>
              <a:scene3d>
                <a:camera prst="orthographicFront">
                  <a:rot lat="19440000" lon="18840000" rev="3600000"/>
                </a:camera>
                <a:lightRig rig="threePt" dir="t"/>
              </a:scene3d>
            </p:grpSpPr>
            <p:sp>
              <p:nvSpPr>
                <p:cNvPr id="68" name="Freeform 141"/>
                <p:cNvSpPr>
                  <a:spLocks noEditPoints="1"/>
                </p:cNvSpPr>
                <p:nvPr/>
              </p:nvSpPr>
              <p:spPr bwMode="auto">
                <a:xfrm>
                  <a:off x="13435013" y="8421688"/>
                  <a:ext cx="1260475" cy="1257300"/>
                </a:xfrm>
                <a:custGeom>
                  <a:avLst/>
                  <a:gdLst>
                    <a:gd name="T0" fmla="*/ 302 w 334"/>
                    <a:gd name="T1" fmla="*/ 255 h 333"/>
                    <a:gd name="T2" fmla="*/ 287 w 334"/>
                    <a:gd name="T3" fmla="*/ 205 h 333"/>
                    <a:gd name="T4" fmla="*/ 332 w 334"/>
                    <a:gd name="T5" fmla="*/ 196 h 333"/>
                    <a:gd name="T6" fmla="*/ 334 w 334"/>
                    <a:gd name="T7" fmla="*/ 143 h 333"/>
                    <a:gd name="T8" fmla="*/ 327 w 334"/>
                    <a:gd name="T9" fmla="*/ 135 h 333"/>
                    <a:gd name="T10" fmla="*/ 279 w 334"/>
                    <a:gd name="T11" fmla="*/ 108 h 333"/>
                    <a:gd name="T12" fmla="*/ 302 w 334"/>
                    <a:gd name="T13" fmla="*/ 78 h 333"/>
                    <a:gd name="T14" fmla="*/ 266 w 334"/>
                    <a:gd name="T15" fmla="*/ 31 h 333"/>
                    <a:gd name="T16" fmla="*/ 255 w 334"/>
                    <a:gd name="T17" fmla="*/ 31 h 333"/>
                    <a:gd name="T18" fmla="*/ 205 w 334"/>
                    <a:gd name="T19" fmla="*/ 46 h 333"/>
                    <a:gd name="T20" fmla="*/ 196 w 334"/>
                    <a:gd name="T21" fmla="*/ 2 h 333"/>
                    <a:gd name="T22" fmla="*/ 143 w 334"/>
                    <a:gd name="T23" fmla="*/ 0 h 333"/>
                    <a:gd name="T24" fmla="*/ 129 w 334"/>
                    <a:gd name="T25" fmla="*/ 46 h 333"/>
                    <a:gd name="T26" fmla="*/ 79 w 334"/>
                    <a:gd name="T27" fmla="*/ 31 h 333"/>
                    <a:gd name="T28" fmla="*/ 53 w 334"/>
                    <a:gd name="T29" fmla="*/ 44 h 333"/>
                    <a:gd name="T30" fmla="*/ 29 w 334"/>
                    <a:gd name="T31" fmla="*/ 73 h 333"/>
                    <a:gd name="T32" fmla="*/ 55 w 334"/>
                    <a:gd name="T33" fmla="*/ 108 h 333"/>
                    <a:gd name="T34" fmla="*/ 6 w 334"/>
                    <a:gd name="T35" fmla="*/ 134 h 333"/>
                    <a:gd name="T36" fmla="*/ 0 w 334"/>
                    <a:gd name="T37" fmla="*/ 142 h 333"/>
                    <a:gd name="T38" fmla="*/ 2 w 334"/>
                    <a:gd name="T39" fmla="*/ 195 h 333"/>
                    <a:gd name="T40" fmla="*/ 46 w 334"/>
                    <a:gd name="T41" fmla="*/ 204 h 333"/>
                    <a:gd name="T42" fmla="*/ 43 w 334"/>
                    <a:gd name="T43" fmla="*/ 241 h 333"/>
                    <a:gd name="T44" fmla="*/ 30 w 334"/>
                    <a:gd name="T45" fmla="*/ 260 h 333"/>
                    <a:gd name="T46" fmla="*/ 73 w 334"/>
                    <a:gd name="T47" fmla="*/ 304 h 333"/>
                    <a:gd name="T48" fmla="*/ 109 w 334"/>
                    <a:gd name="T49" fmla="*/ 279 h 333"/>
                    <a:gd name="T50" fmla="*/ 135 w 334"/>
                    <a:gd name="T51" fmla="*/ 327 h 333"/>
                    <a:gd name="T52" fmla="*/ 143 w 334"/>
                    <a:gd name="T53" fmla="*/ 333 h 333"/>
                    <a:gd name="T54" fmla="*/ 199 w 334"/>
                    <a:gd name="T55" fmla="*/ 327 h 333"/>
                    <a:gd name="T56" fmla="*/ 225 w 334"/>
                    <a:gd name="T57" fmla="*/ 279 h 333"/>
                    <a:gd name="T58" fmla="*/ 260 w 334"/>
                    <a:gd name="T59" fmla="*/ 304 h 333"/>
                    <a:gd name="T60" fmla="*/ 302 w 334"/>
                    <a:gd name="T61" fmla="*/ 265 h 333"/>
                    <a:gd name="T62" fmla="*/ 214 w 334"/>
                    <a:gd name="T63" fmla="*/ 214 h 333"/>
                    <a:gd name="T64" fmla="*/ 120 w 334"/>
                    <a:gd name="T65" fmla="*/ 214 h 333"/>
                    <a:gd name="T66" fmla="*/ 120 w 334"/>
                    <a:gd name="T67" fmla="*/ 119 h 333"/>
                    <a:gd name="T68" fmla="*/ 214 w 334"/>
                    <a:gd name="T69" fmla="*/ 119 h 333"/>
                    <a:gd name="T70" fmla="*/ 214 w 334"/>
                    <a:gd name="T71" fmla="*/ 214 h 333"/>
                    <a:gd name="T72" fmla="*/ 214 w 334"/>
                    <a:gd name="T73" fmla="*/ 214 h 3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334" h="333">
                      <a:moveTo>
                        <a:pt x="304" y="260"/>
                      </a:moveTo>
                      <a:cubicBezTo>
                        <a:pt x="304" y="258"/>
                        <a:pt x="304" y="257"/>
                        <a:pt x="302" y="255"/>
                      </a:cubicBezTo>
                      <a:cubicBezTo>
                        <a:pt x="293" y="243"/>
                        <a:pt x="285" y="233"/>
                        <a:pt x="279" y="225"/>
                      </a:cubicBezTo>
                      <a:cubicBezTo>
                        <a:pt x="283" y="218"/>
                        <a:pt x="285" y="211"/>
                        <a:pt x="287" y="205"/>
                      </a:cubicBezTo>
                      <a:cubicBezTo>
                        <a:pt x="328" y="199"/>
                        <a:pt x="328" y="199"/>
                        <a:pt x="328" y="199"/>
                      </a:cubicBezTo>
                      <a:cubicBezTo>
                        <a:pt x="329" y="199"/>
                        <a:pt x="331" y="198"/>
                        <a:pt x="332" y="196"/>
                      </a:cubicBezTo>
                      <a:cubicBezTo>
                        <a:pt x="333" y="194"/>
                        <a:pt x="334" y="193"/>
                        <a:pt x="334" y="191"/>
                      </a:cubicBezTo>
                      <a:cubicBezTo>
                        <a:pt x="334" y="143"/>
                        <a:pt x="334" y="143"/>
                        <a:pt x="334" y="143"/>
                      </a:cubicBezTo>
                      <a:cubicBezTo>
                        <a:pt x="334" y="141"/>
                        <a:pt x="333" y="139"/>
                        <a:pt x="332" y="138"/>
                      </a:cubicBezTo>
                      <a:cubicBezTo>
                        <a:pt x="331" y="136"/>
                        <a:pt x="329" y="135"/>
                        <a:pt x="327" y="135"/>
                      </a:cubicBezTo>
                      <a:cubicBezTo>
                        <a:pt x="288" y="129"/>
                        <a:pt x="288" y="129"/>
                        <a:pt x="288" y="129"/>
                      </a:cubicBezTo>
                      <a:cubicBezTo>
                        <a:pt x="286" y="123"/>
                        <a:pt x="283" y="116"/>
                        <a:pt x="279" y="108"/>
                      </a:cubicBezTo>
                      <a:cubicBezTo>
                        <a:pt x="282" y="104"/>
                        <a:pt x="285" y="98"/>
                        <a:pt x="291" y="92"/>
                      </a:cubicBezTo>
                      <a:cubicBezTo>
                        <a:pt x="296" y="85"/>
                        <a:pt x="300" y="81"/>
                        <a:pt x="302" y="78"/>
                      </a:cubicBezTo>
                      <a:cubicBezTo>
                        <a:pt x="303" y="76"/>
                        <a:pt x="303" y="74"/>
                        <a:pt x="303" y="73"/>
                      </a:cubicBezTo>
                      <a:cubicBezTo>
                        <a:pt x="303" y="68"/>
                        <a:pt x="291" y="54"/>
                        <a:pt x="266" y="31"/>
                      </a:cubicBezTo>
                      <a:cubicBezTo>
                        <a:pt x="264" y="30"/>
                        <a:pt x="262" y="29"/>
                        <a:pt x="260" y="29"/>
                      </a:cubicBezTo>
                      <a:cubicBezTo>
                        <a:pt x="258" y="29"/>
                        <a:pt x="257" y="30"/>
                        <a:pt x="255" y="31"/>
                      </a:cubicBezTo>
                      <a:cubicBezTo>
                        <a:pt x="224" y="54"/>
                        <a:pt x="224" y="54"/>
                        <a:pt x="224" y="54"/>
                      </a:cubicBezTo>
                      <a:cubicBezTo>
                        <a:pt x="217" y="50"/>
                        <a:pt x="211" y="48"/>
                        <a:pt x="205" y="46"/>
                      </a:cubicBezTo>
                      <a:cubicBezTo>
                        <a:pt x="199" y="6"/>
                        <a:pt x="199" y="6"/>
                        <a:pt x="199" y="6"/>
                      </a:cubicBezTo>
                      <a:cubicBezTo>
                        <a:pt x="199" y="4"/>
                        <a:pt x="198" y="3"/>
                        <a:pt x="196" y="2"/>
                      </a:cubicBezTo>
                      <a:cubicBezTo>
                        <a:pt x="195" y="0"/>
                        <a:pt x="193" y="0"/>
                        <a:pt x="191" y="0"/>
                      </a:cubicBezTo>
                      <a:cubicBezTo>
                        <a:pt x="143" y="0"/>
                        <a:pt x="143" y="0"/>
                        <a:pt x="143" y="0"/>
                      </a:cubicBezTo>
                      <a:cubicBezTo>
                        <a:pt x="139" y="0"/>
                        <a:pt x="136" y="2"/>
                        <a:pt x="135" y="6"/>
                      </a:cubicBezTo>
                      <a:cubicBezTo>
                        <a:pt x="133" y="14"/>
                        <a:pt x="131" y="27"/>
                        <a:pt x="129" y="46"/>
                      </a:cubicBezTo>
                      <a:cubicBezTo>
                        <a:pt x="121" y="48"/>
                        <a:pt x="115" y="51"/>
                        <a:pt x="109" y="54"/>
                      </a:cubicBezTo>
                      <a:cubicBezTo>
                        <a:pt x="79" y="31"/>
                        <a:pt x="79" y="31"/>
                        <a:pt x="79" y="31"/>
                      </a:cubicBezTo>
                      <a:cubicBezTo>
                        <a:pt x="77" y="30"/>
                        <a:pt x="75" y="29"/>
                        <a:pt x="73" y="29"/>
                      </a:cubicBezTo>
                      <a:cubicBezTo>
                        <a:pt x="70" y="29"/>
                        <a:pt x="63" y="34"/>
                        <a:pt x="53" y="44"/>
                      </a:cubicBezTo>
                      <a:cubicBezTo>
                        <a:pt x="42" y="55"/>
                        <a:pt x="35" y="62"/>
                        <a:pt x="31" y="68"/>
                      </a:cubicBezTo>
                      <a:cubicBezTo>
                        <a:pt x="30" y="69"/>
                        <a:pt x="29" y="71"/>
                        <a:pt x="29" y="73"/>
                      </a:cubicBezTo>
                      <a:cubicBezTo>
                        <a:pt x="29" y="74"/>
                        <a:pt x="30" y="76"/>
                        <a:pt x="31" y="78"/>
                      </a:cubicBezTo>
                      <a:cubicBezTo>
                        <a:pt x="41" y="90"/>
                        <a:pt x="49" y="100"/>
                        <a:pt x="55" y="108"/>
                      </a:cubicBezTo>
                      <a:cubicBezTo>
                        <a:pt x="51" y="115"/>
                        <a:pt x="48" y="122"/>
                        <a:pt x="46" y="128"/>
                      </a:cubicBezTo>
                      <a:cubicBezTo>
                        <a:pt x="6" y="134"/>
                        <a:pt x="6" y="134"/>
                        <a:pt x="6" y="134"/>
                      </a:cubicBezTo>
                      <a:cubicBezTo>
                        <a:pt x="4" y="134"/>
                        <a:pt x="3" y="135"/>
                        <a:pt x="2" y="137"/>
                      </a:cubicBezTo>
                      <a:cubicBezTo>
                        <a:pt x="1" y="138"/>
                        <a:pt x="0" y="140"/>
                        <a:pt x="0" y="142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2"/>
                        <a:pt x="1" y="194"/>
                        <a:pt x="2" y="195"/>
                      </a:cubicBezTo>
                      <a:cubicBezTo>
                        <a:pt x="3" y="197"/>
                        <a:pt x="5" y="198"/>
                        <a:pt x="6" y="198"/>
                      </a:cubicBezTo>
                      <a:cubicBezTo>
                        <a:pt x="46" y="204"/>
                        <a:pt x="46" y="204"/>
                        <a:pt x="46" y="204"/>
                      </a:cubicBezTo>
                      <a:cubicBezTo>
                        <a:pt x="48" y="211"/>
                        <a:pt x="51" y="218"/>
                        <a:pt x="55" y="225"/>
                      </a:cubicBezTo>
                      <a:cubicBezTo>
                        <a:pt x="52" y="229"/>
                        <a:pt x="48" y="234"/>
                        <a:pt x="43" y="241"/>
                      </a:cubicBezTo>
                      <a:cubicBezTo>
                        <a:pt x="37" y="248"/>
                        <a:pt x="34" y="253"/>
                        <a:pt x="32" y="255"/>
                      </a:cubicBezTo>
                      <a:cubicBezTo>
                        <a:pt x="31" y="257"/>
                        <a:pt x="30" y="258"/>
                        <a:pt x="30" y="260"/>
                      </a:cubicBezTo>
                      <a:cubicBezTo>
                        <a:pt x="30" y="265"/>
                        <a:pt x="43" y="279"/>
                        <a:pt x="68" y="302"/>
                      </a:cubicBezTo>
                      <a:cubicBezTo>
                        <a:pt x="70" y="303"/>
                        <a:pt x="71" y="304"/>
                        <a:pt x="73" y="304"/>
                      </a:cubicBezTo>
                      <a:cubicBezTo>
                        <a:pt x="76" y="304"/>
                        <a:pt x="77" y="303"/>
                        <a:pt x="78" y="302"/>
                      </a:cubicBezTo>
                      <a:cubicBezTo>
                        <a:pt x="109" y="279"/>
                        <a:pt x="109" y="279"/>
                        <a:pt x="109" y="279"/>
                      </a:cubicBezTo>
                      <a:cubicBezTo>
                        <a:pt x="116" y="282"/>
                        <a:pt x="123" y="285"/>
                        <a:pt x="129" y="287"/>
                      </a:cubicBezTo>
                      <a:cubicBezTo>
                        <a:pt x="135" y="327"/>
                        <a:pt x="135" y="327"/>
                        <a:pt x="135" y="327"/>
                      </a:cubicBezTo>
                      <a:cubicBezTo>
                        <a:pt x="135" y="328"/>
                        <a:pt x="136" y="330"/>
                        <a:pt x="137" y="331"/>
                      </a:cubicBezTo>
                      <a:cubicBezTo>
                        <a:pt x="139" y="333"/>
                        <a:pt x="141" y="333"/>
                        <a:pt x="143" y="333"/>
                      </a:cubicBezTo>
                      <a:cubicBezTo>
                        <a:pt x="191" y="333"/>
                        <a:pt x="191" y="333"/>
                        <a:pt x="191" y="333"/>
                      </a:cubicBezTo>
                      <a:cubicBezTo>
                        <a:pt x="195" y="333"/>
                        <a:pt x="198" y="331"/>
                        <a:pt x="199" y="327"/>
                      </a:cubicBezTo>
                      <a:cubicBezTo>
                        <a:pt x="201" y="319"/>
                        <a:pt x="203" y="305"/>
                        <a:pt x="205" y="287"/>
                      </a:cubicBezTo>
                      <a:cubicBezTo>
                        <a:pt x="212" y="285"/>
                        <a:pt x="219" y="282"/>
                        <a:pt x="225" y="279"/>
                      </a:cubicBezTo>
                      <a:cubicBezTo>
                        <a:pt x="255" y="302"/>
                        <a:pt x="255" y="302"/>
                        <a:pt x="255" y="302"/>
                      </a:cubicBezTo>
                      <a:cubicBezTo>
                        <a:pt x="257" y="303"/>
                        <a:pt x="259" y="304"/>
                        <a:pt x="260" y="304"/>
                      </a:cubicBezTo>
                      <a:cubicBezTo>
                        <a:pt x="264" y="304"/>
                        <a:pt x="271" y="299"/>
                        <a:pt x="281" y="288"/>
                      </a:cubicBezTo>
                      <a:cubicBezTo>
                        <a:pt x="291" y="278"/>
                        <a:pt x="298" y="270"/>
                        <a:pt x="302" y="265"/>
                      </a:cubicBezTo>
                      <a:cubicBezTo>
                        <a:pt x="304" y="264"/>
                        <a:pt x="304" y="262"/>
                        <a:pt x="304" y="260"/>
                      </a:cubicBezTo>
                      <a:close/>
                      <a:moveTo>
                        <a:pt x="214" y="214"/>
                      </a:moveTo>
                      <a:cubicBezTo>
                        <a:pt x="201" y="227"/>
                        <a:pt x="185" y="233"/>
                        <a:pt x="167" y="233"/>
                      </a:cubicBezTo>
                      <a:cubicBezTo>
                        <a:pt x="148" y="233"/>
                        <a:pt x="133" y="227"/>
                        <a:pt x="120" y="214"/>
                      </a:cubicBezTo>
                      <a:cubicBezTo>
                        <a:pt x="107" y="201"/>
                        <a:pt x="100" y="185"/>
                        <a:pt x="100" y="166"/>
                      </a:cubicBezTo>
                      <a:cubicBezTo>
                        <a:pt x="100" y="148"/>
                        <a:pt x="107" y="132"/>
                        <a:pt x="120" y="119"/>
                      </a:cubicBezTo>
                      <a:cubicBezTo>
                        <a:pt x="133" y="106"/>
                        <a:pt x="148" y="100"/>
                        <a:pt x="167" y="100"/>
                      </a:cubicBezTo>
                      <a:cubicBezTo>
                        <a:pt x="185" y="100"/>
                        <a:pt x="201" y="106"/>
                        <a:pt x="214" y="119"/>
                      </a:cubicBezTo>
                      <a:cubicBezTo>
                        <a:pt x="227" y="132"/>
                        <a:pt x="234" y="148"/>
                        <a:pt x="234" y="166"/>
                      </a:cubicBezTo>
                      <a:cubicBezTo>
                        <a:pt x="234" y="185"/>
                        <a:pt x="227" y="201"/>
                        <a:pt x="214" y="214"/>
                      </a:cubicBezTo>
                      <a:close/>
                      <a:moveTo>
                        <a:pt x="214" y="214"/>
                      </a:moveTo>
                      <a:cubicBezTo>
                        <a:pt x="214" y="214"/>
                        <a:pt x="214" y="214"/>
                        <a:pt x="214" y="214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69" name="Freeform 142"/>
                <p:cNvSpPr>
                  <a:spLocks noEditPoints="1"/>
                </p:cNvSpPr>
                <p:nvPr/>
              </p:nvSpPr>
              <p:spPr bwMode="auto">
                <a:xfrm>
                  <a:off x="14566901" y="9191625"/>
                  <a:ext cx="757238" cy="725488"/>
                </a:xfrm>
                <a:custGeom>
                  <a:avLst/>
                  <a:gdLst>
                    <a:gd name="T0" fmla="*/ 162 w 201"/>
                    <a:gd name="T1" fmla="*/ 70 h 192"/>
                    <a:gd name="T2" fmla="*/ 154 w 201"/>
                    <a:gd name="T3" fmla="*/ 56 h 192"/>
                    <a:gd name="T4" fmla="*/ 167 w 201"/>
                    <a:gd name="T5" fmla="*/ 20 h 192"/>
                    <a:gd name="T6" fmla="*/ 166 w 201"/>
                    <a:gd name="T7" fmla="*/ 18 h 192"/>
                    <a:gd name="T8" fmla="*/ 134 w 201"/>
                    <a:gd name="T9" fmla="*/ 0 h 192"/>
                    <a:gd name="T10" fmla="*/ 132 w 201"/>
                    <a:gd name="T11" fmla="*/ 0 h 192"/>
                    <a:gd name="T12" fmla="*/ 108 w 201"/>
                    <a:gd name="T13" fmla="*/ 30 h 192"/>
                    <a:gd name="T14" fmla="*/ 100 w 201"/>
                    <a:gd name="T15" fmla="*/ 29 h 192"/>
                    <a:gd name="T16" fmla="*/ 93 w 201"/>
                    <a:gd name="T17" fmla="*/ 30 h 192"/>
                    <a:gd name="T18" fmla="*/ 79 w 201"/>
                    <a:gd name="T19" fmla="*/ 12 h 192"/>
                    <a:gd name="T20" fmla="*/ 67 w 201"/>
                    <a:gd name="T21" fmla="*/ 0 h 192"/>
                    <a:gd name="T22" fmla="*/ 59 w 201"/>
                    <a:gd name="T23" fmla="*/ 4 h 192"/>
                    <a:gd name="T24" fmla="*/ 44 w 201"/>
                    <a:gd name="T25" fmla="*/ 13 h 192"/>
                    <a:gd name="T26" fmla="*/ 35 w 201"/>
                    <a:gd name="T27" fmla="*/ 18 h 192"/>
                    <a:gd name="T28" fmla="*/ 34 w 201"/>
                    <a:gd name="T29" fmla="*/ 20 h 192"/>
                    <a:gd name="T30" fmla="*/ 47 w 201"/>
                    <a:gd name="T31" fmla="*/ 56 h 192"/>
                    <a:gd name="T32" fmla="*/ 39 w 201"/>
                    <a:gd name="T33" fmla="*/ 70 h 192"/>
                    <a:gd name="T34" fmla="*/ 0 w 201"/>
                    <a:gd name="T35" fmla="*/ 78 h 192"/>
                    <a:gd name="T36" fmla="*/ 0 w 201"/>
                    <a:gd name="T37" fmla="*/ 114 h 192"/>
                    <a:gd name="T38" fmla="*/ 39 w 201"/>
                    <a:gd name="T39" fmla="*/ 122 h 192"/>
                    <a:gd name="T40" fmla="*/ 47 w 201"/>
                    <a:gd name="T41" fmla="*/ 136 h 192"/>
                    <a:gd name="T42" fmla="*/ 34 w 201"/>
                    <a:gd name="T43" fmla="*/ 172 h 192"/>
                    <a:gd name="T44" fmla="*/ 35 w 201"/>
                    <a:gd name="T45" fmla="*/ 174 h 192"/>
                    <a:gd name="T46" fmla="*/ 67 w 201"/>
                    <a:gd name="T47" fmla="*/ 192 h 192"/>
                    <a:gd name="T48" fmla="*/ 79 w 201"/>
                    <a:gd name="T49" fmla="*/ 180 h 192"/>
                    <a:gd name="T50" fmla="*/ 93 w 201"/>
                    <a:gd name="T51" fmla="*/ 162 h 192"/>
                    <a:gd name="T52" fmla="*/ 100 w 201"/>
                    <a:gd name="T53" fmla="*/ 163 h 192"/>
                    <a:gd name="T54" fmla="*/ 108 w 201"/>
                    <a:gd name="T55" fmla="*/ 162 h 192"/>
                    <a:gd name="T56" fmla="*/ 122 w 201"/>
                    <a:gd name="T57" fmla="*/ 180 h 192"/>
                    <a:gd name="T58" fmla="*/ 134 w 201"/>
                    <a:gd name="T59" fmla="*/ 192 h 192"/>
                    <a:gd name="T60" fmla="*/ 166 w 201"/>
                    <a:gd name="T61" fmla="*/ 174 h 192"/>
                    <a:gd name="T62" fmla="*/ 167 w 201"/>
                    <a:gd name="T63" fmla="*/ 172 h 192"/>
                    <a:gd name="T64" fmla="*/ 154 w 201"/>
                    <a:gd name="T65" fmla="*/ 136 h 192"/>
                    <a:gd name="T66" fmla="*/ 162 w 201"/>
                    <a:gd name="T67" fmla="*/ 122 h 192"/>
                    <a:gd name="T68" fmla="*/ 201 w 201"/>
                    <a:gd name="T69" fmla="*/ 114 h 192"/>
                    <a:gd name="T70" fmla="*/ 201 w 201"/>
                    <a:gd name="T71" fmla="*/ 78 h 192"/>
                    <a:gd name="T72" fmla="*/ 162 w 201"/>
                    <a:gd name="T73" fmla="*/ 70 h 192"/>
                    <a:gd name="T74" fmla="*/ 124 w 201"/>
                    <a:gd name="T75" fmla="*/ 120 h 192"/>
                    <a:gd name="T76" fmla="*/ 100 w 201"/>
                    <a:gd name="T77" fmla="*/ 129 h 192"/>
                    <a:gd name="T78" fmla="*/ 77 w 201"/>
                    <a:gd name="T79" fmla="*/ 120 h 192"/>
                    <a:gd name="T80" fmla="*/ 67 w 201"/>
                    <a:gd name="T81" fmla="*/ 96 h 192"/>
                    <a:gd name="T82" fmla="*/ 77 w 201"/>
                    <a:gd name="T83" fmla="*/ 72 h 192"/>
                    <a:gd name="T84" fmla="*/ 100 w 201"/>
                    <a:gd name="T85" fmla="*/ 63 h 192"/>
                    <a:gd name="T86" fmla="*/ 124 w 201"/>
                    <a:gd name="T87" fmla="*/ 72 h 192"/>
                    <a:gd name="T88" fmla="*/ 134 w 201"/>
                    <a:gd name="T89" fmla="*/ 96 h 192"/>
                    <a:gd name="T90" fmla="*/ 124 w 201"/>
                    <a:gd name="T91" fmla="*/ 120 h 192"/>
                    <a:gd name="T92" fmla="*/ 124 w 201"/>
                    <a:gd name="T93" fmla="*/ 120 h 192"/>
                    <a:gd name="T94" fmla="*/ 124 w 201"/>
                    <a:gd name="T95" fmla="*/ 12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01" h="192">
                      <a:moveTo>
                        <a:pt x="162" y="70"/>
                      </a:moveTo>
                      <a:cubicBezTo>
                        <a:pt x="159" y="65"/>
                        <a:pt x="157" y="60"/>
                        <a:pt x="154" y="56"/>
                      </a:cubicBezTo>
                      <a:cubicBezTo>
                        <a:pt x="163" y="36"/>
                        <a:pt x="167" y="24"/>
                        <a:pt x="167" y="20"/>
                      </a:cubicBezTo>
                      <a:cubicBezTo>
                        <a:pt x="167" y="19"/>
                        <a:pt x="167" y="19"/>
                        <a:pt x="166" y="18"/>
                      </a:cubicBezTo>
                      <a:cubicBezTo>
                        <a:pt x="145" y="6"/>
                        <a:pt x="135" y="0"/>
                        <a:pt x="134" y="0"/>
                      </a:cubicBezTo>
                      <a:cubicBezTo>
                        <a:pt x="132" y="0"/>
                        <a:pt x="132" y="0"/>
                        <a:pt x="132" y="0"/>
                      </a:cubicBezTo>
                      <a:cubicBezTo>
                        <a:pt x="125" y="8"/>
                        <a:pt x="117" y="17"/>
                        <a:pt x="108" y="30"/>
                      </a:cubicBezTo>
                      <a:cubicBezTo>
                        <a:pt x="105" y="29"/>
                        <a:pt x="102" y="29"/>
                        <a:pt x="100" y="29"/>
                      </a:cubicBezTo>
                      <a:cubicBezTo>
                        <a:pt x="99" y="29"/>
                        <a:pt x="96" y="29"/>
                        <a:pt x="93" y="30"/>
                      </a:cubicBezTo>
                      <a:cubicBezTo>
                        <a:pt x="90" y="26"/>
                        <a:pt x="86" y="20"/>
                        <a:pt x="79" y="12"/>
                      </a:cubicBezTo>
                      <a:cubicBezTo>
                        <a:pt x="72" y="4"/>
                        <a:pt x="68" y="0"/>
                        <a:pt x="67" y="0"/>
                      </a:cubicBezTo>
                      <a:cubicBezTo>
                        <a:pt x="67" y="0"/>
                        <a:pt x="64" y="1"/>
                        <a:pt x="59" y="4"/>
                      </a:cubicBezTo>
                      <a:cubicBezTo>
                        <a:pt x="54" y="7"/>
                        <a:pt x="49" y="10"/>
                        <a:pt x="44" y="13"/>
                      </a:cubicBezTo>
                      <a:cubicBezTo>
                        <a:pt x="39" y="16"/>
                        <a:pt x="35" y="18"/>
                        <a:pt x="35" y="18"/>
                      </a:cubicBezTo>
                      <a:cubicBezTo>
                        <a:pt x="34" y="19"/>
                        <a:pt x="34" y="19"/>
                        <a:pt x="34" y="20"/>
                      </a:cubicBezTo>
                      <a:cubicBezTo>
                        <a:pt x="34" y="24"/>
                        <a:pt x="38" y="36"/>
                        <a:pt x="47" y="56"/>
                      </a:cubicBezTo>
                      <a:cubicBezTo>
                        <a:pt x="44" y="60"/>
                        <a:pt x="41" y="65"/>
                        <a:pt x="39" y="70"/>
                      </a:cubicBezTo>
                      <a:cubicBezTo>
                        <a:pt x="13" y="72"/>
                        <a:pt x="0" y="75"/>
                        <a:pt x="0" y="78"/>
                      </a:cubicBez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117"/>
                        <a:pt x="13" y="120"/>
                        <a:pt x="39" y="122"/>
                      </a:cubicBezTo>
                      <a:cubicBezTo>
                        <a:pt x="41" y="127"/>
                        <a:pt x="44" y="131"/>
                        <a:pt x="47" y="136"/>
                      </a:cubicBezTo>
                      <a:cubicBezTo>
                        <a:pt x="38" y="155"/>
                        <a:pt x="34" y="167"/>
                        <a:pt x="34" y="172"/>
                      </a:cubicBezTo>
                      <a:cubicBezTo>
                        <a:pt x="34" y="172"/>
                        <a:pt x="34" y="173"/>
                        <a:pt x="35" y="174"/>
                      </a:cubicBezTo>
                      <a:cubicBezTo>
                        <a:pt x="56" y="186"/>
                        <a:pt x="67" y="192"/>
                        <a:pt x="67" y="192"/>
                      </a:cubicBezTo>
                      <a:cubicBezTo>
                        <a:pt x="68" y="192"/>
                        <a:pt x="72" y="188"/>
                        <a:pt x="79" y="180"/>
                      </a:cubicBezTo>
                      <a:cubicBezTo>
                        <a:pt x="86" y="172"/>
                        <a:pt x="90" y="166"/>
                        <a:pt x="93" y="162"/>
                      </a:cubicBezTo>
                      <a:cubicBezTo>
                        <a:pt x="96" y="162"/>
                        <a:pt x="99" y="163"/>
                        <a:pt x="100" y="163"/>
                      </a:cubicBezTo>
                      <a:cubicBezTo>
                        <a:pt x="102" y="163"/>
                        <a:pt x="105" y="162"/>
                        <a:pt x="108" y="162"/>
                      </a:cubicBezTo>
                      <a:cubicBezTo>
                        <a:pt x="111" y="166"/>
                        <a:pt x="115" y="172"/>
                        <a:pt x="122" y="180"/>
                      </a:cubicBezTo>
                      <a:cubicBezTo>
                        <a:pt x="128" y="188"/>
                        <a:pt x="132" y="192"/>
                        <a:pt x="134" y="192"/>
                      </a:cubicBezTo>
                      <a:cubicBezTo>
                        <a:pt x="134" y="192"/>
                        <a:pt x="145" y="186"/>
                        <a:pt x="166" y="174"/>
                      </a:cubicBezTo>
                      <a:cubicBezTo>
                        <a:pt x="167" y="173"/>
                        <a:pt x="167" y="172"/>
                        <a:pt x="167" y="172"/>
                      </a:cubicBezTo>
                      <a:cubicBezTo>
                        <a:pt x="167" y="167"/>
                        <a:pt x="163" y="155"/>
                        <a:pt x="154" y="136"/>
                      </a:cubicBezTo>
                      <a:cubicBezTo>
                        <a:pt x="157" y="131"/>
                        <a:pt x="160" y="127"/>
                        <a:pt x="162" y="122"/>
                      </a:cubicBezTo>
                      <a:cubicBezTo>
                        <a:pt x="188" y="120"/>
                        <a:pt x="201" y="117"/>
                        <a:pt x="201" y="114"/>
                      </a:cubicBezTo>
                      <a:cubicBezTo>
                        <a:pt x="201" y="78"/>
                        <a:pt x="201" y="78"/>
                        <a:pt x="201" y="78"/>
                      </a:cubicBezTo>
                      <a:cubicBezTo>
                        <a:pt x="201" y="75"/>
                        <a:pt x="188" y="72"/>
                        <a:pt x="162" y="70"/>
                      </a:cubicBezTo>
                      <a:close/>
                      <a:moveTo>
                        <a:pt x="124" y="120"/>
                      </a:moveTo>
                      <a:cubicBezTo>
                        <a:pt x="118" y="126"/>
                        <a:pt x="110" y="129"/>
                        <a:pt x="100" y="129"/>
                      </a:cubicBezTo>
                      <a:cubicBezTo>
                        <a:pt x="91" y="129"/>
                        <a:pt x="83" y="126"/>
                        <a:pt x="77" y="120"/>
                      </a:cubicBezTo>
                      <a:cubicBezTo>
                        <a:pt x="70" y="113"/>
                        <a:pt x="67" y="105"/>
                        <a:pt x="67" y="96"/>
                      </a:cubicBezTo>
                      <a:cubicBezTo>
                        <a:pt x="67" y="87"/>
                        <a:pt x="70" y="79"/>
                        <a:pt x="77" y="72"/>
                      </a:cubicBezTo>
                      <a:cubicBezTo>
                        <a:pt x="84" y="66"/>
                        <a:pt x="91" y="63"/>
                        <a:pt x="100" y="63"/>
                      </a:cubicBezTo>
                      <a:cubicBezTo>
                        <a:pt x="109" y="63"/>
                        <a:pt x="117" y="66"/>
                        <a:pt x="124" y="72"/>
                      </a:cubicBezTo>
                      <a:cubicBezTo>
                        <a:pt x="131" y="79"/>
                        <a:pt x="134" y="87"/>
                        <a:pt x="134" y="96"/>
                      </a:cubicBezTo>
                      <a:cubicBezTo>
                        <a:pt x="134" y="105"/>
                        <a:pt x="131" y="113"/>
                        <a:pt x="124" y="120"/>
                      </a:cubicBezTo>
                      <a:close/>
                      <a:moveTo>
                        <a:pt x="124" y="120"/>
                      </a:moveTo>
                      <a:cubicBezTo>
                        <a:pt x="124" y="120"/>
                        <a:pt x="124" y="120"/>
                        <a:pt x="124" y="12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  <p:sp>
              <p:nvSpPr>
                <p:cNvPr id="70" name="Freeform 143"/>
                <p:cNvSpPr>
                  <a:spLocks noEditPoints="1"/>
                </p:cNvSpPr>
                <p:nvPr/>
              </p:nvSpPr>
              <p:spPr bwMode="auto">
                <a:xfrm>
                  <a:off x="14566901" y="8185150"/>
                  <a:ext cx="757238" cy="723900"/>
                </a:xfrm>
                <a:custGeom>
                  <a:avLst/>
                  <a:gdLst>
                    <a:gd name="T0" fmla="*/ 162 w 201"/>
                    <a:gd name="T1" fmla="*/ 70 h 192"/>
                    <a:gd name="T2" fmla="*/ 154 w 201"/>
                    <a:gd name="T3" fmla="*/ 56 h 192"/>
                    <a:gd name="T4" fmla="*/ 167 w 201"/>
                    <a:gd name="T5" fmla="*/ 20 h 192"/>
                    <a:gd name="T6" fmla="*/ 166 w 201"/>
                    <a:gd name="T7" fmla="*/ 18 h 192"/>
                    <a:gd name="T8" fmla="*/ 134 w 201"/>
                    <a:gd name="T9" fmla="*/ 0 h 192"/>
                    <a:gd name="T10" fmla="*/ 132 w 201"/>
                    <a:gd name="T11" fmla="*/ 1 h 192"/>
                    <a:gd name="T12" fmla="*/ 108 w 201"/>
                    <a:gd name="T13" fmla="*/ 30 h 192"/>
                    <a:gd name="T14" fmla="*/ 100 w 201"/>
                    <a:gd name="T15" fmla="*/ 29 h 192"/>
                    <a:gd name="T16" fmla="*/ 93 w 201"/>
                    <a:gd name="T17" fmla="*/ 30 h 192"/>
                    <a:gd name="T18" fmla="*/ 79 w 201"/>
                    <a:gd name="T19" fmla="*/ 12 h 192"/>
                    <a:gd name="T20" fmla="*/ 67 w 201"/>
                    <a:gd name="T21" fmla="*/ 0 h 192"/>
                    <a:gd name="T22" fmla="*/ 59 w 201"/>
                    <a:gd name="T23" fmla="*/ 4 h 192"/>
                    <a:gd name="T24" fmla="*/ 44 w 201"/>
                    <a:gd name="T25" fmla="*/ 13 h 192"/>
                    <a:gd name="T26" fmla="*/ 35 w 201"/>
                    <a:gd name="T27" fmla="*/ 18 h 192"/>
                    <a:gd name="T28" fmla="*/ 34 w 201"/>
                    <a:gd name="T29" fmla="*/ 20 h 192"/>
                    <a:gd name="T30" fmla="*/ 47 w 201"/>
                    <a:gd name="T31" fmla="*/ 56 h 192"/>
                    <a:gd name="T32" fmla="*/ 39 w 201"/>
                    <a:gd name="T33" fmla="*/ 70 h 192"/>
                    <a:gd name="T34" fmla="*/ 0 w 201"/>
                    <a:gd name="T35" fmla="*/ 78 h 192"/>
                    <a:gd name="T36" fmla="*/ 0 w 201"/>
                    <a:gd name="T37" fmla="*/ 114 h 192"/>
                    <a:gd name="T38" fmla="*/ 39 w 201"/>
                    <a:gd name="T39" fmla="*/ 122 h 192"/>
                    <a:gd name="T40" fmla="*/ 47 w 201"/>
                    <a:gd name="T41" fmla="*/ 136 h 192"/>
                    <a:gd name="T42" fmla="*/ 34 w 201"/>
                    <a:gd name="T43" fmla="*/ 172 h 192"/>
                    <a:gd name="T44" fmla="*/ 35 w 201"/>
                    <a:gd name="T45" fmla="*/ 174 h 192"/>
                    <a:gd name="T46" fmla="*/ 67 w 201"/>
                    <a:gd name="T47" fmla="*/ 192 h 192"/>
                    <a:gd name="T48" fmla="*/ 79 w 201"/>
                    <a:gd name="T49" fmla="*/ 180 h 192"/>
                    <a:gd name="T50" fmla="*/ 93 w 201"/>
                    <a:gd name="T51" fmla="*/ 162 h 192"/>
                    <a:gd name="T52" fmla="*/ 100 w 201"/>
                    <a:gd name="T53" fmla="*/ 163 h 192"/>
                    <a:gd name="T54" fmla="*/ 108 w 201"/>
                    <a:gd name="T55" fmla="*/ 162 h 192"/>
                    <a:gd name="T56" fmla="*/ 122 w 201"/>
                    <a:gd name="T57" fmla="*/ 180 h 192"/>
                    <a:gd name="T58" fmla="*/ 134 w 201"/>
                    <a:gd name="T59" fmla="*/ 192 h 192"/>
                    <a:gd name="T60" fmla="*/ 166 w 201"/>
                    <a:gd name="T61" fmla="*/ 174 h 192"/>
                    <a:gd name="T62" fmla="*/ 167 w 201"/>
                    <a:gd name="T63" fmla="*/ 172 h 192"/>
                    <a:gd name="T64" fmla="*/ 154 w 201"/>
                    <a:gd name="T65" fmla="*/ 136 h 192"/>
                    <a:gd name="T66" fmla="*/ 162 w 201"/>
                    <a:gd name="T67" fmla="*/ 122 h 192"/>
                    <a:gd name="T68" fmla="*/ 201 w 201"/>
                    <a:gd name="T69" fmla="*/ 114 h 192"/>
                    <a:gd name="T70" fmla="*/ 201 w 201"/>
                    <a:gd name="T71" fmla="*/ 78 h 192"/>
                    <a:gd name="T72" fmla="*/ 162 w 201"/>
                    <a:gd name="T73" fmla="*/ 70 h 192"/>
                    <a:gd name="T74" fmla="*/ 124 w 201"/>
                    <a:gd name="T75" fmla="*/ 120 h 192"/>
                    <a:gd name="T76" fmla="*/ 100 w 201"/>
                    <a:gd name="T77" fmla="*/ 129 h 192"/>
                    <a:gd name="T78" fmla="*/ 77 w 201"/>
                    <a:gd name="T79" fmla="*/ 120 h 192"/>
                    <a:gd name="T80" fmla="*/ 67 w 201"/>
                    <a:gd name="T81" fmla="*/ 96 h 192"/>
                    <a:gd name="T82" fmla="*/ 77 w 201"/>
                    <a:gd name="T83" fmla="*/ 72 h 192"/>
                    <a:gd name="T84" fmla="*/ 100 w 201"/>
                    <a:gd name="T85" fmla="*/ 63 h 192"/>
                    <a:gd name="T86" fmla="*/ 124 w 201"/>
                    <a:gd name="T87" fmla="*/ 72 h 192"/>
                    <a:gd name="T88" fmla="*/ 134 w 201"/>
                    <a:gd name="T89" fmla="*/ 96 h 192"/>
                    <a:gd name="T90" fmla="*/ 124 w 201"/>
                    <a:gd name="T91" fmla="*/ 120 h 192"/>
                    <a:gd name="T92" fmla="*/ 124 w 201"/>
                    <a:gd name="T93" fmla="*/ 120 h 192"/>
                    <a:gd name="T94" fmla="*/ 124 w 201"/>
                    <a:gd name="T95" fmla="*/ 12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201" h="192">
                      <a:moveTo>
                        <a:pt x="162" y="70"/>
                      </a:moveTo>
                      <a:cubicBezTo>
                        <a:pt x="159" y="65"/>
                        <a:pt x="157" y="60"/>
                        <a:pt x="154" y="56"/>
                      </a:cubicBezTo>
                      <a:cubicBezTo>
                        <a:pt x="163" y="36"/>
                        <a:pt x="167" y="24"/>
                        <a:pt x="167" y="20"/>
                      </a:cubicBezTo>
                      <a:cubicBezTo>
                        <a:pt x="167" y="19"/>
                        <a:pt x="167" y="19"/>
                        <a:pt x="166" y="18"/>
                      </a:cubicBezTo>
                      <a:cubicBezTo>
                        <a:pt x="145" y="6"/>
                        <a:pt x="135" y="0"/>
                        <a:pt x="134" y="0"/>
                      </a:cubicBezTo>
                      <a:cubicBezTo>
                        <a:pt x="132" y="1"/>
                        <a:pt x="132" y="1"/>
                        <a:pt x="132" y="1"/>
                      </a:cubicBezTo>
                      <a:cubicBezTo>
                        <a:pt x="125" y="8"/>
                        <a:pt x="117" y="17"/>
                        <a:pt x="108" y="30"/>
                      </a:cubicBezTo>
                      <a:cubicBezTo>
                        <a:pt x="105" y="29"/>
                        <a:pt x="102" y="29"/>
                        <a:pt x="100" y="29"/>
                      </a:cubicBezTo>
                      <a:cubicBezTo>
                        <a:pt x="99" y="29"/>
                        <a:pt x="96" y="29"/>
                        <a:pt x="93" y="30"/>
                      </a:cubicBezTo>
                      <a:cubicBezTo>
                        <a:pt x="90" y="26"/>
                        <a:pt x="86" y="20"/>
                        <a:pt x="79" y="12"/>
                      </a:cubicBezTo>
                      <a:cubicBezTo>
                        <a:pt x="72" y="4"/>
                        <a:pt x="68" y="0"/>
                        <a:pt x="67" y="0"/>
                      </a:cubicBezTo>
                      <a:cubicBezTo>
                        <a:pt x="67" y="0"/>
                        <a:pt x="64" y="1"/>
                        <a:pt x="59" y="4"/>
                      </a:cubicBezTo>
                      <a:cubicBezTo>
                        <a:pt x="54" y="7"/>
                        <a:pt x="49" y="10"/>
                        <a:pt x="44" y="13"/>
                      </a:cubicBezTo>
                      <a:cubicBezTo>
                        <a:pt x="39" y="16"/>
                        <a:pt x="35" y="18"/>
                        <a:pt x="35" y="18"/>
                      </a:cubicBezTo>
                      <a:cubicBezTo>
                        <a:pt x="34" y="19"/>
                        <a:pt x="34" y="19"/>
                        <a:pt x="34" y="20"/>
                      </a:cubicBezTo>
                      <a:cubicBezTo>
                        <a:pt x="34" y="24"/>
                        <a:pt x="38" y="36"/>
                        <a:pt x="47" y="56"/>
                      </a:cubicBezTo>
                      <a:cubicBezTo>
                        <a:pt x="44" y="60"/>
                        <a:pt x="41" y="65"/>
                        <a:pt x="39" y="70"/>
                      </a:cubicBezTo>
                      <a:cubicBezTo>
                        <a:pt x="13" y="72"/>
                        <a:pt x="0" y="75"/>
                        <a:pt x="0" y="78"/>
                      </a:cubicBezTo>
                      <a:cubicBezTo>
                        <a:pt x="0" y="114"/>
                        <a:pt x="0" y="114"/>
                        <a:pt x="0" y="114"/>
                      </a:cubicBezTo>
                      <a:cubicBezTo>
                        <a:pt x="0" y="117"/>
                        <a:pt x="13" y="120"/>
                        <a:pt x="39" y="122"/>
                      </a:cubicBezTo>
                      <a:cubicBezTo>
                        <a:pt x="41" y="127"/>
                        <a:pt x="44" y="131"/>
                        <a:pt x="47" y="136"/>
                      </a:cubicBezTo>
                      <a:cubicBezTo>
                        <a:pt x="38" y="155"/>
                        <a:pt x="34" y="167"/>
                        <a:pt x="34" y="172"/>
                      </a:cubicBezTo>
                      <a:cubicBezTo>
                        <a:pt x="34" y="173"/>
                        <a:pt x="34" y="173"/>
                        <a:pt x="35" y="174"/>
                      </a:cubicBezTo>
                      <a:cubicBezTo>
                        <a:pt x="56" y="186"/>
                        <a:pt x="67" y="192"/>
                        <a:pt x="67" y="192"/>
                      </a:cubicBezTo>
                      <a:cubicBezTo>
                        <a:pt x="68" y="192"/>
                        <a:pt x="72" y="188"/>
                        <a:pt x="79" y="180"/>
                      </a:cubicBezTo>
                      <a:cubicBezTo>
                        <a:pt x="86" y="172"/>
                        <a:pt x="90" y="166"/>
                        <a:pt x="93" y="162"/>
                      </a:cubicBezTo>
                      <a:cubicBezTo>
                        <a:pt x="96" y="163"/>
                        <a:pt x="99" y="163"/>
                        <a:pt x="100" y="163"/>
                      </a:cubicBezTo>
                      <a:cubicBezTo>
                        <a:pt x="102" y="163"/>
                        <a:pt x="105" y="163"/>
                        <a:pt x="108" y="162"/>
                      </a:cubicBezTo>
                      <a:cubicBezTo>
                        <a:pt x="111" y="166"/>
                        <a:pt x="115" y="172"/>
                        <a:pt x="122" y="180"/>
                      </a:cubicBezTo>
                      <a:cubicBezTo>
                        <a:pt x="128" y="188"/>
                        <a:pt x="132" y="192"/>
                        <a:pt x="134" y="192"/>
                      </a:cubicBezTo>
                      <a:cubicBezTo>
                        <a:pt x="134" y="192"/>
                        <a:pt x="145" y="186"/>
                        <a:pt x="166" y="174"/>
                      </a:cubicBezTo>
                      <a:cubicBezTo>
                        <a:pt x="167" y="173"/>
                        <a:pt x="167" y="173"/>
                        <a:pt x="167" y="172"/>
                      </a:cubicBezTo>
                      <a:cubicBezTo>
                        <a:pt x="167" y="167"/>
                        <a:pt x="163" y="155"/>
                        <a:pt x="154" y="136"/>
                      </a:cubicBezTo>
                      <a:cubicBezTo>
                        <a:pt x="157" y="131"/>
                        <a:pt x="160" y="127"/>
                        <a:pt x="162" y="122"/>
                      </a:cubicBezTo>
                      <a:cubicBezTo>
                        <a:pt x="188" y="120"/>
                        <a:pt x="201" y="117"/>
                        <a:pt x="201" y="114"/>
                      </a:cubicBezTo>
                      <a:cubicBezTo>
                        <a:pt x="201" y="78"/>
                        <a:pt x="201" y="78"/>
                        <a:pt x="201" y="78"/>
                      </a:cubicBezTo>
                      <a:cubicBezTo>
                        <a:pt x="201" y="75"/>
                        <a:pt x="188" y="72"/>
                        <a:pt x="162" y="70"/>
                      </a:cubicBezTo>
                      <a:close/>
                      <a:moveTo>
                        <a:pt x="124" y="120"/>
                      </a:moveTo>
                      <a:cubicBezTo>
                        <a:pt x="118" y="126"/>
                        <a:pt x="110" y="129"/>
                        <a:pt x="100" y="129"/>
                      </a:cubicBezTo>
                      <a:cubicBezTo>
                        <a:pt x="91" y="129"/>
                        <a:pt x="83" y="126"/>
                        <a:pt x="77" y="120"/>
                      </a:cubicBezTo>
                      <a:cubicBezTo>
                        <a:pt x="70" y="113"/>
                        <a:pt x="67" y="105"/>
                        <a:pt x="67" y="96"/>
                      </a:cubicBezTo>
                      <a:cubicBezTo>
                        <a:pt x="67" y="87"/>
                        <a:pt x="70" y="79"/>
                        <a:pt x="77" y="72"/>
                      </a:cubicBezTo>
                      <a:cubicBezTo>
                        <a:pt x="84" y="66"/>
                        <a:pt x="91" y="63"/>
                        <a:pt x="100" y="63"/>
                      </a:cubicBezTo>
                      <a:cubicBezTo>
                        <a:pt x="109" y="63"/>
                        <a:pt x="117" y="66"/>
                        <a:pt x="124" y="72"/>
                      </a:cubicBezTo>
                      <a:cubicBezTo>
                        <a:pt x="131" y="79"/>
                        <a:pt x="134" y="87"/>
                        <a:pt x="134" y="96"/>
                      </a:cubicBezTo>
                      <a:cubicBezTo>
                        <a:pt x="134" y="105"/>
                        <a:pt x="131" y="113"/>
                        <a:pt x="124" y="120"/>
                      </a:cubicBezTo>
                      <a:close/>
                      <a:moveTo>
                        <a:pt x="124" y="120"/>
                      </a:moveTo>
                      <a:cubicBezTo>
                        <a:pt x="124" y="120"/>
                        <a:pt x="124" y="120"/>
                        <a:pt x="124" y="120"/>
                      </a:cubicBezTo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8" name="Group 24" descr="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"/>
            <p:cNvGrpSpPr/>
            <p:nvPr/>
          </p:nvGrpSpPr>
          <p:grpSpPr>
            <a:xfrm>
              <a:off x="3390314" y="1824748"/>
              <a:ext cx="2705687" cy="469749"/>
              <a:chOff x="3643532" y="1932471"/>
              <a:chExt cx="914366" cy="534581"/>
            </a:xfrm>
          </p:grpSpPr>
          <p:cxnSp>
            <p:nvCxnSpPr>
              <p:cNvPr id="58" name="Straight Connector 21"/>
              <p:cNvCxnSpPr/>
              <p:nvPr/>
            </p:nvCxnSpPr>
            <p:spPr>
              <a:xfrm flipV="1">
                <a:off x="4557898" y="1932480"/>
                <a:ext cx="0" cy="53457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23"/>
              <p:cNvCxnSpPr/>
              <p:nvPr/>
            </p:nvCxnSpPr>
            <p:spPr>
              <a:xfrm>
                <a:off x="3643532" y="1932471"/>
                <a:ext cx="91436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oup 27" descr="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"/>
            <p:cNvGrpSpPr/>
            <p:nvPr/>
          </p:nvGrpSpPr>
          <p:grpSpPr>
            <a:xfrm flipH="1">
              <a:off x="7503597" y="2451404"/>
              <a:ext cx="1150548" cy="534572"/>
              <a:chOff x="3643532" y="1764455"/>
              <a:chExt cx="914366" cy="534572"/>
            </a:xfrm>
          </p:grpSpPr>
          <p:cxnSp>
            <p:nvCxnSpPr>
              <p:cNvPr id="56" name="Straight Connector 28"/>
              <p:cNvCxnSpPr/>
              <p:nvPr/>
            </p:nvCxnSpPr>
            <p:spPr>
              <a:xfrm flipV="1">
                <a:off x="4557898" y="1764455"/>
                <a:ext cx="0" cy="53457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29"/>
              <p:cNvCxnSpPr/>
              <p:nvPr/>
            </p:nvCxnSpPr>
            <p:spPr>
              <a:xfrm>
                <a:off x="3643532" y="1764455"/>
                <a:ext cx="91436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33" descr="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"/>
            <p:cNvGrpSpPr/>
            <p:nvPr/>
          </p:nvGrpSpPr>
          <p:grpSpPr>
            <a:xfrm flipV="1">
              <a:off x="3390314" y="4613749"/>
              <a:ext cx="1280241" cy="482277"/>
              <a:chOff x="3643532" y="1702191"/>
              <a:chExt cx="914366" cy="534572"/>
            </a:xfrm>
          </p:grpSpPr>
          <p:cxnSp>
            <p:nvCxnSpPr>
              <p:cNvPr id="54" name="Straight Connector 34"/>
              <p:cNvCxnSpPr/>
              <p:nvPr/>
            </p:nvCxnSpPr>
            <p:spPr>
              <a:xfrm flipV="1">
                <a:off x="4557898" y="1702191"/>
                <a:ext cx="0" cy="534572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35"/>
              <p:cNvCxnSpPr/>
              <p:nvPr/>
            </p:nvCxnSpPr>
            <p:spPr>
              <a:xfrm>
                <a:off x="3643532" y="1702191"/>
                <a:ext cx="91436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39" descr="e7d195523061f1c0f55f9af68525816972d868573ada39bc763F3977967589A5F92C178830C92595A6CE4D0132F8C206B2B04C416AAA86B7FD80AB023F78DAEB544E2F013E11B2B95AD21703D1C90034A379EC9026EFAAF5D8D3F6EDD7215B01D0409FDE2EB8F6E929173B8073E2301F364EE885D6D8697F6674C70ED10ED42D334E50A353488E95E90D50708BC427BA"/>
            <p:cNvGrpSpPr/>
            <p:nvPr/>
          </p:nvGrpSpPr>
          <p:grpSpPr>
            <a:xfrm flipH="1" flipV="1">
              <a:off x="6095997" y="5320405"/>
              <a:ext cx="2558145" cy="234871"/>
              <a:chOff x="3643532" y="2056473"/>
              <a:chExt cx="914366" cy="534576"/>
            </a:xfrm>
          </p:grpSpPr>
          <p:cxnSp>
            <p:nvCxnSpPr>
              <p:cNvPr id="52" name="Straight Connector 40"/>
              <p:cNvCxnSpPr/>
              <p:nvPr/>
            </p:nvCxnSpPr>
            <p:spPr>
              <a:xfrm flipV="1">
                <a:off x="4557898" y="2056475"/>
                <a:ext cx="0" cy="534574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41"/>
              <p:cNvCxnSpPr/>
              <p:nvPr/>
            </p:nvCxnSpPr>
            <p:spPr>
              <a:xfrm>
                <a:off x="3643532" y="2056473"/>
                <a:ext cx="914366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sysDot"/>
                <a:headEnd type="oval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955131" y="1643556"/>
            <a:ext cx="6607175" cy="25542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zh-CN" sz="16600" dirty="0">
                <a:solidFill>
                  <a:srgbClr val="0070C0"/>
                </a:solidFill>
                <a:latin typeface="Impact" panose="020B0806030902050204" pitchFamily="34" charset="0"/>
                <a:ea typeface="+mn-ea"/>
              </a:rPr>
              <a:t>THANKS</a:t>
            </a:r>
            <a:endParaRPr lang="zh-CN" altLang="zh-CN" dirty="0">
              <a:solidFill>
                <a:srgbClr val="0070C0"/>
              </a:solidFill>
              <a:ea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2638" y="4005756"/>
            <a:ext cx="10952162" cy="19208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2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3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4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5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6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7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8.xml><?xml version="1.0" encoding="utf-8"?>
<p:tagLst xmlns:p="http://schemas.openxmlformats.org/presentationml/2006/main">
  <p:tag name="MH" val="20190313144753"/>
  <p:tag name="MH_LIBRARY" val="GRAPHIC"/>
</p:tagLst>
</file>

<file path=ppt/tags/tag9.xml><?xml version="1.0" encoding="utf-8"?>
<p:tagLst xmlns:p="http://schemas.openxmlformats.org/presentationml/2006/main">
  <p:tag name="MH" val="20190313145804"/>
  <p:tag name="MH_LIBRARY" val="GRAPHIC"/>
  <p:tag name="MH_TYPE" val="SubTitle"/>
  <p:tag name="MH_ORDER" val="1"/>
</p:tagLst>
</file>

<file path=ppt/tags/tag10.xml><?xml version="1.0" encoding="utf-8"?>
<p:tagLst xmlns:p="http://schemas.openxmlformats.org/presentationml/2006/main">
  <p:tag name="MH" val="20190313145804"/>
  <p:tag name="MH_LIBRARY" val="GRAPHIC"/>
  <p:tag name="MH_TYPE" val="Other"/>
  <p:tag name="MH_ORDER" val="1"/>
</p:tagLst>
</file>

<file path=ppt/tags/tag11.xml><?xml version="1.0" encoding="utf-8"?>
<p:tagLst xmlns:p="http://schemas.openxmlformats.org/presentationml/2006/main">
  <p:tag name="MH" val="20190313145804"/>
  <p:tag name="MH_LIBRARY" val="GRAPHIC"/>
  <p:tag name="MH_TYPE" val="Other"/>
  <p:tag name="MH_ORDER" val="2"/>
</p:tagLst>
</file>

<file path=ppt/tags/tag12.xml><?xml version="1.0" encoding="utf-8"?>
<p:tagLst xmlns:p="http://schemas.openxmlformats.org/presentationml/2006/main">
  <p:tag name="MH" val="20190313145804"/>
  <p:tag name="MH_LIBRARY" val="GRAPHIC"/>
  <p:tag name="MH_TYPE" val="Other"/>
  <p:tag name="MH_ORDER" val="3"/>
</p:tagLst>
</file>

<file path=ppt/tags/tag13.xml><?xml version="1.0" encoding="utf-8"?>
<p:tagLst xmlns:p="http://schemas.openxmlformats.org/presentationml/2006/main">
  <p:tag name="MH" val="20190313145804"/>
  <p:tag name="MH_LIBRARY" val="GRAPHIC"/>
  <p:tag name="MH_TYPE" val="Other"/>
  <p:tag name="MH_ORDER" val="4"/>
</p:tagLst>
</file>

<file path=ppt/tags/tag14.xml><?xml version="1.0" encoding="utf-8"?>
<p:tagLst xmlns:p="http://schemas.openxmlformats.org/presentationml/2006/main">
  <p:tag name="MH" val="20190313145804"/>
  <p:tag name="MH_LIBRARY" val="GRAPHIC"/>
  <p:tag name="MH_TYPE" val="SubTitle"/>
  <p:tag name="MH_ORDER" val="2"/>
</p:tagLst>
</file>

<file path=ppt/tags/tag15.xml><?xml version="1.0" encoding="utf-8"?>
<p:tagLst xmlns:p="http://schemas.openxmlformats.org/presentationml/2006/main">
  <p:tag name="MH" val="20190313145804"/>
  <p:tag name="MH_LIBRARY" val="GRAPHIC"/>
  <p:tag name="MH_TYPE" val="Other"/>
  <p:tag name="MH_ORDER" val="5"/>
</p:tagLst>
</file>

<file path=ppt/tags/tag16.xml><?xml version="1.0" encoding="utf-8"?>
<p:tagLst xmlns:p="http://schemas.openxmlformats.org/presentationml/2006/main">
  <p:tag name="MH" val="20190313145804"/>
  <p:tag name="MH_LIBRARY" val="GRAPHIC"/>
  <p:tag name="MH_TYPE" val="SubTitle"/>
  <p:tag name="MH_ORDER" val="3"/>
</p:tagLst>
</file>

<file path=ppt/tags/tag17.xml><?xml version="1.0" encoding="utf-8"?>
<p:tagLst xmlns:p="http://schemas.openxmlformats.org/presentationml/2006/main">
  <p:tag name="MH" val="20190313145804"/>
  <p:tag name="MH_LIBRARY" val="GRAPHIC"/>
  <p:tag name="MH_TYPE" val="Other"/>
  <p:tag name="MH_ORDER" val="6"/>
</p:tagLst>
</file>

<file path=ppt/tags/tag18.xml><?xml version="1.0" encoding="utf-8"?>
<p:tagLst xmlns:p="http://schemas.openxmlformats.org/presentationml/2006/main">
  <p:tag name="MH" val="20190313145804"/>
  <p:tag name="MH_LIBRARY" val="GRAPHIC"/>
  <p:tag name="MH_TYPE" val="SubTitle"/>
  <p:tag name="MH_ORDER" val="4"/>
</p:tagLst>
</file>

<file path=ppt/tags/tag19.xml><?xml version="1.0" encoding="utf-8"?>
<p:tagLst xmlns:p="http://schemas.openxmlformats.org/presentationml/2006/main">
  <p:tag name="MH" val="20190313145804"/>
  <p:tag name="MH_LIBRARY" val="GRAPHIC"/>
  <p:tag name="MH_TYPE" val="Other"/>
  <p:tag name="MH_ORDER" val="7"/>
</p:tagLst>
</file>

<file path=ppt/tags/tag20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21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22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23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24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25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26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27.xml><?xml version="1.0" encoding="utf-8"?>
<p:tagLst xmlns:p="http://schemas.openxmlformats.org/presentationml/2006/main">
  <p:tag name="MH" val="20190313144753"/>
  <p:tag name="MH_LIBRARY" val="GRAPHIC"/>
</p:tagLst>
</file>

<file path=ppt/tags/tag28.xml><?xml version="1.0" encoding="utf-8"?>
<p:tagLst xmlns:p="http://schemas.openxmlformats.org/presentationml/2006/main">
  <p:tag name="MH" val="20190313150135"/>
  <p:tag name="MH_LIBRARY" val="GRAPHIC"/>
  <p:tag name="MH_TYPE" val="Other"/>
  <p:tag name="MH_ORDER" val="1"/>
</p:tagLst>
</file>

<file path=ppt/tags/tag29.xml><?xml version="1.0" encoding="utf-8"?>
<p:tagLst xmlns:p="http://schemas.openxmlformats.org/presentationml/2006/main">
  <p:tag name="MH" val="20190313150135"/>
  <p:tag name="MH_LIBRARY" val="GRAPHIC"/>
  <p:tag name="MH_TYPE" val="Other"/>
  <p:tag name="MH_ORDER" val="2"/>
</p:tagLst>
</file>

<file path=ppt/tags/tag30.xml><?xml version="1.0" encoding="utf-8"?>
<p:tagLst xmlns:p="http://schemas.openxmlformats.org/presentationml/2006/main">
  <p:tag name="MH" val="20190313150135"/>
  <p:tag name="MH_LIBRARY" val="GRAPHIC"/>
  <p:tag name="MH_TYPE" val="Text"/>
  <p:tag name="MH_ORDER" val="3"/>
</p:tagLst>
</file>

<file path=ppt/tags/tag31.xml><?xml version="1.0" encoding="utf-8"?>
<p:tagLst xmlns:p="http://schemas.openxmlformats.org/presentationml/2006/main">
  <p:tag name="MH" val="20190313150135"/>
  <p:tag name="MH_LIBRARY" val="GRAPHIC"/>
  <p:tag name="MH_TYPE" val="Other"/>
  <p:tag name="MH_ORDER" val="3"/>
</p:tagLst>
</file>

<file path=ppt/tags/tag32.xml><?xml version="1.0" encoding="utf-8"?>
<p:tagLst xmlns:p="http://schemas.openxmlformats.org/presentationml/2006/main">
  <p:tag name="MH" val="20190313150135"/>
  <p:tag name="MH_LIBRARY" val="GRAPHIC"/>
  <p:tag name="MH_TYPE" val="Other"/>
  <p:tag name="MH_ORDER" val="4"/>
</p:tagLst>
</file>

<file path=ppt/tags/tag33.xml><?xml version="1.0" encoding="utf-8"?>
<p:tagLst xmlns:p="http://schemas.openxmlformats.org/presentationml/2006/main">
  <p:tag name="MH" val="20190313150135"/>
  <p:tag name="MH_LIBRARY" val="GRAPHIC"/>
  <p:tag name="MH_TYPE" val="Text"/>
  <p:tag name="MH_ORDER" val="2"/>
</p:tagLst>
</file>

<file path=ppt/tags/tag34.xml><?xml version="1.0" encoding="utf-8"?>
<p:tagLst xmlns:p="http://schemas.openxmlformats.org/presentationml/2006/main">
  <p:tag name="MH" val="20190313150135"/>
  <p:tag name="MH_LIBRARY" val="GRAPHIC"/>
  <p:tag name="MH_TYPE" val="Other"/>
  <p:tag name="MH_ORDER" val="5"/>
</p:tagLst>
</file>

<file path=ppt/tags/tag35.xml><?xml version="1.0" encoding="utf-8"?>
<p:tagLst xmlns:p="http://schemas.openxmlformats.org/presentationml/2006/main">
  <p:tag name="MH" val="20190313150135"/>
  <p:tag name="MH_LIBRARY" val="GRAPHIC"/>
  <p:tag name="MH_TYPE" val="Other"/>
  <p:tag name="MH_ORDER" val="6"/>
</p:tagLst>
</file>

<file path=ppt/tags/tag36.xml><?xml version="1.0" encoding="utf-8"?>
<p:tagLst xmlns:p="http://schemas.openxmlformats.org/presentationml/2006/main">
  <p:tag name="MH" val="20190313150135"/>
  <p:tag name="MH_LIBRARY" val="GRAPHIC"/>
  <p:tag name="MH_TYPE" val="Text"/>
  <p:tag name="MH_ORDER" val="1"/>
</p:tagLst>
</file>

<file path=ppt/tags/tag37.xml><?xml version="1.0" encoding="utf-8"?>
<p:tagLst xmlns:p="http://schemas.openxmlformats.org/presentationml/2006/main">
  <p:tag name="MH" val="20190313150135"/>
  <p:tag name="MH_LIBRARY" val="GRAPHIC"/>
  <p:tag name="MH_TYPE" val="Other"/>
  <p:tag name="MH_ORDER" val="7"/>
</p:tagLst>
</file>

<file path=ppt/tags/tag38.xml><?xml version="1.0" encoding="utf-8"?>
<p:tagLst xmlns:p="http://schemas.openxmlformats.org/presentationml/2006/main">
  <p:tag name="MH" val="20190313150135"/>
  <p:tag name="MH_LIBRARY" val="GRAPHIC"/>
  <p:tag name="MH_TYPE" val="Text"/>
  <p:tag name="MH_ORDER" val="4"/>
</p:tagLst>
</file>

<file path=ppt/tags/tag39.xml><?xml version="1.0" encoding="utf-8"?>
<p:tagLst xmlns:p="http://schemas.openxmlformats.org/presentationml/2006/main">
  <p:tag name="MH" val="20190313150135"/>
  <p:tag name="MH_LIBRARY" val="GRAPHIC"/>
  <p:tag name="MH_TYPE" val="Other"/>
  <p:tag name="MH_ORDER" val="8"/>
</p:tagLst>
</file>

<file path=ppt/tags/tag40.xml><?xml version="1.0" encoding="utf-8"?>
<p:tagLst xmlns:p="http://schemas.openxmlformats.org/presentationml/2006/main">
  <p:tag name="MH" val="20190313150135"/>
  <p:tag name="MH_LIBRARY" val="GRAPHIC"/>
  <p:tag name="MH_TYPE" val="SubTitle"/>
  <p:tag name="MH_ORDER" val="4"/>
</p:tagLst>
</file>

<file path=ppt/tags/tag41.xml><?xml version="1.0" encoding="utf-8"?>
<p:tagLst xmlns:p="http://schemas.openxmlformats.org/presentationml/2006/main">
  <p:tag name="MH" val="20190313150135"/>
  <p:tag name="MH_LIBRARY" val="GRAPHIC"/>
  <p:tag name="MH_TYPE" val="SubTitle"/>
  <p:tag name="MH_ORDER" val="3"/>
</p:tagLst>
</file>

<file path=ppt/tags/tag42.xml><?xml version="1.0" encoding="utf-8"?>
<p:tagLst xmlns:p="http://schemas.openxmlformats.org/presentationml/2006/main">
  <p:tag name="MH" val="20190313150135"/>
  <p:tag name="MH_LIBRARY" val="GRAPHIC"/>
  <p:tag name="MH_TYPE" val="SubTitle"/>
  <p:tag name="MH_ORDER" val="2"/>
</p:tagLst>
</file>

<file path=ppt/tags/tag43.xml><?xml version="1.0" encoding="utf-8"?>
<p:tagLst xmlns:p="http://schemas.openxmlformats.org/presentationml/2006/main">
  <p:tag name="MH" val="20190313150135"/>
  <p:tag name="MH_LIBRARY" val="GRAPHIC"/>
  <p:tag name="MH_TYPE" val="SubTitle"/>
  <p:tag name="MH_ORDER" val="1"/>
</p:tagLst>
</file>

<file path=ppt/tags/tag44.xml><?xml version="1.0" encoding="utf-8"?>
<p:tagLst xmlns:p="http://schemas.openxmlformats.org/presentationml/2006/main">
  <p:tag name="MH" val="20190313150135"/>
  <p:tag name="MH_LIBRARY" val="GRAPHIC"/>
  <p:tag name="MH_TYPE" val="Other"/>
  <p:tag name="MH_ORDER" val="9"/>
</p:tagLst>
</file>

<file path=ppt/tags/tag45.xml><?xml version="1.0" encoding="utf-8"?>
<p:tagLst xmlns:p="http://schemas.openxmlformats.org/presentationml/2006/main">
  <p:tag name="MH" val="20190313150135"/>
  <p:tag name="MH_LIBRARY" val="GRAPHIC"/>
  <p:tag name="MH_TYPE" val="Text"/>
  <p:tag name="MH_ORDER" val="5"/>
</p:tagLst>
</file>

<file path=ppt/tags/tag46.xml><?xml version="1.0" encoding="utf-8"?>
<p:tagLst xmlns:p="http://schemas.openxmlformats.org/presentationml/2006/main">
  <p:tag name="MH" val="20190313150135"/>
  <p:tag name="MH_LIBRARY" val="GRAPHIC"/>
  <p:tag name="MH_TYPE" val="SubTitle"/>
  <p:tag name="MH_ORDER" val="5"/>
</p:tagLst>
</file>

<file path=ppt/tags/tag47.xml><?xml version="1.0" encoding="utf-8"?>
<p:tagLst xmlns:p="http://schemas.openxmlformats.org/presentationml/2006/main">
  <p:tag name="PA" val="v4.3.3"/>
</p:tagLst>
</file>

<file path=ppt/tags/tag48.xml><?xml version="1.0" encoding="utf-8"?>
<p:tagLst xmlns:p="http://schemas.openxmlformats.org/presentationml/2006/main">
  <p:tag name="PA" val="v4.3.3"/>
</p:tagLst>
</file>

<file path=ppt/tags/tag49.xml><?xml version="1.0" encoding="utf-8"?>
<p:tagLst xmlns:p="http://schemas.openxmlformats.org/presentationml/2006/main">
  <p:tag name="PA" val="v4.3.3"/>
</p:tagLst>
</file>

<file path=ppt/tags/tag50.xml><?xml version="1.0" encoding="utf-8"?>
<p:tagLst xmlns:p="http://schemas.openxmlformats.org/presentationml/2006/main">
  <p:tag name="PA" val="v4.3.3"/>
</p:tagLst>
</file>

<file path=ppt/tags/tag51.xml><?xml version="1.0" encoding="utf-8"?>
<p:tagLst xmlns:p="http://schemas.openxmlformats.org/presentationml/2006/main">
  <p:tag name="PA" val="v4.3.3"/>
</p:tagLst>
</file>

<file path=ppt/tags/tag52.xml><?xml version="1.0" encoding="utf-8"?>
<p:tagLst xmlns:p="http://schemas.openxmlformats.org/presentationml/2006/main">
  <p:tag name="PA" val="v4.3.3"/>
</p:tagLst>
</file>

<file path=ppt/tags/tag53.xml><?xml version="1.0" encoding="utf-8"?>
<p:tagLst xmlns:p="http://schemas.openxmlformats.org/presentationml/2006/main">
  <p:tag name="MH" val="20190313144753"/>
  <p:tag name="MH_LIBRARY" val="GRAPHIC"/>
  <p:tag name="MH_ORDER" val="Freeform 5"/>
</p:tagLst>
</file>

<file path=ppt/tags/tag54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55.xml><?xml version="1.0" encoding="utf-8"?>
<p:tagLst xmlns:p="http://schemas.openxmlformats.org/presentationml/2006/main">
  <p:tag name="MH" val="20190313144753"/>
  <p:tag name="MH_LIBRARY" val="GRAPHIC"/>
  <p:tag name="MH_ORDER" val="椭圆 2"/>
</p:tagLst>
</file>

<file path=ppt/tags/tag56.xml><?xml version="1.0" encoding="utf-8"?>
<p:tagLst xmlns:p="http://schemas.openxmlformats.org/presentationml/2006/main">
  <p:tag name="MH" val="20190313144753"/>
  <p:tag name="MH_LIBRARY" val="GRAPHIC"/>
  <p:tag name="MH_ORDER" val="TextBox 7"/>
</p:tagLst>
</file>

<file path=ppt/tags/tag57.xml><?xml version="1.0" encoding="utf-8"?>
<p:tagLst xmlns:p="http://schemas.openxmlformats.org/presentationml/2006/main">
  <p:tag name="MH" val="20190313144753"/>
  <p:tag name="MH_LIBRARY" val="GRAPHIC"/>
  <p:tag name="MH_ORDER" val="Straight Connector 9"/>
</p:tagLst>
</file>

<file path=ppt/tags/tag58.xml><?xml version="1.0" encoding="utf-8"?>
<p:tagLst xmlns:p="http://schemas.openxmlformats.org/presentationml/2006/main">
  <p:tag name="MH" val="20190313144753"/>
  <p:tag name="MH_LIBRARY" val="GRAPHIC"/>
  <p:tag name="MH_ORDER" val="TextBox 11"/>
</p:tagLst>
</file>

<file path=ppt/tags/tag59.xml><?xml version="1.0" encoding="utf-8"?>
<p:tagLst xmlns:p="http://schemas.openxmlformats.org/presentationml/2006/main">
  <p:tag name="MH" val="20190313144753"/>
  <p:tag name="MH_LIBRARY" val="GRAPHIC"/>
  <p:tag name="MH_ORDER" val="Freeform 16"/>
</p:tagLst>
</file>

<file path=ppt/tags/tag60.xml><?xml version="1.0" encoding="utf-8"?>
<p:tagLst xmlns:p="http://schemas.openxmlformats.org/presentationml/2006/main">
  <p:tag name="MH" val="20190313144753"/>
  <p:tag name="MH_LIBRARY" val="GRAPHIC"/>
</p:tagLst>
</file>

<file path=ppt/tags/tag61.xml><?xml version="1.0" encoding="utf-8"?>
<p:tagLst xmlns:p="http://schemas.openxmlformats.org/presentationml/2006/main">
  <p:tag name="MH" val="20170316122650"/>
  <p:tag name="MH_LIBRARY" val="GRAPHIC"/>
  <p:tag name="MH_ORDER" val="Rectangle 5"/>
</p:tagLst>
</file>

<file path=ppt/tags/tag62.xml><?xml version="1.0" encoding="utf-8"?>
<p:tagLst xmlns:p="http://schemas.openxmlformats.org/presentationml/2006/main">
  <p:tag name="KSO_WM_TEMPLATE_CATEGORY" val="custom"/>
  <p:tag name="KSO_WM_TEMPLATE_INDEX" val="160162"/>
  <p:tag name="KSO_WM_TAG_VERSION" val="1.0"/>
  <p:tag name="KSO_WM_SLIDE_ID" val="custom160162_29"/>
  <p:tag name="KSO_WM_SLIDE_INDEX" val="29"/>
  <p:tag name="KSO_WM_SLIDE_ITEM_CNT" val="1"/>
  <p:tag name="KSO_WM_SLIDE_LAYOUT" val="a"/>
  <p:tag name="KSO_WM_SLIDE_LAYOUT_CNT" val="1"/>
  <p:tag name="KSO_WM_SLIDE_TYPE" val="endPage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1768</Words>
  <Application>WPS 演示</Application>
  <PresentationFormat>宽屏</PresentationFormat>
  <Paragraphs>135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微软雅黑</vt:lpstr>
      <vt:lpstr>黑体</vt:lpstr>
      <vt:lpstr>Impact</vt:lpstr>
      <vt:lpstr>Arial Rounded MT Bold</vt:lpstr>
      <vt:lpstr>Arial Narrow</vt:lpstr>
      <vt:lpstr>Mangal</vt:lpstr>
      <vt:lpstr>Segoe Print</vt:lpstr>
      <vt:lpstr>Century Gothic</vt:lpstr>
      <vt:lpstr>NumberOnly</vt:lpstr>
      <vt:lpstr>Segoe UI Light</vt:lpstr>
      <vt:lpstr>Arial Unicode MS</vt:lpstr>
      <vt:lpstr>Calibri Light</vt:lpstr>
      <vt:lpstr>Office 主题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DELL</cp:lastModifiedBy>
  <cp:revision>18</cp:revision>
  <dcterms:created xsi:type="dcterms:W3CDTF">2019-03-13T07:10:00Z</dcterms:created>
  <dcterms:modified xsi:type="dcterms:W3CDTF">2020-04-01T07:52:24Z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