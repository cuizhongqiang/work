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3"/>
    <p:sldMasterId id="2147483676" r:id="rId4"/>
  </p:sldMasterIdLst>
  <p:notesMasterIdLst>
    <p:notesMasterId r:id="rId8"/>
  </p:notesMasterIdLst>
  <p:sldIdLst>
    <p:sldId id="256" r:id="rId5"/>
    <p:sldId id="257" r:id="rId6"/>
    <p:sldId id="258" r:id="rId7"/>
    <p:sldId id="291" r:id="rId9"/>
    <p:sldId id="262" r:id="rId10"/>
    <p:sldId id="292" r:id="rId11"/>
    <p:sldId id="295" r:id="rId12"/>
    <p:sldId id="266" r:id="rId13"/>
    <p:sldId id="300" r:id="rId14"/>
    <p:sldId id="301" r:id="rId15"/>
    <p:sldId id="304" r:id="rId16"/>
    <p:sldId id="298" r:id="rId17"/>
    <p:sldId id="269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441279-0F16-4260-8160-85F3A1FAE0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096BE-34E9-4740-A76B-2955D534ED0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模板来自于 </a:t>
            </a:r>
            <a:r>
              <a:rPr lang="en-US" altLang="zh-CN"/>
              <a:t>http://meihua.docer.com/</a:t>
            </a: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D9030A9-8D4A-4D56-A1BC-476111AB0117}" type="slidenum">
              <a:rPr lang="zh-CN" altLang="en-US" smtClean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模板来自于 </a:t>
            </a:r>
            <a:r>
              <a:rPr lang="en-US" altLang="zh-CN"/>
              <a:t>http://meihua.docer.com/</a:t>
            </a: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D9030A9-8D4A-4D56-A1BC-476111AB0117}" type="slidenum">
              <a:rPr lang="zh-CN" altLang="en-US" smtClean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模板来自于 </a:t>
            </a:r>
            <a:r>
              <a:rPr lang="en-US" altLang="zh-CN"/>
              <a:t>http://meihua.docer.com/</a:t>
            </a: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D9030A9-8D4A-4D56-A1BC-476111AB0117}" type="slidenum">
              <a:rPr lang="zh-CN" altLang="en-US" smtClean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模板来自于 </a:t>
            </a:r>
            <a:r>
              <a:rPr lang="en-US" altLang="zh-CN"/>
              <a:t>http://meihua.docer.com/</a:t>
            </a: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D9030A9-8D4A-4D56-A1BC-476111AB0117}" type="slidenum">
              <a:rPr lang="zh-CN" altLang="en-US" smtClean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50192EF9-1F56-42AB-B84C-24A5129C2E1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8"/>
          <p:cNvSpPr/>
          <p:nvPr userDrawn="1"/>
        </p:nvSpPr>
        <p:spPr>
          <a:xfrm flipV="1">
            <a:off x="0" y="0"/>
            <a:ext cx="7251700" cy="6858000"/>
          </a:xfrm>
          <a:custGeom>
            <a:avLst/>
            <a:gdLst/>
            <a:ahLst/>
            <a:cxnLst/>
            <a:rect l="l" t="t" r="r" b="b"/>
            <a:pathLst>
              <a:path w="7251700" h="6858001">
                <a:moveTo>
                  <a:pt x="6045200" y="6858001"/>
                </a:moveTo>
                <a:lnTo>
                  <a:pt x="7251700" y="6858001"/>
                </a:lnTo>
                <a:lnTo>
                  <a:pt x="6045200" y="1"/>
                </a:lnTo>
                <a:lnTo>
                  <a:pt x="6045200" y="0"/>
                </a:lnTo>
                <a:lnTo>
                  <a:pt x="0" y="0"/>
                </a:lnTo>
                <a:lnTo>
                  <a:pt x="0" y="6858000"/>
                </a:lnTo>
                <a:lnTo>
                  <a:pt x="6045200" y="6858000"/>
                </a:lnTo>
                <a:close/>
              </a:path>
            </a:pathLst>
          </a:cu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平行四边形 2"/>
          <p:cNvSpPr/>
          <p:nvPr userDrawn="1"/>
        </p:nvSpPr>
        <p:spPr>
          <a:xfrm>
            <a:off x="6030913" y="0"/>
            <a:ext cx="1524000" cy="6858000"/>
          </a:xfrm>
          <a:prstGeom prst="parallelogram">
            <a:avLst>
              <a:gd name="adj" fmla="val 79353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437188" y="0"/>
            <a:ext cx="675481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153025" y="0"/>
            <a:ext cx="284163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14"/>
          <p:cNvSpPr>
            <a:spLocks noChangeArrowheads="1"/>
          </p:cNvSpPr>
          <p:nvPr userDrawn="1"/>
        </p:nvSpPr>
        <p:spPr bwMode="auto">
          <a:xfrm>
            <a:off x="9748838" y="346075"/>
            <a:ext cx="2003425" cy="8509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112000"/>
              </a:lnSpc>
              <a:defRPr/>
            </a:pP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目录页</a:t>
            </a:r>
            <a:r>
              <a:rPr lang="zh-CN" altLang="en-US" sz="2800" b="1" dirty="0">
                <a:solidFill>
                  <a:srgbClr val="FF9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solidFill>
                  <a:srgbClr val="FF9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800" b="1" dirty="0">
              <a:solidFill>
                <a:srgbClr val="FF9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hangingPunct="1">
              <a:lnSpc>
                <a:spcPct val="112000"/>
              </a:lnSpc>
              <a:defRPr/>
            </a:pPr>
            <a:r>
              <a:rPr lang="en-US" altLang="zh-CN" sz="1600" dirty="0">
                <a:solidFill>
                  <a:srgbClr val="7F7F7F"/>
                </a:solidFill>
              </a:rPr>
              <a:t>CONTENTS PAGE </a:t>
            </a:r>
            <a:endParaRPr lang="zh-CN" altLang="en-US" dirty="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338888"/>
            <a:ext cx="574675" cy="519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574675" y="6338888"/>
            <a:ext cx="11617325" cy="51911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燕尾形 5"/>
          <p:cNvSpPr/>
          <p:nvPr userDrawn="1"/>
        </p:nvSpPr>
        <p:spPr>
          <a:xfrm>
            <a:off x="193675" y="6475413"/>
            <a:ext cx="187325" cy="24606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任意多边形 6"/>
          <p:cNvSpPr/>
          <p:nvPr userDrawn="1"/>
        </p:nvSpPr>
        <p:spPr>
          <a:xfrm>
            <a:off x="620713" y="201613"/>
            <a:ext cx="863600" cy="863600"/>
          </a:xfrm>
          <a:custGeom>
            <a:avLst/>
            <a:gdLst>
              <a:gd name="connsiteX0" fmla="*/ 0 w 864000"/>
              <a:gd name="connsiteY0" fmla="*/ 0 h 864000"/>
              <a:gd name="connsiteX1" fmla="*/ 864000 w 864000"/>
              <a:gd name="connsiteY1" fmla="*/ 0 h 864000"/>
              <a:gd name="connsiteX2" fmla="*/ 864000 w 864000"/>
              <a:gd name="connsiteY2" fmla="*/ 261737 h 864000"/>
              <a:gd name="connsiteX3" fmla="*/ 751007 w 864000"/>
              <a:gd name="connsiteY3" fmla="*/ 261737 h 864000"/>
              <a:gd name="connsiteX4" fmla="*/ 751007 w 864000"/>
              <a:gd name="connsiteY4" fmla="*/ 112993 h 864000"/>
              <a:gd name="connsiteX5" fmla="*/ 112993 w 864000"/>
              <a:gd name="connsiteY5" fmla="*/ 112993 h 864000"/>
              <a:gd name="connsiteX6" fmla="*/ 112993 w 864000"/>
              <a:gd name="connsiteY6" fmla="*/ 751007 h 864000"/>
              <a:gd name="connsiteX7" fmla="*/ 246681 w 864000"/>
              <a:gd name="connsiteY7" fmla="*/ 751007 h 864000"/>
              <a:gd name="connsiteX8" fmla="*/ 246681 w 864000"/>
              <a:gd name="connsiteY8" fmla="*/ 864000 h 864000"/>
              <a:gd name="connsiteX9" fmla="*/ 0 w 864000"/>
              <a:gd name="connsiteY9" fmla="*/ 864000 h 8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64000" h="864000">
                <a:moveTo>
                  <a:pt x="0" y="0"/>
                </a:moveTo>
                <a:lnTo>
                  <a:pt x="864000" y="0"/>
                </a:lnTo>
                <a:lnTo>
                  <a:pt x="864000" y="261737"/>
                </a:lnTo>
                <a:lnTo>
                  <a:pt x="751007" y="261737"/>
                </a:lnTo>
                <a:lnTo>
                  <a:pt x="751007" y="112993"/>
                </a:lnTo>
                <a:lnTo>
                  <a:pt x="112993" y="112993"/>
                </a:lnTo>
                <a:lnTo>
                  <a:pt x="112993" y="751007"/>
                </a:lnTo>
                <a:lnTo>
                  <a:pt x="246681" y="751007"/>
                </a:lnTo>
                <a:lnTo>
                  <a:pt x="246681" y="864000"/>
                </a:lnTo>
                <a:lnTo>
                  <a:pt x="0" y="86400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70C0"/>
              </a:solidFill>
            </a:endParaRPr>
          </a:p>
        </p:txBody>
      </p:sp>
      <p:grpSp>
        <p:nvGrpSpPr>
          <p:cNvPr id="8" name="组合 29"/>
          <p:cNvGrpSpPr/>
          <p:nvPr userDrawn="1"/>
        </p:nvGrpSpPr>
        <p:grpSpPr bwMode="auto">
          <a:xfrm>
            <a:off x="1081088" y="982663"/>
            <a:ext cx="3627437" cy="71437"/>
            <a:chOff x="842591" y="1616264"/>
            <a:chExt cx="3627679" cy="72000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869580" y="1653064"/>
              <a:ext cx="3600690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>
            <a:xfrm>
              <a:off x="842591" y="1616264"/>
              <a:ext cx="71442" cy="720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70C0"/>
                </a:solidFill>
              </a:endParaRPr>
            </a:p>
          </p:txBody>
        </p:sp>
      </p:grpSp>
      <p:sp>
        <p:nvSpPr>
          <p:cNvPr id="9" name="内容占位符 6"/>
          <p:cNvSpPr>
            <a:spLocks noGrp="1"/>
          </p:cNvSpPr>
          <p:nvPr>
            <p:ph sz="quarter" idx="13"/>
          </p:nvPr>
        </p:nvSpPr>
        <p:spPr>
          <a:xfrm>
            <a:off x="838800" y="1342662"/>
            <a:ext cx="10515600" cy="48313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内容占位符 6"/>
          <p:cNvSpPr>
            <a:spLocks noGrp="1"/>
          </p:cNvSpPr>
          <p:nvPr>
            <p:ph sz="quarter" idx="14"/>
          </p:nvPr>
        </p:nvSpPr>
        <p:spPr>
          <a:xfrm>
            <a:off x="1676400" y="175548"/>
            <a:ext cx="8034759" cy="7851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8298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829800" cy="16557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>
                <a:solidFill>
                  <a:srgbClr val="80808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67F891-7272-4ED4-A2AB-F078347DBA0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627430F-909B-4D6C-9D03-C551B611EB3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4.png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5" Type="http://schemas.openxmlformats.org/officeDocument/2006/relationships/slideLayout" Target="../slideLayouts/slideLayout14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4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4" Type="http://schemas.openxmlformats.org/officeDocument/2006/relationships/notesSlide" Target="../notesSlides/notesSlide5.xml"/><Relationship Id="rId23" Type="http://schemas.openxmlformats.org/officeDocument/2006/relationships/slideLayout" Target="../slideLayouts/slideLayout14.xml"/><Relationship Id="rId22" Type="http://schemas.openxmlformats.org/officeDocument/2006/relationships/tags" Target="../tags/tag71.xml"/><Relationship Id="rId21" Type="http://schemas.openxmlformats.org/officeDocument/2006/relationships/tags" Target="../tags/tag70.xml"/><Relationship Id="rId20" Type="http://schemas.openxmlformats.org/officeDocument/2006/relationships/tags" Target="../tags/tag69.xml"/><Relationship Id="rId2" Type="http://schemas.openxmlformats.org/officeDocument/2006/relationships/tags" Target="../tags/tag51.xml"/><Relationship Id="rId19" Type="http://schemas.openxmlformats.org/officeDocument/2006/relationships/tags" Target="../tags/tag68.xml"/><Relationship Id="rId18" Type="http://schemas.openxmlformats.org/officeDocument/2006/relationships/tags" Target="../tags/tag67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tags" Target="../tags/tag63.xml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tags" Target="../tags/tag5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SO_Shape"/>
          <p:cNvSpPr/>
          <p:nvPr/>
        </p:nvSpPr>
        <p:spPr>
          <a:xfrm>
            <a:off x="7440613" y="2105025"/>
            <a:ext cx="4508500" cy="136525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87348" y="2443163"/>
            <a:ext cx="3383280" cy="11988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平台工作流汇报</a:t>
            </a:r>
            <a:endParaRPr lang="en-US" altLang="zh-CN" sz="36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endParaRPr lang="zh-CN" altLang="en-US" sz="36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6" name="TextBox 6"/>
          <p:cNvSpPr txBox="1">
            <a:spLocks noChangeArrowheads="1"/>
          </p:cNvSpPr>
          <p:nvPr/>
        </p:nvSpPr>
        <p:spPr bwMode="auto">
          <a:xfrm>
            <a:off x="7480300" y="4244975"/>
            <a:ext cx="454660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人：崔忠强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newsfla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图片 2" descr="A000220150821C59PPIC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11325"/>
            <a:ext cx="5153025" cy="343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Box 5"/>
          <p:cNvSpPr txBox="1">
            <a:spLocks noChangeArrowheads="1"/>
          </p:cNvSpPr>
          <p:nvPr/>
        </p:nvSpPr>
        <p:spPr bwMode="auto">
          <a:xfrm>
            <a:off x="7342188" y="5020152"/>
            <a:ext cx="3832225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04	</a:t>
            </a:r>
            <a:r>
              <a:rPr lang="zh-CN" altLang="en-US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季度规划</a:t>
            </a:r>
            <a:endParaRPr lang="zh-CN" altLang="en-US">
              <a:solidFill>
                <a:srgbClr val="595959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340" name="TextBox 6"/>
          <p:cNvSpPr txBox="1">
            <a:spLocks noChangeArrowheads="1"/>
          </p:cNvSpPr>
          <p:nvPr/>
        </p:nvSpPr>
        <p:spPr bwMode="auto">
          <a:xfrm>
            <a:off x="7351713" y="2787333"/>
            <a:ext cx="3832225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defPPr>
              <a:defRPr lang="zh-CN"/>
            </a:defPPr>
            <a:lvl1pPr eaLnBrk="1" hangingPunct="1">
              <a:lnSpc>
                <a:spcPct val="100000"/>
              </a:lnSpc>
              <a:buFontTx/>
              <a:buNone/>
              <a:defRPr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7429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r>
              <a:rPr lang="en-US" altLang="zh-CN" dirty="0"/>
              <a:t>01	</a:t>
            </a:r>
            <a:r>
              <a:rPr lang="zh-CN" altLang="en-US" dirty="0"/>
              <a:t>发展趋势</a:t>
            </a:r>
            <a:endParaRPr lang="zh-CN" altLang="en-US" dirty="0"/>
          </a:p>
        </p:txBody>
      </p:sp>
      <p:sp>
        <p:nvSpPr>
          <p:cNvPr id="14341" name="TextBox 10"/>
          <p:cNvSpPr txBox="1">
            <a:spLocks noChangeArrowheads="1"/>
          </p:cNvSpPr>
          <p:nvPr/>
        </p:nvSpPr>
        <p:spPr bwMode="auto">
          <a:xfrm>
            <a:off x="7342188" y="3531077"/>
            <a:ext cx="3832225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dirty="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02	</a:t>
            </a:r>
            <a:r>
              <a:rPr lang="zh-CN" altLang="en-US" dirty="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技术选型</a:t>
            </a:r>
            <a:endParaRPr lang="zh-CN" altLang="en-US" dirty="0">
              <a:solidFill>
                <a:srgbClr val="595959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342" name="TextBox 11"/>
          <p:cNvSpPr txBox="1">
            <a:spLocks noChangeArrowheads="1"/>
          </p:cNvSpPr>
          <p:nvPr/>
        </p:nvSpPr>
        <p:spPr bwMode="auto">
          <a:xfrm>
            <a:off x="7342188" y="4275614"/>
            <a:ext cx="3832225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03	</a:t>
            </a:r>
            <a:r>
              <a:rPr lang="zh-CN" altLang="en-US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功能列表</a:t>
            </a:r>
            <a:endParaRPr lang="zh-CN" altLang="en-US">
              <a:solidFill>
                <a:srgbClr val="595959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>
            <p:custDataLst>
              <p:tags r:id="rId1"/>
            </p:custDataLst>
          </p:nvPr>
        </p:nvSpPr>
        <p:spPr>
          <a:xfrm>
            <a:off x="6819900" y="0"/>
            <a:ext cx="3848100" cy="6858000"/>
          </a:xfrm>
          <a:custGeom>
            <a:avLst/>
            <a:gdLst>
              <a:gd name="connsiteX0" fmla="*/ 0 w 3848100"/>
              <a:gd name="connsiteY0" fmla="*/ 0 h 6858000"/>
              <a:gd name="connsiteX1" fmla="*/ 3848100 w 3848100"/>
              <a:gd name="connsiteY1" fmla="*/ 0 h 6858000"/>
              <a:gd name="connsiteX2" fmla="*/ 3848100 w 3848100"/>
              <a:gd name="connsiteY2" fmla="*/ 6858000 h 6858000"/>
              <a:gd name="connsiteX3" fmla="*/ 0 w 3848100"/>
              <a:gd name="connsiteY3" fmla="*/ 6858000 h 6858000"/>
              <a:gd name="connsiteX4" fmla="*/ 2387600 w 3848100"/>
              <a:gd name="connsiteY4" fmla="*/ 3429000 h 6858000"/>
              <a:gd name="connsiteX5" fmla="*/ 0 w 38481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48100" h="6858000">
                <a:moveTo>
                  <a:pt x="0" y="0"/>
                </a:moveTo>
                <a:lnTo>
                  <a:pt x="3848100" y="0"/>
                </a:lnTo>
                <a:lnTo>
                  <a:pt x="3848100" y="6858000"/>
                </a:lnTo>
                <a:lnTo>
                  <a:pt x="0" y="6858000"/>
                </a:lnTo>
                <a:cubicBezTo>
                  <a:pt x="1318635" y="6858000"/>
                  <a:pt x="2387600" y="5322784"/>
                  <a:pt x="2387600" y="3429000"/>
                </a:cubicBezTo>
                <a:cubicBezTo>
                  <a:pt x="2387600" y="1535216"/>
                  <a:pt x="1318635" y="0"/>
                  <a:pt x="0" y="0"/>
                </a:cubicBezTo>
                <a:close/>
              </a:path>
            </a:pathLst>
          </a:custGeom>
          <a:solidFill>
            <a:srgbClr val="0D6A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2"/>
            </p:custDataLst>
          </p:nvPr>
        </p:nvSpPr>
        <p:spPr>
          <a:xfrm>
            <a:off x="6819900" y="0"/>
            <a:ext cx="2387600" cy="6858000"/>
          </a:xfrm>
          <a:custGeom>
            <a:avLst/>
            <a:gdLst>
              <a:gd name="connsiteX0" fmla="*/ 0 w 4775200"/>
              <a:gd name="connsiteY0" fmla="*/ 3429000 h 6858000"/>
              <a:gd name="connsiteX1" fmla="*/ 2387600 w 4775200"/>
              <a:gd name="connsiteY1" fmla="*/ 0 h 6858000"/>
              <a:gd name="connsiteX2" fmla="*/ 4775200 w 4775200"/>
              <a:gd name="connsiteY2" fmla="*/ 3429000 h 6858000"/>
              <a:gd name="connsiteX3" fmla="*/ 2387600 w 4775200"/>
              <a:gd name="connsiteY3" fmla="*/ 6858000 h 6858000"/>
              <a:gd name="connsiteX4" fmla="*/ 0 w 4775200"/>
              <a:gd name="connsiteY4" fmla="*/ 3429000 h 6858000"/>
              <a:gd name="connsiteX0-1" fmla="*/ 0 w 4775200"/>
              <a:gd name="connsiteY0-2" fmla="*/ 3429000 h 6858000"/>
              <a:gd name="connsiteX1-3" fmla="*/ 2387600 w 4775200"/>
              <a:gd name="connsiteY1-4" fmla="*/ 0 h 6858000"/>
              <a:gd name="connsiteX2-5" fmla="*/ 4775200 w 4775200"/>
              <a:gd name="connsiteY2-6" fmla="*/ 3429000 h 6858000"/>
              <a:gd name="connsiteX3-7" fmla="*/ 2387600 w 4775200"/>
              <a:gd name="connsiteY3-8" fmla="*/ 6858000 h 6858000"/>
              <a:gd name="connsiteX4-9" fmla="*/ 91440 w 4775200"/>
              <a:gd name="connsiteY4-10" fmla="*/ 3520440 h 6858000"/>
              <a:gd name="connsiteX0-11" fmla="*/ 0 w 4775200"/>
              <a:gd name="connsiteY0-12" fmla="*/ 3429000 h 6858000"/>
              <a:gd name="connsiteX1-13" fmla="*/ 2387600 w 4775200"/>
              <a:gd name="connsiteY1-14" fmla="*/ 0 h 6858000"/>
              <a:gd name="connsiteX2-15" fmla="*/ 4775200 w 4775200"/>
              <a:gd name="connsiteY2-16" fmla="*/ 3429000 h 6858000"/>
              <a:gd name="connsiteX3-17" fmla="*/ 2387600 w 4775200"/>
              <a:gd name="connsiteY3-18" fmla="*/ 6858000 h 6858000"/>
              <a:gd name="connsiteX0-19" fmla="*/ 0 w 2387600"/>
              <a:gd name="connsiteY0-20" fmla="*/ 0 h 6858000"/>
              <a:gd name="connsiteX1-21" fmla="*/ 2387600 w 2387600"/>
              <a:gd name="connsiteY1-22" fmla="*/ 3429000 h 6858000"/>
              <a:gd name="connsiteX2-23" fmla="*/ 0 w 2387600"/>
              <a:gd name="connsiteY2-24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387600" h="6858000">
                <a:moveTo>
                  <a:pt x="0" y="0"/>
                </a:moveTo>
                <a:cubicBezTo>
                  <a:pt x="1318635" y="0"/>
                  <a:pt x="2387600" y="1535216"/>
                  <a:pt x="2387600" y="3429000"/>
                </a:cubicBezTo>
                <a:cubicBezTo>
                  <a:pt x="2387600" y="5322784"/>
                  <a:pt x="1318635" y="6858000"/>
                  <a:pt x="0" y="6858000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53000">
                  <a:schemeClr val="accent1">
                    <a:lumMod val="60000"/>
                    <a:lumOff val="40000"/>
                    <a:alpha val="5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椭圆 2"/>
          <p:cNvSpPr/>
          <p:nvPr>
            <p:custDataLst>
              <p:tags r:id="rId3"/>
            </p:custDataLst>
          </p:nvPr>
        </p:nvSpPr>
        <p:spPr>
          <a:xfrm>
            <a:off x="6648450" y="0"/>
            <a:ext cx="2387600" cy="6858000"/>
          </a:xfrm>
          <a:custGeom>
            <a:avLst/>
            <a:gdLst>
              <a:gd name="connsiteX0" fmla="*/ 0 w 4775200"/>
              <a:gd name="connsiteY0" fmla="*/ 3429000 h 6858000"/>
              <a:gd name="connsiteX1" fmla="*/ 2387600 w 4775200"/>
              <a:gd name="connsiteY1" fmla="*/ 0 h 6858000"/>
              <a:gd name="connsiteX2" fmla="*/ 4775200 w 4775200"/>
              <a:gd name="connsiteY2" fmla="*/ 3429000 h 6858000"/>
              <a:gd name="connsiteX3" fmla="*/ 2387600 w 4775200"/>
              <a:gd name="connsiteY3" fmla="*/ 6858000 h 6858000"/>
              <a:gd name="connsiteX4" fmla="*/ 0 w 4775200"/>
              <a:gd name="connsiteY4" fmla="*/ 3429000 h 6858000"/>
              <a:gd name="connsiteX0-1" fmla="*/ 0 w 4775200"/>
              <a:gd name="connsiteY0-2" fmla="*/ 3429000 h 6858000"/>
              <a:gd name="connsiteX1-3" fmla="*/ 2387600 w 4775200"/>
              <a:gd name="connsiteY1-4" fmla="*/ 0 h 6858000"/>
              <a:gd name="connsiteX2-5" fmla="*/ 4775200 w 4775200"/>
              <a:gd name="connsiteY2-6" fmla="*/ 3429000 h 6858000"/>
              <a:gd name="connsiteX3-7" fmla="*/ 2387600 w 4775200"/>
              <a:gd name="connsiteY3-8" fmla="*/ 6858000 h 6858000"/>
              <a:gd name="connsiteX4-9" fmla="*/ 91440 w 4775200"/>
              <a:gd name="connsiteY4-10" fmla="*/ 3520440 h 6858000"/>
              <a:gd name="connsiteX0-11" fmla="*/ 0 w 4775200"/>
              <a:gd name="connsiteY0-12" fmla="*/ 3429000 h 6858000"/>
              <a:gd name="connsiteX1-13" fmla="*/ 2387600 w 4775200"/>
              <a:gd name="connsiteY1-14" fmla="*/ 0 h 6858000"/>
              <a:gd name="connsiteX2-15" fmla="*/ 4775200 w 4775200"/>
              <a:gd name="connsiteY2-16" fmla="*/ 3429000 h 6858000"/>
              <a:gd name="connsiteX3-17" fmla="*/ 2387600 w 4775200"/>
              <a:gd name="connsiteY3-18" fmla="*/ 6858000 h 6858000"/>
              <a:gd name="connsiteX0-19" fmla="*/ 0 w 2387600"/>
              <a:gd name="connsiteY0-20" fmla="*/ 0 h 6858000"/>
              <a:gd name="connsiteX1-21" fmla="*/ 2387600 w 2387600"/>
              <a:gd name="connsiteY1-22" fmla="*/ 3429000 h 6858000"/>
              <a:gd name="connsiteX2-23" fmla="*/ 0 w 2387600"/>
              <a:gd name="connsiteY2-24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387600" h="6858000">
                <a:moveTo>
                  <a:pt x="0" y="0"/>
                </a:moveTo>
                <a:cubicBezTo>
                  <a:pt x="1318635" y="0"/>
                  <a:pt x="2387600" y="1535216"/>
                  <a:pt x="2387600" y="3429000"/>
                </a:cubicBezTo>
                <a:cubicBezTo>
                  <a:pt x="2387600" y="5322784"/>
                  <a:pt x="1318635" y="6858000"/>
                  <a:pt x="0" y="6858000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53000">
                  <a:schemeClr val="accent1">
                    <a:lumMod val="60000"/>
                    <a:lumOff val="40000"/>
                    <a:alpha val="5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194050" y="2598739"/>
            <a:ext cx="5670550" cy="815975"/>
          </a:xfrm>
          <a:prstGeom prst="rect">
            <a:avLst/>
          </a:prstGeom>
          <a:noFill/>
        </p:spPr>
        <p:txBody>
          <a:bodyPr anchor="ctr">
            <a:norm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发展趋势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4737100" y="3340100"/>
            <a:ext cx="40068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3365500" y="3352800"/>
            <a:ext cx="5499100" cy="477838"/>
          </a:xfrm>
          <a:prstGeom prst="rect">
            <a:avLst/>
          </a:prstGeom>
          <a:noFill/>
        </p:spPr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5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发展趋势</a:t>
            </a:r>
            <a:endParaRPr lang="zh-CN" altLang="en-US" sz="2500" dirty="0">
              <a:solidFill>
                <a:schemeClr val="accent1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" name="任意多边形 16"/>
          <p:cNvSpPr/>
          <p:nvPr>
            <p:custDataLst>
              <p:tags r:id="rId7"/>
            </p:custDataLst>
          </p:nvPr>
        </p:nvSpPr>
        <p:spPr>
          <a:xfrm>
            <a:off x="2313761" y="2598739"/>
            <a:ext cx="1042987" cy="1047750"/>
          </a:xfrm>
          <a:custGeom>
            <a:avLst/>
            <a:gdLst>
              <a:gd name="connsiteX0" fmla="*/ 619655 w 1042987"/>
              <a:gd name="connsiteY0" fmla="*/ 539750 h 1047750"/>
              <a:gd name="connsiteX1" fmla="*/ 958319 w 1042987"/>
              <a:gd name="connsiteY1" fmla="*/ 539750 h 1047750"/>
              <a:gd name="connsiteX2" fmla="*/ 1042987 w 1042987"/>
              <a:gd name="connsiteY2" fmla="*/ 624418 h 1047750"/>
              <a:gd name="connsiteX3" fmla="*/ 1042987 w 1042987"/>
              <a:gd name="connsiteY3" fmla="*/ 963082 h 1047750"/>
              <a:gd name="connsiteX4" fmla="*/ 958319 w 1042987"/>
              <a:gd name="connsiteY4" fmla="*/ 1047750 h 1047750"/>
              <a:gd name="connsiteX5" fmla="*/ 619655 w 1042987"/>
              <a:gd name="connsiteY5" fmla="*/ 1047750 h 1047750"/>
              <a:gd name="connsiteX6" fmla="*/ 534987 w 1042987"/>
              <a:gd name="connsiteY6" fmla="*/ 963082 h 1047750"/>
              <a:gd name="connsiteX7" fmla="*/ 534987 w 1042987"/>
              <a:gd name="connsiteY7" fmla="*/ 624418 h 1047750"/>
              <a:gd name="connsiteX8" fmla="*/ 619655 w 1042987"/>
              <a:gd name="connsiteY8" fmla="*/ 539750 h 1047750"/>
              <a:gd name="connsiteX9" fmla="*/ 84668 w 1042987"/>
              <a:gd name="connsiteY9" fmla="*/ 539750 h 1047750"/>
              <a:gd name="connsiteX10" fmla="*/ 423332 w 1042987"/>
              <a:gd name="connsiteY10" fmla="*/ 539750 h 1047750"/>
              <a:gd name="connsiteX11" fmla="*/ 508000 w 1042987"/>
              <a:gd name="connsiteY11" fmla="*/ 624418 h 1047750"/>
              <a:gd name="connsiteX12" fmla="*/ 508000 w 1042987"/>
              <a:gd name="connsiteY12" fmla="*/ 963082 h 1047750"/>
              <a:gd name="connsiteX13" fmla="*/ 423332 w 1042987"/>
              <a:gd name="connsiteY13" fmla="*/ 1047750 h 1047750"/>
              <a:gd name="connsiteX14" fmla="*/ 84668 w 1042987"/>
              <a:gd name="connsiteY14" fmla="*/ 1047750 h 1047750"/>
              <a:gd name="connsiteX15" fmla="*/ 0 w 1042987"/>
              <a:gd name="connsiteY15" fmla="*/ 963082 h 1047750"/>
              <a:gd name="connsiteX16" fmla="*/ 0 w 1042987"/>
              <a:gd name="connsiteY16" fmla="*/ 624418 h 1047750"/>
              <a:gd name="connsiteX17" fmla="*/ 84668 w 1042987"/>
              <a:gd name="connsiteY17" fmla="*/ 539750 h 1047750"/>
              <a:gd name="connsiteX18" fmla="*/ 619655 w 1042987"/>
              <a:gd name="connsiteY18" fmla="*/ 0 h 1047750"/>
              <a:gd name="connsiteX19" fmla="*/ 958319 w 1042987"/>
              <a:gd name="connsiteY19" fmla="*/ 0 h 1047750"/>
              <a:gd name="connsiteX20" fmla="*/ 1042987 w 1042987"/>
              <a:gd name="connsiteY20" fmla="*/ 84668 h 1047750"/>
              <a:gd name="connsiteX21" fmla="*/ 1042987 w 1042987"/>
              <a:gd name="connsiteY21" fmla="*/ 423332 h 1047750"/>
              <a:gd name="connsiteX22" fmla="*/ 958319 w 1042987"/>
              <a:gd name="connsiteY22" fmla="*/ 508000 h 1047750"/>
              <a:gd name="connsiteX23" fmla="*/ 619655 w 1042987"/>
              <a:gd name="connsiteY23" fmla="*/ 508000 h 1047750"/>
              <a:gd name="connsiteX24" fmla="*/ 534987 w 1042987"/>
              <a:gd name="connsiteY24" fmla="*/ 423332 h 1047750"/>
              <a:gd name="connsiteX25" fmla="*/ 534987 w 1042987"/>
              <a:gd name="connsiteY25" fmla="*/ 84668 h 1047750"/>
              <a:gd name="connsiteX26" fmla="*/ 619655 w 1042987"/>
              <a:gd name="connsiteY26" fmla="*/ 0 h 1047750"/>
              <a:gd name="connsiteX27" fmla="*/ 84668 w 1042987"/>
              <a:gd name="connsiteY27" fmla="*/ 0 h 1047750"/>
              <a:gd name="connsiteX28" fmla="*/ 423332 w 1042987"/>
              <a:gd name="connsiteY28" fmla="*/ 0 h 1047750"/>
              <a:gd name="connsiteX29" fmla="*/ 508000 w 1042987"/>
              <a:gd name="connsiteY29" fmla="*/ 84668 h 1047750"/>
              <a:gd name="connsiteX30" fmla="*/ 508000 w 1042987"/>
              <a:gd name="connsiteY30" fmla="*/ 423332 h 1047750"/>
              <a:gd name="connsiteX31" fmla="*/ 423332 w 1042987"/>
              <a:gd name="connsiteY31" fmla="*/ 508000 h 1047750"/>
              <a:gd name="connsiteX32" fmla="*/ 84668 w 1042987"/>
              <a:gd name="connsiteY32" fmla="*/ 508000 h 1047750"/>
              <a:gd name="connsiteX33" fmla="*/ 0 w 1042987"/>
              <a:gd name="connsiteY33" fmla="*/ 423332 h 1047750"/>
              <a:gd name="connsiteX34" fmla="*/ 0 w 1042987"/>
              <a:gd name="connsiteY34" fmla="*/ 84668 h 1047750"/>
              <a:gd name="connsiteX35" fmla="*/ 84668 w 1042987"/>
              <a:gd name="connsiteY35" fmla="*/ 0 h 104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42987" h="1047750">
                <a:moveTo>
                  <a:pt x="619655" y="539750"/>
                </a:moveTo>
                <a:lnTo>
                  <a:pt x="958319" y="539750"/>
                </a:lnTo>
                <a:cubicBezTo>
                  <a:pt x="1005080" y="539750"/>
                  <a:pt x="1042987" y="577657"/>
                  <a:pt x="1042987" y="624418"/>
                </a:cubicBezTo>
                <a:lnTo>
                  <a:pt x="1042987" y="963082"/>
                </a:lnTo>
                <a:cubicBezTo>
                  <a:pt x="1042987" y="1009843"/>
                  <a:pt x="1005080" y="1047750"/>
                  <a:pt x="958319" y="1047750"/>
                </a:cubicBezTo>
                <a:lnTo>
                  <a:pt x="619655" y="1047750"/>
                </a:lnTo>
                <a:cubicBezTo>
                  <a:pt x="572894" y="1047750"/>
                  <a:pt x="534987" y="1009843"/>
                  <a:pt x="534987" y="963082"/>
                </a:cubicBezTo>
                <a:lnTo>
                  <a:pt x="534987" y="624418"/>
                </a:lnTo>
                <a:cubicBezTo>
                  <a:pt x="534987" y="577657"/>
                  <a:pt x="572894" y="539750"/>
                  <a:pt x="619655" y="539750"/>
                </a:cubicBezTo>
                <a:close/>
                <a:moveTo>
                  <a:pt x="84668" y="539750"/>
                </a:moveTo>
                <a:lnTo>
                  <a:pt x="423332" y="539750"/>
                </a:lnTo>
                <a:cubicBezTo>
                  <a:pt x="470093" y="539750"/>
                  <a:pt x="508000" y="577657"/>
                  <a:pt x="508000" y="624418"/>
                </a:cubicBezTo>
                <a:lnTo>
                  <a:pt x="508000" y="963082"/>
                </a:lnTo>
                <a:cubicBezTo>
                  <a:pt x="508000" y="1009843"/>
                  <a:pt x="470093" y="1047750"/>
                  <a:pt x="423332" y="1047750"/>
                </a:cubicBezTo>
                <a:lnTo>
                  <a:pt x="84668" y="1047750"/>
                </a:lnTo>
                <a:cubicBezTo>
                  <a:pt x="37907" y="1047750"/>
                  <a:pt x="0" y="1009843"/>
                  <a:pt x="0" y="963082"/>
                </a:cubicBezTo>
                <a:lnTo>
                  <a:pt x="0" y="624418"/>
                </a:lnTo>
                <a:cubicBezTo>
                  <a:pt x="0" y="577657"/>
                  <a:pt x="37907" y="539750"/>
                  <a:pt x="84668" y="539750"/>
                </a:cubicBezTo>
                <a:close/>
                <a:moveTo>
                  <a:pt x="619655" y="0"/>
                </a:moveTo>
                <a:lnTo>
                  <a:pt x="958319" y="0"/>
                </a:lnTo>
                <a:cubicBezTo>
                  <a:pt x="1005080" y="0"/>
                  <a:pt x="1042987" y="37907"/>
                  <a:pt x="1042987" y="84668"/>
                </a:cubicBezTo>
                <a:lnTo>
                  <a:pt x="1042987" y="423332"/>
                </a:lnTo>
                <a:cubicBezTo>
                  <a:pt x="1042987" y="470093"/>
                  <a:pt x="1005080" y="508000"/>
                  <a:pt x="958319" y="508000"/>
                </a:cubicBezTo>
                <a:lnTo>
                  <a:pt x="619655" y="508000"/>
                </a:lnTo>
                <a:cubicBezTo>
                  <a:pt x="572894" y="508000"/>
                  <a:pt x="534987" y="470093"/>
                  <a:pt x="534987" y="423332"/>
                </a:cubicBezTo>
                <a:lnTo>
                  <a:pt x="534987" y="84668"/>
                </a:lnTo>
                <a:cubicBezTo>
                  <a:pt x="534987" y="37907"/>
                  <a:pt x="572894" y="0"/>
                  <a:pt x="619655" y="0"/>
                </a:cubicBezTo>
                <a:close/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07"/>
                  <a:pt x="37907" y="0"/>
                  <a:pt x="84668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01</a:t>
            </a:r>
            <a:endParaRPr lang="zh-CN" altLang="en-US" sz="54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内容占位符 2"/>
          <p:cNvSpPr>
            <a:spLocks noGrp="1"/>
          </p:cNvSpPr>
          <p:nvPr>
            <p:ph sz="quarter" idx="14"/>
          </p:nvPr>
        </p:nvSpPr>
        <p:spPr>
          <a:xfrm>
            <a:off x="1676400" y="176213"/>
            <a:ext cx="8034338" cy="784225"/>
          </a:xfrm>
        </p:spPr>
        <p:txBody>
          <a:bodyPr/>
          <a:lstStyle/>
          <a:p>
            <a:r>
              <a:rPr lang="zh-CN" altLang="en-US"/>
              <a:t>发展趋势</a:t>
            </a:r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732155" y="1312545"/>
            <a:ext cx="7271385" cy="4757420"/>
            <a:chOff x="4986" y="2193"/>
            <a:chExt cx="7393" cy="4837"/>
          </a:xfrm>
        </p:grpSpPr>
        <p:sp>
          <p:nvSpPr>
            <p:cNvPr id="24" name="椭圆 23"/>
            <p:cNvSpPr/>
            <p:nvPr/>
          </p:nvSpPr>
          <p:spPr>
            <a:xfrm>
              <a:off x="7136" y="3370"/>
              <a:ext cx="3661" cy="3661"/>
            </a:xfrm>
            <a:prstGeom prst="ellipse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r>
                <a:rPr lang="en-US" altLang="zh-CN" sz="2800">
                  <a:solidFill>
                    <a:schemeClr val="bg1"/>
                  </a:solidFill>
                </a:rPr>
                <a:t>BPMN2.0</a:t>
              </a:r>
              <a:endParaRPr lang="en-US" altLang="zh-CN" sz="2800">
                <a:solidFill>
                  <a:schemeClr val="bg1"/>
                </a:solidFill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4986" y="4067"/>
              <a:ext cx="2667" cy="2667"/>
            </a:xfrm>
            <a:prstGeom prst="ellipse">
              <a:avLst/>
            </a:prstGeom>
            <a:solidFill>
              <a:schemeClr val="accent2">
                <a:alpha val="75000"/>
              </a:schemeClr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Activiti</a:t>
              </a:r>
              <a:endParaRPr lang="en-US" altLang="zh-CN"/>
            </a:p>
          </p:txBody>
        </p:sp>
        <p:sp>
          <p:nvSpPr>
            <p:cNvPr id="26" name="椭圆 25"/>
            <p:cNvSpPr/>
            <p:nvPr/>
          </p:nvSpPr>
          <p:spPr>
            <a:xfrm>
              <a:off x="6590" y="2193"/>
              <a:ext cx="2418" cy="2486"/>
            </a:xfrm>
            <a:prstGeom prst="ellipse">
              <a:avLst/>
            </a:prstGeom>
            <a:solidFill>
              <a:schemeClr val="accent2">
                <a:alpha val="43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Flowable</a:t>
              </a:r>
              <a:endParaRPr lang="en-US" altLang="zh-CN"/>
            </a:p>
          </p:txBody>
        </p:sp>
        <p:sp>
          <p:nvSpPr>
            <p:cNvPr id="27" name="椭圆 26"/>
            <p:cNvSpPr/>
            <p:nvPr/>
          </p:nvSpPr>
          <p:spPr>
            <a:xfrm>
              <a:off x="10607" y="4314"/>
              <a:ext cx="1772" cy="1772"/>
            </a:xfrm>
            <a:prstGeom prst="ellipse">
              <a:avLst/>
            </a:prstGeom>
            <a:solidFill>
              <a:schemeClr val="accent2">
                <a:alpha val="75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jBPM</a:t>
              </a:r>
              <a:endParaRPr lang="en-US" altLang="zh-CN"/>
            </a:p>
          </p:txBody>
        </p:sp>
      </p:grpSp>
      <p:sp>
        <p:nvSpPr>
          <p:cNvPr id="28" name="椭圆 27"/>
          <p:cNvSpPr/>
          <p:nvPr/>
        </p:nvSpPr>
        <p:spPr>
          <a:xfrm>
            <a:off x="5855335" y="1518285"/>
            <a:ext cx="1250950" cy="1250950"/>
          </a:xfrm>
          <a:prstGeom prst="ellipse">
            <a:avLst/>
          </a:prstGeom>
          <a:solidFill>
            <a:schemeClr val="accent2">
              <a:alpha val="41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ccflow</a:t>
            </a:r>
            <a:endParaRPr lang="en-US" altLang="zh-CN"/>
          </a:p>
        </p:txBody>
      </p:sp>
      <p:sp>
        <p:nvSpPr>
          <p:cNvPr id="29" name="椭圆 28"/>
          <p:cNvSpPr/>
          <p:nvPr/>
        </p:nvSpPr>
        <p:spPr>
          <a:xfrm>
            <a:off x="7644765" y="1887855"/>
            <a:ext cx="1268095" cy="1268095"/>
          </a:xfrm>
          <a:prstGeom prst="ellipse">
            <a:avLst/>
          </a:prstGeom>
          <a:solidFill>
            <a:schemeClr val="accent2">
              <a:alpha val="52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Snaker</a:t>
            </a:r>
            <a:endParaRPr lang="en-US" altLang="zh-CN"/>
          </a:p>
        </p:txBody>
      </p:sp>
      <p:sp>
        <p:nvSpPr>
          <p:cNvPr id="32" name="椭圆 31"/>
          <p:cNvSpPr/>
          <p:nvPr/>
        </p:nvSpPr>
        <p:spPr>
          <a:xfrm>
            <a:off x="6260465" y="5572760"/>
            <a:ext cx="294005" cy="305435"/>
          </a:xfrm>
          <a:prstGeom prst="ellipse">
            <a:avLst/>
          </a:prstGeom>
          <a:solidFill>
            <a:schemeClr val="accent2">
              <a:alpha val="42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33" name="椭圆 32"/>
          <p:cNvSpPr/>
          <p:nvPr/>
        </p:nvSpPr>
        <p:spPr>
          <a:xfrm>
            <a:off x="3871595" y="4653915"/>
            <a:ext cx="294005" cy="305435"/>
          </a:xfrm>
          <a:prstGeom prst="ellipse">
            <a:avLst/>
          </a:prstGeom>
          <a:solidFill>
            <a:schemeClr val="accent2">
              <a:alpha val="71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34" name="椭圆 33"/>
          <p:cNvSpPr/>
          <p:nvPr/>
        </p:nvSpPr>
        <p:spPr>
          <a:xfrm>
            <a:off x="5027930" y="3155950"/>
            <a:ext cx="683260" cy="709930"/>
          </a:xfrm>
          <a:prstGeom prst="ellipse">
            <a:avLst/>
          </a:prstGeom>
          <a:solidFill>
            <a:schemeClr val="accent2">
              <a:alpha val="68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35" name="椭圆 34"/>
          <p:cNvSpPr/>
          <p:nvPr/>
        </p:nvSpPr>
        <p:spPr>
          <a:xfrm>
            <a:off x="6985000" y="2558415"/>
            <a:ext cx="377825" cy="392430"/>
          </a:xfrm>
          <a:prstGeom prst="ellipse">
            <a:avLst/>
          </a:prstGeom>
          <a:solidFill>
            <a:schemeClr val="accent2">
              <a:alpha val="58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36" name="椭圆 35"/>
          <p:cNvSpPr/>
          <p:nvPr/>
        </p:nvSpPr>
        <p:spPr>
          <a:xfrm>
            <a:off x="5575935" y="2469515"/>
            <a:ext cx="464185" cy="482600"/>
          </a:xfrm>
          <a:prstGeom prst="ellipse">
            <a:avLst/>
          </a:prstGeom>
          <a:solidFill>
            <a:schemeClr val="accent2">
              <a:alpha val="29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37" name="椭圆 36"/>
          <p:cNvSpPr/>
          <p:nvPr/>
        </p:nvSpPr>
        <p:spPr>
          <a:xfrm>
            <a:off x="3871595" y="1351280"/>
            <a:ext cx="516255" cy="536575"/>
          </a:xfrm>
          <a:prstGeom prst="ellipse">
            <a:avLst/>
          </a:prstGeom>
          <a:solidFill>
            <a:schemeClr val="accent2">
              <a:alpha val="26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38" name="椭圆 37"/>
          <p:cNvSpPr/>
          <p:nvPr/>
        </p:nvSpPr>
        <p:spPr>
          <a:xfrm>
            <a:off x="2735580" y="5572760"/>
            <a:ext cx="619760" cy="643890"/>
          </a:xfrm>
          <a:prstGeom prst="ellipse">
            <a:avLst/>
          </a:prstGeom>
          <a:solidFill>
            <a:schemeClr val="accent2">
              <a:alpha val="33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39" name="椭圆 38"/>
          <p:cNvSpPr/>
          <p:nvPr/>
        </p:nvSpPr>
        <p:spPr>
          <a:xfrm>
            <a:off x="1896745" y="2787650"/>
            <a:ext cx="294005" cy="305435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40" name="椭圆 39"/>
          <p:cNvSpPr/>
          <p:nvPr/>
        </p:nvSpPr>
        <p:spPr>
          <a:xfrm>
            <a:off x="6447790" y="3093085"/>
            <a:ext cx="294005" cy="305435"/>
          </a:xfrm>
          <a:prstGeom prst="ellipse">
            <a:avLst/>
          </a:prstGeom>
          <a:solidFill>
            <a:schemeClr val="accent2">
              <a:alpha val="68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41" name="文本框 40"/>
          <p:cNvSpPr txBox="1"/>
          <p:nvPr/>
        </p:nvSpPr>
        <p:spPr>
          <a:xfrm>
            <a:off x="8993505" y="1351280"/>
            <a:ext cx="280924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u"/>
            </a:pPr>
            <a:r>
              <a:rPr lang="zh-CN" altLang="en-US" sz="2000"/>
              <a:t>BPMN2.0实现比较好的是Activiti和jBPM(重点)</a:t>
            </a:r>
            <a:endParaRPr lang="zh-CN" altLang="en-US" sz="2000"/>
          </a:p>
          <a:p>
            <a:pPr marL="285750" indent="-285750">
              <a:buFont typeface="Wingdings" panose="05000000000000000000" charset="0"/>
              <a:buChar char="u"/>
            </a:pPr>
            <a:r>
              <a:rPr lang="zh-CN" altLang="en-US" sz="2000"/>
              <a:t>Flowable是Activiti的一个分支</a:t>
            </a:r>
            <a:endParaRPr lang="zh-CN" altLang="en-US" sz="2000"/>
          </a:p>
          <a:p>
            <a:pPr marL="285750" indent="-285750">
              <a:buFont typeface="Wingdings" panose="05000000000000000000" charset="0"/>
              <a:buChar char="u"/>
            </a:pPr>
            <a:r>
              <a:rPr lang="zh-CN" altLang="en-US" sz="2000"/>
              <a:t>CC flow：是国产的一个很不错的流程引擎 也叫j flow</a:t>
            </a:r>
            <a:endParaRPr lang="zh-CN" altLang="en-US" sz="2000"/>
          </a:p>
          <a:p>
            <a:pPr marL="285750" indent="-285750">
              <a:buFont typeface="Wingdings" panose="05000000000000000000" charset="0"/>
              <a:buChar char="u"/>
            </a:pPr>
            <a:r>
              <a:rPr lang="zh-CN" altLang="en-US" sz="2000"/>
              <a:t>Snaker：曾经也有一些用户，现在无人维护</a:t>
            </a:r>
            <a:endParaRPr lang="zh-CN" alt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>
            <p:custDataLst>
              <p:tags r:id="rId1"/>
            </p:custDataLst>
          </p:nvPr>
        </p:nvSpPr>
        <p:spPr>
          <a:xfrm>
            <a:off x="6819900" y="0"/>
            <a:ext cx="3848100" cy="6858000"/>
          </a:xfrm>
          <a:custGeom>
            <a:avLst/>
            <a:gdLst>
              <a:gd name="connsiteX0" fmla="*/ 0 w 3848100"/>
              <a:gd name="connsiteY0" fmla="*/ 0 h 6858000"/>
              <a:gd name="connsiteX1" fmla="*/ 3848100 w 3848100"/>
              <a:gd name="connsiteY1" fmla="*/ 0 h 6858000"/>
              <a:gd name="connsiteX2" fmla="*/ 3848100 w 3848100"/>
              <a:gd name="connsiteY2" fmla="*/ 6858000 h 6858000"/>
              <a:gd name="connsiteX3" fmla="*/ 0 w 3848100"/>
              <a:gd name="connsiteY3" fmla="*/ 6858000 h 6858000"/>
              <a:gd name="connsiteX4" fmla="*/ 2387600 w 3848100"/>
              <a:gd name="connsiteY4" fmla="*/ 3429000 h 6858000"/>
              <a:gd name="connsiteX5" fmla="*/ 0 w 38481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48100" h="6858000">
                <a:moveTo>
                  <a:pt x="0" y="0"/>
                </a:moveTo>
                <a:lnTo>
                  <a:pt x="3848100" y="0"/>
                </a:lnTo>
                <a:lnTo>
                  <a:pt x="3848100" y="6858000"/>
                </a:lnTo>
                <a:lnTo>
                  <a:pt x="0" y="6858000"/>
                </a:lnTo>
                <a:cubicBezTo>
                  <a:pt x="1318635" y="6858000"/>
                  <a:pt x="2387600" y="5322784"/>
                  <a:pt x="2387600" y="3429000"/>
                </a:cubicBezTo>
                <a:cubicBezTo>
                  <a:pt x="2387600" y="1535216"/>
                  <a:pt x="1318635" y="0"/>
                  <a:pt x="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2"/>
            </p:custDataLst>
          </p:nvPr>
        </p:nvSpPr>
        <p:spPr>
          <a:xfrm>
            <a:off x="6819900" y="0"/>
            <a:ext cx="2387600" cy="6858000"/>
          </a:xfrm>
          <a:custGeom>
            <a:avLst/>
            <a:gdLst>
              <a:gd name="connsiteX0" fmla="*/ 0 w 4775200"/>
              <a:gd name="connsiteY0" fmla="*/ 3429000 h 6858000"/>
              <a:gd name="connsiteX1" fmla="*/ 2387600 w 4775200"/>
              <a:gd name="connsiteY1" fmla="*/ 0 h 6858000"/>
              <a:gd name="connsiteX2" fmla="*/ 4775200 w 4775200"/>
              <a:gd name="connsiteY2" fmla="*/ 3429000 h 6858000"/>
              <a:gd name="connsiteX3" fmla="*/ 2387600 w 4775200"/>
              <a:gd name="connsiteY3" fmla="*/ 6858000 h 6858000"/>
              <a:gd name="connsiteX4" fmla="*/ 0 w 4775200"/>
              <a:gd name="connsiteY4" fmla="*/ 3429000 h 6858000"/>
              <a:gd name="connsiteX0-1" fmla="*/ 0 w 4775200"/>
              <a:gd name="connsiteY0-2" fmla="*/ 3429000 h 6858000"/>
              <a:gd name="connsiteX1-3" fmla="*/ 2387600 w 4775200"/>
              <a:gd name="connsiteY1-4" fmla="*/ 0 h 6858000"/>
              <a:gd name="connsiteX2-5" fmla="*/ 4775200 w 4775200"/>
              <a:gd name="connsiteY2-6" fmla="*/ 3429000 h 6858000"/>
              <a:gd name="connsiteX3-7" fmla="*/ 2387600 w 4775200"/>
              <a:gd name="connsiteY3-8" fmla="*/ 6858000 h 6858000"/>
              <a:gd name="connsiteX4-9" fmla="*/ 91440 w 4775200"/>
              <a:gd name="connsiteY4-10" fmla="*/ 3520440 h 6858000"/>
              <a:gd name="connsiteX0-11" fmla="*/ 0 w 4775200"/>
              <a:gd name="connsiteY0-12" fmla="*/ 3429000 h 6858000"/>
              <a:gd name="connsiteX1-13" fmla="*/ 2387600 w 4775200"/>
              <a:gd name="connsiteY1-14" fmla="*/ 0 h 6858000"/>
              <a:gd name="connsiteX2-15" fmla="*/ 4775200 w 4775200"/>
              <a:gd name="connsiteY2-16" fmla="*/ 3429000 h 6858000"/>
              <a:gd name="connsiteX3-17" fmla="*/ 2387600 w 4775200"/>
              <a:gd name="connsiteY3-18" fmla="*/ 6858000 h 6858000"/>
              <a:gd name="connsiteX0-19" fmla="*/ 0 w 2387600"/>
              <a:gd name="connsiteY0-20" fmla="*/ 0 h 6858000"/>
              <a:gd name="connsiteX1-21" fmla="*/ 2387600 w 2387600"/>
              <a:gd name="connsiteY1-22" fmla="*/ 3429000 h 6858000"/>
              <a:gd name="connsiteX2-23" fmla="*/ 0 w 2387600"/>
              <a:gd name="connsiteY2-24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387600" h="6858000">
                <a:moveTo>
                  <a:pt x="0" y="0"/>
                </a:moveTo>
                <a:cubicBezTo>
                  <a:pt x="1318635" y="0"/>
                  <a:pt x="2387600" y="1535216"/>
                  <a:pt x="2387600" y="3429000"/>
                </a:cubicBezTo>
                <a:cubicBezTo>
                  <a:pt x="2387600" y="5322784"/>
                  <a:pt x="1318635" y="6858000"/>
                  <a:pt x="0" y="6858000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53000">
                  <a:schemeClr val="accent1">
                    <a:lumMod val="60000"/>
                    <a:lumOff val="40000"/>
                    <a:alpha val="5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椭圆 2"/>
          <p:cNvSpPr/>
          <p:nvPr>
            <p:custDataLst>
              <p:tags r:id="rId3"/>
            </p:custDataLst>
          </p:nvPr>
        </p:nvSpPr>
        <p:spPr>
          <a:xfrm>
            <a:off x="6648450" y="0"/>
            <a:ext cx="2387600" cy="6858000"/>
          </a:xfrm>
          <a:custGeom>
            <a:avLst/>
            <a:gdLst>
              <a:gd name="connsiteX0" fmla="*/ 0 w 4775200"/>
              <a:gd name="connsiteY0" fmla="*/ 3429000 h 6858000"/>
              <a:gd name="connsiteX1" fmla="*/ 2387600 w 4775200"/>
              <a:gd name="connsiteY1" fmla="*/ 0 h 6858000"/>
              <a:gd name="connsiteX2" fmla="*/ 4775200 w 4775200"/>
              <a:gd name="connsiteY2" fmla="*/ 3429000 h 6858000"/>
              <a:gd name="connsiteX3" fmla="*/ 2387600 w 4775200"/>
              <a:gd name="connsiteY3" fmla="*/ 6858000 h 6858000"/>
              <a:gd name="connsiteX4" fmla="*/ 0 w 4775200"/>
              <a:gd name="connsiteY4" fmla="*/ 3429000 h 6858000"/>
              <a:gd name="connsiteX0-1" fmla="*/ 0 w 4775200"/>
              <a:gd name="connsiteY0-2" fmla="*/ 3429000 h 6858000"/>
              <a:gd name="connsiteX1-3" fmla="*/ 2387600 w 4775200"/>
              <a:gd name="connsiteY1-4" fmla="*/ 0 h 6858000"/>
              <a:gd name="connsiteX2-5" fmla="*/ 4775200 w 4775200"/>
              <a:gd name="connsiteY2-6" fmla="*/ 3429000 h 6858000"/>
              <a:gd name="connsiteX3-7" fmla="*/ 2387600 w 4775200"/>
              <a:gd name="connsiteY3-8" fmla="*/ 6858000 h 6858000"/>
              <a:gd name="connsiteX4-9" fmla="*/ 91440 w 4775200"/>
              <a:gd name="connsiteY4-10" fmla="*/ 3520440 h 6858000"/>
              <a:gd name="connsiteX0-11" fmla="*/ 0 w 4775200"/>
              <a:gd name="connsiteY0-12" fmla="*/ 3429000 h 6858000"/>
              <a:gd name="connsiteX1-13" fmla="*/ 2387600 w 4775200"/>
              <a:gd name="connsiteY1-14" fmla="*/ 0 h 6858000"/>
              <a:gd name="connsiteX2-15" fmla="*/ 4775200 w 4775200"/>
              <a:gd name="connsiteY2-16" fmla="*/ 3429000 h 6858000"/>
              <a:gd name="connsiteX3-17" fmla="*/ 2387600 w 4775200"/>
              <a:gd name="connsiteY3-18" fmla="*/ 6858000 h 6858000"/>
              <a:gd name="connsiteX0-19" fmla="*/ 0 w 2387600"/>
              <a:gd name="connsiteY0-20" fmla="*/ 0 h 6858000"/>
              <a:gd name="connsiteX1-21" fmla="*/ 2387600 w 2387600"/>
              <a:gd name="connsiteY1-22" fmla="*/ 3429000 h 6858000"/>
              <a:gd name="connsiteX2-23" fmla="*/ 0 w 2387600"/>
              <a:gd name="connsiteY2-24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387600" h="6858000">
                <a:moveTo>
                  <a:pt x="0" y="0"/>
                </a:moveTo>
                <a:cubicBezTo>
                  <a:pt x="1318635" y="0"/>
                  <a:pt x="2387600" y="1535216"/>
                  <a:pt x="2387600" y="3429000"/>
                </a:cubicBezTo>
                <a:cubicBezTo>
                  <a:pt x="2387600" y="5322784"/>
                  <a:pt x="1318635" y="6858000"/>
                  <a:pt x="0" y="6858000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53000">
                  <a:schemeClr val="accent1">
                    <a:lumMod val="60000"/>
                    <a:lumOff val="40000"/>
                    <a:alpha val="5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194050" y="2598739"/>
            <a:ext cx="5670550" cy="815975"/>
          </a:xfrm>
          <a:prstGeom prst="rect">
            <a:avLst/>
          </a:prstGeom>
          <a:noFill/>
        </p:spPr>
        <p:txBody>
          <a:bodyPr anchor="ctr">
            <a:norm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技术选型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4737100" y="3340100"/>
            <a:ext cx="40068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3365500" y="3352800"/>
            <a:ext cx="5499100" cy="477838"/>
          </a:xfrm>
          <a:prstGeom prst="rect">
            <a:avLst/>
          </a:prstGeom>
          <a:noFill/>
        </p:spPr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5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技术选型</a:t>
            </a:r>
            <a:endParaRPr lang="zh-CN" altLang="en-US" sz="2500" dirty="0">
              <a:solidFill>
                <a:schemeClr val="accent1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" name="任意多边形 16"/>
          <p:cNvSpPr/>
          <p:nvPr>
            <p:custDataLst>
              <p:tags r:id="rId7"/>
            </p:custDataLst>
          </p:nvPr>
        </p:nvSpPr>
        <p:spPr>
          <a:xfrm>
            <a:off x="2313761" y="2598739"/>
            <a:ext cx="1042987" cy="1047750"/>
          </a:xfrm>
          <a:custGeom>
            <a:avLst/>
            <a:gdLst>
              <a:gd name="connsiteX0" fmla="*/ 619655 w 1042987"/>
              <a:gd name="connsiteY0" fmla="*/ 539750 h 1047750"/>
              <a:gd name="connsiteX1" fmla="*/ 958319 w 1042987"/>
              <a:gd name="connsiteY1" fmla="*/ 539750 h 1047750"/>
              <a:gd name="connsiteX2" fmla="*/ 1042987 w 1042987"/>
              <a:gd name="connsiteY2" fmla="*/ 624418 h 1047750"/>
              <a:gd name="connsiteX3" fmla="*/ 1042987 w 1042987"/>
              <a:gd name="connsiteY3" fmla="*/ 963082 h 1047750"/>
              <a:gd name="connsiteX4" fmla="*/ 958319 w 1042987"/>
              <a:gd name="connsiteY4" fmla="*/ 1047750 h 1047750"/>
              <a:gd name="connsiteX5" fmla="*/ 619655 w 1042987"/>
              <a:gd name="connsiteY5" fmla="*/ 1047750 h 1047750"/>
              <a:gd name="connsiteX6" fmla="*/ 534987 w 1042987"/>
              <a:gd name="connsiteY6" fmla="*/ 963082 h 1047750"/>
              <a:gd name="connsiteX7" fmla="*/ 534987 w 1042987"/>
              <a:gd name="connsiteY7" fmla="*/ 624418 h 1047750"/>
              <a:gd name="connsiteX8" fmla="*/ 619655 w 1042987"/>
              <a:gd name="connsiteY8" fmla="*/ 539750 h 1047750"/>
              <a:gd name="connsiteX9" fmla="*/ 84668 w 1042987"/>
              <a:gd name="connsiteY9" fmla="*/ 539750 h 1047750"/>
              <a:gd name="connsiteX10" fmla="*/ 423332 w 1042987"/>
              <a:gd name="connsiteY10" fmla="*/ 539750 h 1047750"/>
              <a:gd name="connsiteX11" fmla="*/ 508000 w 1042987"/>
              <a:gd name="connsiteY11" fmla="*/ 624418 h 1047750"/>
              <a:gd name="connsiteX12" fmla="*/ 508000 w 1042987"/>
              <a:gd name="connsiteY12" fmla="*/ 963082 h 1047750"/>
              <a:gd name="connsiteX13" fmla="*/ 423332 w 1042987"/>
              <a:gd name="connsiteY13" fmla="*/ 1047750 h 1047750"/>
              <a:gd name="connsiteX14" fmla="*/ 84668 w 1042987"/>
              <a:gd name="connsiteY14" fmla="*/ 1047750 h 1047750"/>
              <a:gd name="connsiteX15" fmla="*/ 0 w 1042987"/>
              <a:gd name="connsiteY15" fmla="*/ 963082 h 1047750"/>
              <a:gd name="connsiteX16" fmla="*/ 0 w 1042987"/>
              <a:gd name="connsiteY16" fmla="*/ 624418 h 1047750"/>
              <a:gd name="connsiteX17" fmla="*/ 84668 w 1042987"/>
              <a:gd name="connsiteY17" fmla="*/ 539750 h 1047750"/>
              <a:gd name="connsiteX18" fmla="*/ 619655 w 1042987"/>
              <a:gd name="connsiteY18" fmla="*/ 0 h 1047750"/>
              <a:gd name="connsiteX19" fmla="*/ 958319 w 1042987"/>
              <a:gd name="connsiteY19" fmla="*/ 0 h 1047750"/>
              <a:gd name="connsiteX20" fmla="*/ 1042987 w 1042987"/>
              <a:gd name="connsiteY20" fmla="*/ 84668 h 1047750"/>
              <a:gd name="connsiteX21" fmla="*/ 1042987 w 1042987"/>
              <a:gd name="connsiteY21" fmla="*/ 423332 h 1047750"/>
              <a:gd name="connsiteX22" fmla="*/ 958319 w 1042987"/>
              <a:gd name="connsiteY22" fmla="*/ 508000 h 1047750"/>
              <a:gd name="connsiteX23" fmla="*/ 619655 w 1042987"/>
              <a:gd name="connsiteY23" fmla="*/ 508000 h 1047750"/>
              <a:gd name="connsiteX24" fmla="*/ 534987 w 1042987"/>
              <a:gd name="connsiteY24" fmla="*/ 423332 h 1047750"/>
              <a:gd name="connsiteX25" fmla="*/ 534987 w 1042987"/>
              <a:gd name="connsiteY25" fmla="*/ 84668 h 1047750"/>
              <a:gd name="connsiteX26" fmla="*/ 619655 w 1042987"/>
              <a:gd name="connsiteY26" fmla="*/ 0 h 1047750"/>
              <a:gd name="connsiteX27" fmla="*/ 84668 w 1042987"/>
              <a:gd name="connsiteY27" fmla="*/ 0 h 1047750"/>
              <a:gd name="connsiteX28" fmla="*/ 423332 w 1042987"/>
              <a:gd name="connsiteY28" fmla="*/ 0 h 1047750"/>
              <a:gd name="connsiteX29" fmla="*/ 508000 w 1042987"/>
              <a:gd name="connsiteY29" fmla="*/ 84668 h 1047750"/>
              <a:gd name="connsiteX30" fmla="*/ 508000 w 1042987"/>
              <a:gd name="connsiteY30" fmla="*/ 423332 h 1047750"/>
              <a:gd name="connsiteX31" fmla="*/ 423332 w 1042987"/>
              <a:gd name="connsiteY31" fmla="*/ 508000 h 1047750"/>
              <a:gd name="connsiteX32" fmla="*/ 84668 w 1042987"/>
              <a:gd name="connsiteY32" fmla="*/ 508000 h 1047750"/>
              <a:gd name="connsiteX33" fmla="*/ 0 w 1042987"/>
              <a:gd name="connsiteY33" fmla="*/ 423332 h 1047750"/>
              <a:gd name="connsiteX34" fmla="*/ 0 w 1042987"/>
              <a:gd name="connsiteY34" fmla="*/ 84668 h 1047750"/>
              <a:gd name="connsiteX35" fmla="*/ 84668 w 1042987"/>
              <a:gd name="connsiteY35" fmla="*/ 0 h 104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42987" h="1047750">
                <a:moveTo>
                  <a:pt x="619655" y="539750"/>
                </a:moveTo>
                <a:lnTo>
                  <a:pt x="958319" y="539750"/>
                </a:lnTo>
                <a:cubicBezTo>
                  <a:pt x="1005080" y="539750"/>
                  <a:pt x="1042987" y="577657"/>
                  <a:pt x="1042987" y="624418"/>
                </a:cubicBezTo>
                <a:lnTo>
                  <a:pt x="1042987" y="963082"/>
                </a:lnTo>
                <a:cubicBezTo>
                  <a:pt x="1042987" y="1009843"/>
                  <a:pt x="1005080" y="1047750"/>
                  <a:pt x="958319" y="1047750"/>
                </a:cubicBezTo>
                <a:lnTo>
                  <a:pt x="619655" y="1047750"/>
                </a:lnTo>
                <a:cubicBezTo>
                  <a:pt x="572894" y="1047750"/>
                  <a:pt x="534987" y="1009843"/>
                  <a:pt x="534987" y="963082"/>
                </a:cubicBezTo>
                <a:lnTo>
                  <a:pt x="534987" y="624418"/>
                </a:lnTo>
                <a:cubicBezTo>
                  <a:pt x="534987" y="577657"/>
                  <a:pt x="572894" y="539750"/>
                  <a:pt x="619655" y="539750"/>
                </a:cubicBezTo>
                <a:close/>
                <a:moveTo>
                  <a:pt x="84668" y="539750"/>
                </a:moveTo>
                <a:lnTo>
                  <a:pt x="423332" y="539750"/>
                </a:lnTo>
                <a:cubicBezTo>
                  <a:pt x="470093" y="539750"/>
                  <a:pt x="508000" y="577657"/>
                  <a:pt x="508000" y="624418"/>
                </a:cubicBezTo>
                <a:lnTo>
                  <a:pt x="508000" y="963082"/>
                </a:lnTo>
                <a:cubicBezTo>
                  <a:pt x="508000" y="1009843"/>
                  <a:pt x="470093" y="1047750"/>
                  <a:pt x="423332" y="1047750"/>
                </a:cubicBezTo>
                <a:lnTo>
                  <a:pt x="84668" y="1047750"/>
                </a:lnTo>
                <a:cubicBezTo>
                  <a:pt x="37907" y="1047750"/>
                  <a:pt x="0" y="1009843"/>
                  <a:pt x="0" y="963082"/>
                </a:cubicBezTo>
                <a:lnTo>
                  <a:pt x="0" y="624418"/>
                </a:lnTo>
                <a:cubicBezTo>
                  <a:pt x="0" y="577657"/>
                  <a:pt x="37907" y="539750"/>
                  <a:pt x="84668" y="539750"/>
                </a:cubicBezTo>
                <a:close/>
                <a:moveTo>
                  <a:pt x="619655" y="0"/>
                </a:moveTo>
                <a:lnTo>
                  <a:pt x="958319" y="0"/>
                </a:lnTo>
                <a:cubicBezTo>
                  <a:pt x="1005080" y="0"/>
                  <a:pt x="1042987" y="37907"/>
                  <a:pt x="1042987" y="84668"/>
                </a:cubicBezTo>
                <a:lnTo>
                  <a:pt x="1042987" y="423332"/>
                </a:lnTo>
                <a:cubicBezTo>
                  <a:pt x="1042987" y="470093"/>
                  <a:pt x="1005080" y="508000"/>
                  <a:pt x="958319" y="508000"/>
                </a:cubicBezTo>
                <a:lnTo>
                  <a:pt x="619655" y="508000"/>
                </a:lnTo>
                <a:cubicBezTo>
                  <a:pt x="572894" y="508000"/>
                  <a:pt x="534987" y="470093"/>
                  <a:pt x="534987" y="423332"/>
                </a:cubicBezTo>
                <a:lnTo>
                  <a:pt x="534987" y="84668"/>
                </a:lnTo>
                <a:cubicBezTo>
                  <a:pt x="534987" y="37907"/>
                  <a:pt x="572894" y="0"/>
                  <a:pt x="619655" y="0"/>
                </a:cubicBezTo>
                <a:close/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07"/>
                  <a:pt x="37907" y="0"/>
                  <a:pt x="84668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02</a:t>
            </a:r>
            <a:endParaRPr lang="zh-CN" altLang="en-US" sz="54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zh-CN" altLang="en-US"/>
              <a:t>技术选型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sz="quarter" idx="13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3120" y="1127125"/>
            <a:ext cx="10554970" cy="5082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zh-CN" altLang="en-US"/>
              <a:t>技术选型</a:t>
            </a:r>
            <a:endParaRPr lang="zh-CN" altLang="en-US"/>
          </a:p>
        </p:txBody>
      </p:sp>
      <p:graphicFrame>
        <p:nvGraphicFramePr>
          <p:cNvPr id="5" name="内容占位符 4"/>
          <p:cNvGraphicFramePr/>
          <p:nvPr>
            <p:ph sz="quarter" idx="13"/>
            <p:custDataLst>
              <p:tags r:id="rId1"/>
            </p:custDataLst>
          </p:nvPr>
        </p:nvGraphicFramePr>
        <p:xfrm>
          <a:off x="302895" y="1256665"/>
          <a:ext cx="11546840" cy="4903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6710"/>
                <a:gridCol w="2886710"/>
                <a:gridCol w="2886710"/>
                <a:gridCol w="2886710"/>
              </a:tblGrid>
              <a:tr h="5448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FFFF"/>
                          </a:solidFill>
                        </a:rPr>
                        <a:t>Activiti</a:t>
                      </a:r>
                      <a:endParaRPr lang="en-US" altLang="zh-CN">
                        <a:solidFill>
                          <a:srgbClr val="FFFFFF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FFFF"/>
                          </a:solidFill>
                        </a:rPr>
                        <a:t>5.22(</a:t>
                      </a:r>
                      <a:r>
                        <a:rPr lang="zh-CN" altLang="en-US">
                          <a:solidFill>
                            <a:srgbClr val="FFFFFF"/>
                          </a:solidFill>
                        </a:rPr>
                        <a:t>当前</a:t>
                      </a:r>
                      <a:r>
                        <a:rPr lang="en-US" altLang="zh-CN">
                          <a:solidFill>
                            <a:srgbClr val="FFFFFF"/>
                          </a:solidFill>
                        </a:rPr>
                        <a:t>)</a:t>
                      </a:r>
                      <a:endParaRPr lang="zh-CN" altLang="en-US">
                        <a:solidFill>
                          <a:srgbClr val="FFFFFF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9A9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FFFF"/>
                          </a:solidFill>
                        </a:rPr>
                        <a:t>6.x</a:t>
                      </a:r>
                      <a:endParaRPr lang="en-US" altLang="zh-CN">
                        <a:solidFill>
                          <a:srgbClr val="FFFFFF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BBB3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FFFF"/>
                          </a:solidFill>
                        </a:rPr>
                        <a:t>7.x</a:t>
                      </a:r>
                      <a:endParaRPr lang="en-US" altLang="zh-CN">
                        <a:solidFill>
                          <a:srgbClr val="FFFFFF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3CDCB"/>
                    </a:solidFill>
                  </a:tcPr>
                </a:tc>
              </a:tr>
              <a:tr h="544830">
                <a:tc>
                  <a:txBody>
                    <a:bodyPr/>
                    <a:p>
                      <a:pPr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1">
                          <a:ln w="28575" cmpd="sng">
                            <a:noFill/>
                            <a:prstDash val="solid"/>
                          </a:ln>
                          <a:solidFill>
                            <a:srgbClr val="404040"/>
                          </a:solidFill>
                          <a:effectLst/>
                        </a:rPr>
                        <a:t>1.</a:t>
                      </a:r>
                      <a:r>
                        <a:rPr lang="zh-CN" altLang="en-US" b="1">
                          <a:ln w="28575" cmpd="sng">
                            <a:noFill/>
                            <a:prstDash val="solid"/>
                          </a:ln>
                          <a:solidFill>
                            <a:srgbClr val="404040"/>
                          </a:solidFill>
                          <a:effectLst/>
                        </a:rPr>
                        <a:t>发布时间</a:t>
                      </a:r>
                      <a:endParaRPr lang="zh-CN" altLang="en-US" b="1">
                        <a:ln w="28575" cmpd="sng">
                          <a:noFill/>
                          <a:prstDash val="solid"/>
                        </a:ln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>
                          <a:solidFill>
                            <a:srgbClr val="404040"/>
                          </a:solidFill>
                        </a:rPr>
                        <a:t>2016-11</a:t>
                      </a:r>
                      <a:endParaRPr lang="en-US" altLang="zh-CN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>
                          <a:solidFill>
                            <a:srgbClr val="404040"/>
                          </a:solidFill>
                        </a:rPr>
                        <a:t>2017-05</a:t>
                      </a:r>
                      <a:endParaRPr lang="en-US" altLang="zh-CN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>
                          <a:solidFill>
                            <a:srgbClr val="404040"/>
                          </a:solidFill>
                        </a:rPr>
                        <a:t>2019-02</a:t>
                      </a:r>
                      <a:endParaRPr lang="en-US" altLang="zh-CN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1">
                          <a:ln w="28575" cmpd="sng">
                            <a:noFill/>
                            <a:prstDash val="solid"/>
                          </a:ln>
                          <a:solidFill>
                            <a:srgbClr val="404040"/>
                          </a:solidFill>
                          <a:effectLst/>
                        </a:rPr>
                        <a:t>2.</a:t>
                      </a:r>
                      <a:r>
                        <a:rPr lang="zh-CN" altLang="en-US" b="1">
                          <a:ln w="28575" cmpd="sng">
                            <a:noFill/>
                            <a:prstDash val="solid"/>
                          </a:ln>
                          <a:solidFill>
                            <a:srgbClr val="404040"/>
                          </a:solidFill>
                          <a:effectLst/>
                        </a:rPr>
                        <a:t>适用场景</a:t>
                      </a:r>
                      <a:endParaRPr lang="zh-CN" altLang="en-US" b="1">
                        <a:ln w="28575" cmpd="sng">
                          <a:noFill/>
                          <a:prstDash val="solid"/>
                        </a:ln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>
                          <a:solidFill>
                            <a:srgbClr val="404040"/>
                          </a:solidFill>
                        </a:rPr>
                        <a:t>Spring Boot / Spring Cloud</a:t>
                      </a:r>
                      <a:endParaRPr lang="en-US" altLang="zh-CN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solidFill>
                            <a:srgbClr val="404040"/>
                          </a:solidFill>
                          <a:sym typeface="+mn-ea"/>
                        </a:rPr>
                        <a:t>Spring Boot / Spring Cloud</a:t>
                      </a:r>
                      <a:endParaRPr lang="en-US" altLang="zh-CN" sz="1800">
                        <a:solidFill>
                          <a:srgbClr val="404040"/>
                        </a:solidFill>
                        <a:sym typeface="+mn-ea"/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solidFill>
                            <a:srgbClr val="404040"/>
                          </a:solidFill>
                          <a:sym typeface="+mn-ea"/>
                        </a:rPr>
                        <a:t>Spring Cloud</a:t>
                      </a:r>
                      <a:r>
                        <a:rPr lang="zh-CN" altLang="en-US" sz="1800">
                          <a:solidFill>
                            <a:srgbClr val="404040"/>
                          </a:solidFill>
                          <a:sym typeface="+mn-ea"/>
                        </a:rPr>
                        <a:t>、Kubernetes</a:t>
                      </a:r>
                      <a:endParaRPr lang="zh-CN" altLang="en-US" sz="1800">
                        <a:solidFill>
                          <a:srgbClr val="404040"/>
                        </a:solidFill>
                        <a:sym typeface="+mn-ea"/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54483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1">
                          <a:ln w="28575" cmpd="sng">
                            <a:noFill/>
                            <a:prstDash val="solid"/>
                          </a:ln>
                          <a:solidFill>
                            <a:srgbClr val="404040"/>
                          </a:solidFill>
                          <a:effectLst/>
                        </a:rPr>
                        <a:t>3.</a:t>
                      </a:r>
                      <a:r>
                        <a:rPr lang="zh-CN" altLang="en-US" b="1">
                          <a:ln w="28575" cmpd="sng">
                            <a:noFill/>
                            <a:prstDash val="solid"/>
                          </a:ln>
                          <a:solidFill>
                            <a:srgbClr val="404040"/>
                          </a:solidFill>
                          <a:effectLst/>
                        </a:rPr>
                        <a:t>功能设计</a:t>
                      </a:r>
                      <a:endParaRPr lang="zh-CN" altLang="en-US" b="1">
                        <a:ln w="28575" cmpd="sng">
                          <a:noFill/>
                          <a:prstDash val="solid"/>
                        </a:ln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>
                          <a:solidFill>
                            <a:srgbClr val="404040"/>
                          </a:solidFill>
                        </a:rPr>
                        <a:t>可以扩展的、插拔的</a:t>
                      </a:r>
                      <a:endParaRPr lang="zh-CN" altLang="en-US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>
                          <a:solidFill>
                            <a:srgbClr val="404040"/>
                          </a:solidFill>
                        </a:rPr>
                        <a:t>代码重构、内部变化不大</a:t>
                      </a:r>
                      <a:endParaRPr lang="zh-CN" altLang="en-US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>
                          <a:solidFill>
                            <a:srgbClr val="404040"/>
                          </a:solidFill>
                        </a:rPr>
                        <a:t>推翻重来、组件化</a:t>
                      </a:r>
                      <a:endParaRPr lang="zh-CN" altLang="en-US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1">
                          <a:ln w="28575" cmpd="sng">
                            <a:noFill/>
                            <a:prstDash val="solid"/>
                          </a:ln>
                          <a:solidFill>
                            <a:srgbClr val="404040"/>
                          </a:solidFill>
                          <a:effectLst/>
                        </a:rPr>
                        <a:t>4.</a:t>
                      </a:r>
                      <a:r>
                        <a:rPr lang="zh-CN" altLang="en-US" b="1">
                          <a:ln w="28575" cmpd="sng">
                            <a:noFill/>
                            <a:prstDash val="solid"/>
                          </a:ln>
                          <a:solidFill>
                            <a:srgbClr val="404040"/>
                          </a:solidFill>
                          <a:effectLst/>
                        </a:rPr>
                        <a:t>企业应用</a:t>
                      </a:r>
                      <a:endParaRPr lang="zh-CN" altLang="en-US" b="1">
                        <a:ln w="28575" cmpd="sng">
                          <a:noFill/>
                          <a:prstDash val="solid"/>
                        </a:ln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>
                          <a:solidFill>
                            <a:srgbClr val="404040"/>
                          </a:solidFill>
                        </a:rPr>
                        <a:t>宏大软件、</a:t>
                      </a:r>
                      <a:r>
                        <a:rPr lang="en-US" altLang="zh-CN">
                          <a:solidFill>
                            <a:srgbClr val="404040"/>
                          </a:solidFill>
                        </a:rPr>
                        <a:t>Liferay</a:t>
                      </a:r>
                      <a:endParaRPr lang="en-US" altLang="zh-CN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>
                          <a:solidFill>
                            <a:srgbClr val="404040"/>
                          </a:solidFill>
                        </a:rPr>
                        <a:t>ibiz</a:t>
                      </a:r>
                      <a:endParaRPr lang="en-US" altLang="zh-CN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solidFill>
                      <a:srgbClr val="F2F2F2"/>
                    </a:solidFill>
                  </a:tcPr>
                </a:tc>
              </a:tr>
              <a:tr h="54483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1">
                          <a:ln w="28575" cmpd="sng">
                            <a:noFill/>
                            <a:prstDash val="solid"/>
                          </a:ln>
                          <a:solidFill>
                            <a:srgbClr val="404040"/>
                          </a:solidFill>
                          <a:effectLst/>
                        </a:rPr>
                        <a:t>5.</a:t>
                      </a:r>
                      <a:r>
                        <a:rPr lang="zh-CN" altLang="en-US" b="1">
                          <a:ln w="28575" cmpd="sng">
                            <a:noFill/>
                            <a:prstDash val="solid"/>
                          </a:ln>
                          <a:solidFill>
                            <a:srgbClr val="404040"/>
                          </a:solidFill>
                          <a:effectLst/>
                        </a:rPr>
                        <a:t>文档资料</a:t>
                      </a:r>
                      <a:endParaRPr lang="zh-CN" altLang="en-US" b="1">
                        <a:ln w="28575" cmpd="sng">
                          <a:noFill/>
                          <a:prstDash val="solid"/>
                        </a:ln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>
                          <a:solidFill>
                            <a:srgbClr val="404040"/>
                          </a:solidFill>
                        </a:rPr>
                        <a:t>资料、个性化案例</a:t>
                      </a:r>
                      <a:r>
                        <a:rPr lang="zh-CN" altLang="en-US" sz="1800">
                          <a:solidFill>
                            <a:srgbClr val="404040"/>
                          </a:solidFill>
                          <a:sym typeface="+mn-ea"/>
                        </a:rPr>
                        <a:t>丰富</a:t>
                      </a:r>
                      <a:endParaRPr lang="zh-CN" altLang="en-US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solidFill>
                            <a:srgbClr val="404040"/>
                          </a:solidFill>
                          <a:sym typeface="+mn-ea"/>
                        </a:rPr>
                        <a:t>资料、个性化案例</a:t>
                      </a:r>
                      <a:r>
                        <a:rPr lang="zh-CN" altLang="en-US" sz="1800">
                          <a:solidFill>
                            <a:srgbClr val="404040"/>
                          </a:solidFill>
                          <a:sym typeface="+mn-ea"/>
                        </a:rPr>
                        <a:t>丰富</a:t>
                      </a:r>
                      <a:endParaRPr lang="zh-CN" altLang="en-US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>
                          <a:solidFill>
                            <a:srgbClr val="404040"/>
                          </a:solidFill>
                        </a:rPr>
                        <a:t>资料</a:t>
                      </a:r>
                      <a:r>
                        <a:rPr lang="zh-CN" altLang="en-US">
                          <a:solidFill>
                            <a:srgbClr val="404040"/>
                          </a:solidFill>
                        </a:rPr>
                        <a:t>较缺乏，风险待观察</a:t>
                      </a:r>
                      <a:endParaRPr lang="zh-CN" altLang="en-US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1">
                          <a:ln w="28575" cmpd="sng">
                            <a:noFill/>
                            <a:prstDash val="solid"/>
                          </a:ln>
                          <a:solidFill>
                            <a:srgbClr val="404040"/>
                          </a:solidFill>
                          <a:effectLst/>
                        </a:rPr>
                        <a:t>6.</a:t>
                      </a:r>
                      <a:r>
                        <a:rPr lang="zh-CN" altLang="en-US" b="1">
                          <a:ln w="28575" cmpd="sng">
                            <a:noFill/>
                            <a:prstDash val="solid"/>
                          </a:ln>
                          <a:solidFill>
                            <a:srgbClr val="404040"/>
                          </a:solidFill>
                          <a:effectLst/>
                        </a:rPr>
                        <a:t>设计器</a:t>
                      </a:r>
                      <a:endParaRPr lang="zh-CN" altLang="en-US" b="1">
                        <a:ln w="28575" cmpd="sng">
                          <a:noFill/>
                          <a:prstDash val="solid"/>
                        </a:ln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>
                          <a:solidFill>
                            <a:srgbClr val="404040"/>
                          </a:solidFill>
                        </a:rPr>
                        <a:t>流程插件、Modeler设计器</a:t>
                      </a:r>
                      <a:endParaRPr lang="zh-CN" altLang="en-US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solidFill>
                            <a:srgbClr val="404040"/>
                          </a:solidFill>
                          <a:sym typeface="+mn-ea"/>
                        </a:rPr>
                        <a:t>流程插件、Modeler设计器</a:t>
                      </a:r>
                      <a:endParaRPr lang="zh-CN" altLang="en-US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>
                          <a:solidFill>
                            <a:srgbClr val="404040"/>
                          </a:solidFill>
                        </a:rPr>
                        <a:t>bpmn-js设计器</a:t>
                      </a:r>
                      <a:endParaRPr lang="zh-CN" altLang="en-US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54483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1">
                          <a:ln w="28575" cmpd="sng">
                            <a:noFill/>
                            <a:prstDash val="solid"/>
                          </a:ln>
                          <a:solidFill>
                            <a:srgbClr val="404040"/>
                          </a:solidFill>
                          <a:effectLst/>
                        </a:rPr>
                        <a:t>7.</a:t>
                      </a:r>
                      <a:r>
                        <a:rPr lang="zh-CN" altLang="en-US" b="1">
                          <a:ln w="28575" cmpd="sng">
                            <a:noFill/>
                            <a:prstDash val="solid"/>
                          </a:ln>
                          <a:solidFill>
                            <a:srgbClr val="404040"/>
                          </a:solidFill>
                          <a:effectLst/>
                        </a:rPr>
                        <a:t>客户化</a:t>
                      </a:r>
                      <a:endParaRPr lang="zh-CN" altLang="en-US" b="1">
                        <a:ln w="28575" cmpd="sng">
                          <a:noFill/>
                          <a:prstDash val="solid"/>
                        </a:ln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>
                          <a:solidFill>
                            <a:srgbClr val="404040"/>
                          </a:solidFill>
                        </a:rPr>
                        <a:t>设计器已做了个性化设计</a:t>
                      </a:r>
                      <a:endParaRPr lang="zh-CN" altLang="en-US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1">
                          <a:ln w="28575" cmpd="sng">
                            <a:noFill/>
                            <a:prstDash val="solid"/>
                          </a:ln>
                          <a:solidFill>
                            <a:srgbClr val="404040"/>
                          </a:solidFill>
                          <a:effectLst/>
                        </a:rPr>
                        <a:t>结论</a:t>
                      </a:r>
                      <a:endParaRPr lang="zh-CN" altLang="en-US" b="1">
                        <a:ln w="28575" cmpd="sng">
                          <a:noFill/>
                          <a:prstDash val="solid"/>
                        </a:ln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 w="19050">
                      <a:solidFill>
                        <a:srgbClr val="59595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404040"/>
                          </a:solidFill>
                        </a:rPr>
                        <a:t>继续停留此版本</a:t>
                      </a:r>
                      <a:endParaRPr lang="zh-CN" altLang="en-US" b="1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 w="19050">
                      <a:solidFill>
                        <a:srgbClr val="59595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404040"/>
                          </a:solidFill>
                        </a:rPr>
                        <a:t>相比成本、放弃追新</a:t>
                      </a:r>
                      <a:endParaRPr lang="zh-CN" altLang="en-US" b="1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 w="19050">
                      <a:solidFill>
                        <a:srgbClr val="59595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404040"/>
                          </a:solidFill>
                        </a:rPr>
                        <a:t>持续观望、不断学习</a:t>
                      </a:r>
                      <a:endParaRPr lang="zh-CN" altLang="en-US" b="1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59595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>
            <p:custDataLst>
              <p:tags r:id="rId1"/>
            </p:custDataLst>
          </p:nvPr>
        </p:nvSpPr>
        <p:spPr>
          <a:xfrm>
            <a:off x="6819900" y="0"/>
            <a:ext cx="3848100" cy="6858000"/>
          </a:xfrm>
          <a:custGeom>
            <a:avLst/>
            <a:gdLst>
              <a:gd name="connsiteX0" fmla="*/ 0 w 3848100"/>
              <a:gd name="connsiteY0" fmla="*/ 0 h 6858000"/>
              <a:gd name="connsiteX1" fmla="*/ 3848100 w 3848100"/>
              <a:gd name="connsiteY1" fmla="*/ 0 h 6858000"/>
              <a:gd name="connsiteX2" fmla="*/ 3848100 w 3848100"/>
              <a:gd name="connsiteY2" fmla="*/ 6858000 h 6858000"/>
              <a:gd name="connsiteX3" fmla="*/ 0 w 3848100"/>
              <a:gd name="connsiteY3" fmla="*/ 6858000 h 6858000"/>
              <a:gd name="connsiteX4" fmla="*/ 2387600 w 3848100"/>
              <a:gd name="connsiteY4" fmla="*/ 3429000 h 6858000"/>
              <a:gd name="connsiteX5" fmla="*/ 0 w 38481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48100" h="6858000">
                <a:moveTo>
                  <a:pt x="0" y="0"/>
                </a:moveTo>
                <a:lnTo>
                  <a:pt x="3848100" y="0"/>
                </a:lnTo>
                <a:lnTo>
                  <a:pt x="3848100" y="6858000"/>
                </a:lnTo>
                <a:lnTo>
                  <a:pt x="0" y="6858000"/>
                </a:lnTo>
                <a:cubicBezTo>
                  <a:pt x="1318635" y="6858000"/>
                  <a:pt x="2387600" y="5322784"/>
                  <a:pt x="2387600" y="3429000"/>
                </a:cubicBezTo>
                <a:cubicBezTo>
                  <a:pt x="2387600" y="1535216"/>
                  <a:pt x="1318635" y="0"/>
                  <a:pt x="0" y="0"/>
                </a:cubicBezTo>
                <a:close/>
              </a:path>
            </a:pathLst>
          </a:cu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2"/>
            </p:custDataLst>
          </p:nvPr>
        </p:nvSpPr>
        <p:spPr>
          <a:xfrm>
            <a:off x="6819900" y="0"/>
            <a:ext cx="2387600" cy="6858000"/>
          </a:xfrm>
          <a:custGeom>
            <a:avLst/>
            <a:gdLst>
              <a:gd name="connsiteX0" fmla="*/ 0 w 4775200"/>
              <a:gd name="connsiteY0" fmla="*/ 3429000 h 6858000"/>
              <a:gd name="connsiteX1" fmla="*/ 2387600 w 4775200"/>
              <a:gd name="connsiteY1" fmla="*/ 0 h 6858000"/>
              <a:gd name="connsiteX2" fmla="*/ 4775200 w 4775200"/>
              <a:gd name="connsiteY2" fmla="*/ 3429000 h 6858000"/>
              <a:gd name="connsiteX3" fmla="*/ 2387600 w 4775200"/>
              <a:gd name="connsiteY3" fmla="*/ 6858000 h 6858000"/>
              <a:gd name="connsiteX4" fmla="*/ 0 w 4775200"/>
              <a:gd name="connsiteY4" fmla="*/ 3429000 h 6858000"/>
              <a:gd name="connsiteX0-1" fmla="*/ 0 w 4775200"/>
              <a:gd name="connsiteY0-2" fmla="*/ 3429000 h 6858000"/>
              <a:gd name="connsiteX1-3" fmla="*/ 2387600 w 4775200"/>
              <a:gd name="connsiteY1-4" fmla="*/ 0 h 6858000"/>
              <a:gd name="connsiteX2-5" fmla="*/ 4775200 w 4775200"/>
              <a:gd name="connsiteY2-6" fmla="*/ 3429000 h 6858000"/>
              <a:gd name="connsiteX3-7" fmla="*/ 2387600 w 4775200"/>
              <a:gd name="connsiteY3-8" fmla="*/ 6858000 h 6858000"/>
              <a:gd name="connsiteX4-9" fmla="*/ 91440 w 4775200"/>
              <a:gd name="connsiteY4-10" fmla="*/ 3520440 h 6858000"/>
              <a:gd name="connsiteX0-11" fmla="*/ 0 w 4775200"/>
              <a:gd name="connsiteY0-12" fmla="*/ 3429000 h 6858000"/>
              <a:gd name="connsiteX1-13" fmla="*/ 2387600 w 4775200"/>
              <a:gd name="connsiteY1-14" fmla="*/ 0 h 6858000"/>
              <a:gd name="connsiteX2-15" fmla="*/ 4775200 w 4775200"/>
              <a:gd name="connsiteY2-16" fmla="*/ 3429000 h 6858000"/>
              <a:gd name="connsiteX3-17" fmla="*/ 2387600 w 4775200"/>
              <a:gd name="connsiteY3-18" fmla="*/ 6858000 h 6858000"/>
              <a:gd name="connsiteX0-19" fmla="*/ 0 w 2387600"/>
              <a:gd name="connsiteY0-20" fmla="*/ 0 h 6858000"/>
              <a:gd name="connsiteX1-21" fmla="*/ 2387600 w 2387600"/>
              <a:gd name="connsiteY1-22" fmla="*/ 3429000 h 6858000"/>
              <a:gd name="connsiteX2-23" fmla="*/ 0 w 2387600"/>
              <a:gd name="connsiteY2-24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387600" h="6858000">
                <a:moveTo>
                  <a:pt x="0" y="0"/>
                </a:moveTo>
                <a:cubicBezTo>
                  <a:pt x="1318635" y="0"/>
                  <a:pt x="2387600" y="1535216"/>
                  <a:pt x="2387600" y="3429000"/>
                </a:cubicBezTo>
                <a:cubicBezTo>
                  <a:pt x="2387600" y="5322784"/>
                  <a:pt x="1318635" y="6858000"/>
                  <a:pt x="0" y="6858000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53000">
                  <a:schemeClr val="accent1">
                    <a:lumMod val="60000"/>
                    <a:lumOff val="40000"/>
                    <a:alpha val="5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椭圆 2"/>
          <p:cNvSpPr/>
          <p:nvPr>
            <p:custDataLst>
              <p:tags r:id="rId3"/>
            </p:custDataLst>
          </p:nvPr>
        </p:nvSpPr>
        <p:spPr>
          <a:xfrm>
            <a:off x="6648450" y="0"/>
            <a:ext cx="2387600" cy="6858000"/>
          </a:xfrm>
          <a:custGeom>
            <a:avLst/>
            <a:gdLst>
              <a:gd name="connsiteX0" fmla="*/ 0 w 4775200"/>
              <a:gd name="connsiteY0" fmla="*/ 3429000 h 6858000"/>
              <a:gd name="connsiteX1" fmla="*/ 2387600 w 4775200"/>
              <a:gd name="connsiteY1" fmla="*/ 0 h 6858000"/>
              <a:gd name="connsiteX2" fmla="*/ 4775200 w 4775200"/>
              <a:gd name="connsiteY2" fmla="*/ 3429000 h 6858000"/>
              <a:gd name="connsiteX3" fmla="*/ 2387600 w 4775200"/>
              <a:gd name="connsiteY3" fmla="*/ 6858000 h 6858000"/>
              <a:gd name="connsiteX4" fmla="*/ 0 w 4775200"/>
              <a:gd name="connsiteY4" fmla="*/ 3429000 h 6858000"/>
              <a:gd name="connsiteX0-1" fmla="*/ 0 w 4775200"/>
              <a:gd name="connsiteY0-2" fmla="*/ 3429000 h 6858000"/>
              <a:gd name="connsiteX1-3" fmla="*/ 2387600 w 4775200"/>
              <a:gd name="connsiteY1-4" fmla="*/ 0 h 6858000"/>
              <a:gd name="connsiteX2-5" fmla="*/ 4775200 w 4775200"/>
              <a:gd name="connsiteY2-6" fmla="*/ 3429000 h 6858000"/>
              <a:gd name="connsiteX3-7" fmla="*/ 2387600 w 4775200"/>
              <a:gd name="connsiteY3-8" fmla="*/ 6858000 h 6858000"/>
              <a:gd name="connsiteX4-9" fmla="*/ 91440 w 4775200"/>
              <a:gd name="connsiteY4-10" fmla="*/ 3520440 h 6858000"/>
              <a:gd name="connsiteX0-11" fmla="*/ 0 w 4775200"/>
              <a:gd name="connsiteY0-12" fmla="*/ 3429000 h 6858000"/>
              <a:gd name="connsiteX1-13" fmla="*/ 2387600 w 4775200"/>
              <a:gd name="connsiteY1-14" fmla="*/ 0 h 6858000"/>
              <a:gd name="connsiteX2-15" fmla="*/ 4775200 w 4775200"/>
              <a:gd name="connsiteY2-16" fmla="*/ 3429000 h 6858000"/>
              <a:gd name="connsiteX3-17" fmla="*/ 2387600 w 4775200"/>
              <a:gd name="connsiteY3-18" fmla="*/ 6858000 h 6858000"/>
              <a:gd name="connsiteX0-19" fmla="*/ 0 w 2387600"/>
              <a:gd name="connsiteY0-20" fmla="*/ 0 h 6858000"/>
              <a:gd name="connsiteX1-21" fmla="*/ 2387600 w 2387600"/>
              <a:gd name="connsiteY1-22" fmla="*/ 3429000 h 6858000"/>
              <a:gd name="connsiteX2-23" fmla="*/ 0 w 2387600"/>
              <a:gd name="connsiteY2-24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387600" h="6858000">
                <a:moveTo>
                  <a:pt x="0" y="0"/>
                </a:moveTo>
                <a:cubicBezTo>
                  <a:pt x="1318635" y="0"/>
                  <a:pt x="2387600" y="1535216"/>
                  <a:pt x="2387600" y="3429000"/>
                </a:cubicBezTo>
                <a:cubicBezTo>
                  <a:pt x="2387600" y="5322784"/>
                  <a:pt x="1318635" y="6858000"/>
                  <a:pt x="0" y="6858000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53000">
                  <a:schemeClr val="accent1">
                    <a:lumMod val="60000"/>
                    <a:lumOff val="40000"/>
                    <a:alpha val="5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194050" y="2598739"/>
            <a:ext cx="5670550" cy="815975"/>
          </a:xfrm>
          <a:prstGeom prst="rect">
            <a:avLst/>
          </a:prstGeom>
          <a:noFill/>
        </p:spPr>
        <p:txBody>
          <a:bodyPr anchor="ctr">
            <a:norm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功能列表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4737100" y="3340100"/>
            <a:ext cx="40068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3365500" y="3352800"/>
            <a:ext cx="5499100" cy="477838"/>
          </a:xfrm>
          <a:prstGeom prst="rect">
            <a:avLst/>
          </a:prstGeom>
          <a:noFill/>
        </p:spPr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5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功能列表</a:t>
            </a:r>
            <a:endParaRPr lang="zh-CN" altLang="en-US" sz="2500" dirty="0">
              <a:solidFill>
                <a:schemeClr val="accent1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" name="任意多边形 16"/>
          <p:cNvSpPr/>
          <p:nvPr>
            <p:custDataLst>
              <p:tags r:id="rId7"/>
            </p:custDataLst>
          </p:nvPr>
        </p:nvSpPr>
        <p:spPr>
          <a:xfrm>
            <a:off x="2313761" y="2598739"/>
            <a:ext cx="1042987" cy="1047750"/>
          </a:xfrm>
          <a:custGeom>
            <a:avLst/>
            <a:gdLst>
              <a:gd name="connsiteX0" fmla="*/ 619655 w 1042987"/>
              <a:gd name="connsiteY0" fmla="*/ 539750 h 1047750"/>
              <a:gd name="connsiteX1" fmla="*/ 958319 w 1042987"/>
              <a:gd name="connsiteY1" fmla="*/ 539750 h 1047750"/>
              <a:gd name="connsiteX2" fmla="*/ 1042987 w 1042987"/>
              <a:gd name="connsiteY2" fmla="*/ 624418 h 1047750"/>
              <a:gd name="connsiteX3" fmla="*/ 1042987 w 1042987"/>
              <a:gd name="connsiteY3" fmla="*/ 963082 h 1047750"/>
              <a:gd name="connsiteX4" fmla="*/ 958319 w 1042987"/>
              <a:gd name="connsiteY4" fmla="*/ 1047750 h 1047750"/>
              <a:gd name="connsiteX5" fmla="*/ 619655 w 1042987"/>
              <a:gd name="connsiteY5" fmla="*/ 1047750 h 1047750"/>
              <a:gd name="connsiteX6" fmla="*/ 534987 w 1042987"/>
              <a:gd name="connsiteY6" fmla="*/ 963082 h 1047750"/>
              <a:gd name="connsiteX7" fmla="*/ 534987 w 1042987"/>
              <a:gd name="connsiteY7" fmla="*/ 624418 h 1047750"/>
              <a:gd name="connsiteX8" fmla="*/ 619655 w 1042987"/>
              <a:gd name="connsiteY8" fmla="*/ 539750 h 1047750"/>
              <a:gd name="connsiteX9" fmla="*/ 84668 w 1042987"/>
              <a:gd name="connsiteY9" fmla="*/ 539750 h 1047750"/>
              <a:gd name="connsiteX10" fmla="*/ 423332 w 1042987"/>
              <a:gd name="connsiteY10" fmla="*/ 539750 h 1047750"/>
              <a:gd name="connsiteX11" fmla="*/ 508000 w 1042987"/>
              <a:gd name="connsiteY11" fmla="*/ 624418 h 1047750"/>
              <a:gd name="connsiteX12" fmla="*/ 508000 w 1042987"/>
              <a:gd name="connsiteY12" fmla="*/ 963082 h 1047750"/>
              <a:gd name="connsiteX13" fmla="*/ 423332 w 1042987"/>
              <a:gd name="connsiteY13" fmla="*/ 1047750 h 1047750"/>
              <a:gd name="connsiteX14" fmla="*/ 84668 w 1042987"/>
              <a:gd name="connsiteY14" fmla="*/ 1047750 h 1047750"/>
              <a:gd name="connsiteX15" fmla="*/ 0 w 1042987"/>
              <a:gd name="connsiteY15" fmla="*/ 963082 h 1047750"/>
              <a:gd name="connsiteX16" fmla="*/ 0 w 1042987"/>
              <a:gd name="connsiteY16" fmla="*/ 624418 h 1047750"/>
              <a:gd name="connsiteX17" fmla="*/ 84668 w 1042987"/>
              <a:gd name="connsiteY17" fmla="*/ 539750 h 1047750"/>
              <a:gd name="connsiteX18" fmla="*/ 619655 w 1042987"/>
              <a:gd name="connsiteY18" fmla="*/ 0 h 1047750"/>
              <a:gd name="connsiteX19" fmla="*/ 958319 w 1042987"/>
              <a:gd name="connsiteY19" fmla="*/ 0 h 1047750"/>
              <a:gd name="connsiteX20" fmla="*/ 1042987 w 1042987"/>
              <a:gd name="connsiteY20" fmla="*/ 84668 h 1047750"/>
              <a:gd name="connsiteX21" fmla="*/ 1042987 w 1042987"/>
              <a:gd name="connsiteY21" fmla="*/ 423332 h 1047750"/>
              <a:gd name="connsiteX22" fmla="*/ 958319 w 1042987"/>
              <a:gd name="connsiteY22" fmla="*/ 508000 h 1047750"/>
              <a:gd name="connsiteX23" fmla="*/ 619655 w 1042987"/>
              <a:gd name="connsiteY23" fmla="*/ 508000 h 1047750"/>
              <a:gd name="connsiteX24" fmla="*/ 534987 w 1042987"/>
              <a:gd name="connsiteY24" fmla="*/ 423332 h 1047750"/>
              <a:gd name="connsiteX25" fmla="*/ 534987 w 1042987"/>
              <a:gd name="connsiteY25" fmla="*/ 84668 h 1047750"/>
              <a:gd name="connsiteX26" fmla="*/ 619655 w 1042987"/>
              <a:gd name="connsiteY26" fmla="*/ 0 h 1047750"/>
              <a:gd name="connsiteX27" fmla="*/ 84668 w 1042987"/>
              <a:gd name="connsiteY27" fmla="*/ 0 h 1047750"/>
              <a:gd name="connsiteX28" fmla="*/ 423332 w 1042987"/>
              <a:gd name="connsiteY28" fmla="*/ 0 h 1047750"/>
              <a:gd name="connsiteX29" fmla="*/ 508000 w 1042987"/>
              <a:gd name="connsiteY29" fmla="*/ 84668 h 1047750"/>
              <a:gd name="connsiteX30" fmla="*/ 508000 w 1042987"/>
              <a:gd name="connsiteY30" fmla="*/ 423332 h 1047750"/>
              <a:gd name="connsiteX31" fmla="*/ 423332 w 1042987"/>
              <a:gd name="connsiteY31" fmla="*/ 508000 h 1047750"/>
              <a:gd name="connsiteX32" fmla="*/ 84668 w 1042987"/>
              <a:gd name="connsiteY32" fmla="*/ 508000 h 1047750"/>
              <a:gd name="connsiteX33" fmla="*/ 0 w 1042987"/>
              <a:gd name="connsiteY33" fmla="*/ 423332 h 1047750"/>
              <a:gd name="connsiteX34" fmla="*/ 0 w 1042987"/>
              <a:gd name="connsiteY34" fmla="*/ 84668 h 1047750"/>
              <a:gd name="connsiteX35" fmla="*/ 84668 w 1042987"/>
              <a:gd name="connsiteY35" fmla="*/ 0 h 104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42987" h="1047750">
                <a:moveTo>
                  <a:pt x="619655" y="539750"/>
                </a:moveTo>
                <a:lnTo>
                  <a:pt x="958319" y="539750"/>
                </a:lnTo>
                <a:cubicBezTo>
                  <a:pt x="1005080" y="539750"/>
                  <a:pt x="1042987" y="577657"/>
                  <a:pt x="1042987" y="624418"/>
                </a:cubicBezTo>
                <a:lnTo>
                  <a:pt x="1042987" y="963082"/>
                </a:lnTo>
                <a:cubicBezTo>
                  <a:pt x="1042987" y="1009843"/>
                  <a:pt x="1005080" y="1047750"/>
                  <a:pt x="958319" y="1047750"/>
                </a:cubicBezTo>
                <a:lnTo>
                  <a:pt x="619655" y="1047750"/>
                </a:lnTo>
                <a:cubicBezTo>
                  <a:pt x="572894" y="1047750"/>
                  <a:pt x="534987" y="1009843"/>
                  <a:pt x="534987" y="963082"/>
                </a:cubicBezTo>
                <a:lnTo>
                  <a:pt x="534987" y="624418"/>
                </a:lnTo>
                <a:cubicBezTo>
                  <a:pt x="534987" y="577657"/>
                  <a:pt x="572894" y="539750"/>
                  <a:pt x="619655" y="539750"/>
                </a:cubicBezTo>
                <a:close/>
                <a:moveTo>
                  <a:pt x="84668" y="539750"/>
                </a:moveTo>
                <a:lnTo>
                  <a:pt x="423332" y="539750"/>
                </a:lnTo>
                <a:cubicBezTo>
                  <a:pt x="470093" y="539750"/>
                  <a:pt x="508000" y="577657"/>
                  <a:pt x="508000" y="624418"/>
                </a:cubicBezTo>
                <a:lnTo>
                  <a:pt x="508000" y="963082"/>
                </a:lnTo>
                <a:cubicBezTo>
                  <a:pt x="508000" y="1009843"/>
                  <a:pt x="470093" y="1047750"/>
                  <a:pt x="423332" y="1047750"/>
                </a:cubicBezTo>
                <a:lnTo>
                  <a:pt x="84668" y="1047750"/>
                </a:lnTo>
                <a:cubicBezTo>
                  <a:pt x="37907" y="1047750"/>
                  <a:pt x="0" y="1009843"/>
                  <a:pt x="0" y="963082"/>
                </a:cubicBezTo>
                <a:lnTo>
                  <a:pt x="0" y="624418"/>
                </a:lnTo>
                <a:cubicBezTo>
                  <a:pt x="0" y="577657"/>
                  <a:pt x="37907" y="539750"/>
                  <a:pt x="84668" y="539750"/>
                </a:cubicBezTo>
                <a:close/>
                <a:moveTo>
                  <a:pt x="619655" y="0"/>
                </a:moveTo>
                <a:lnTo>
                  <a:pt x="958319" y="0"/>
                </a:lnTo>
                <a:cubicBezTo>
                  <a:pt x="1005080" y="0"/>
                  <a:pt x="1042987" y="37907"/>
                  <a:pt x="1042987" y="84668"/>
                </a:cubicBezTo>
                <a:lnTo>
                  <a:pt x="1042987" y="423332"/>
                </a:lnTo>
                <a:cubicBezTo>
                  <a:pt x="1042987" y="470093"/>
                  <a:pt x="1005080" y="508000"/>
                  <a:pt x="958319" y="508000"/>
                </a:cubicBezTo>
                <a:lnTo>
                  <a:pt x="619655" y="508000"/>
                </a:lnTo>
                <a:cubicBezTo>
                  <a:pt x="572894" y="508000"/>
                  <a:pt x="534987" y="470093"/>
                  <a:pt x="534987" y="423332"/>
                </a:cubicBezTo>
                <a:lnTo>
                  <a:pt x="534987" y="84668"/>
                </a:lnTo>
                <a:cubicBezTo>
                  <a:pt x="534987" y="37907"/>
                  <a:pt x="572894" y="0"/>
                  <a:pt x="619655" y="0"/>
                </a:cubicBezTo>
                <a:close/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07"/>
                  <a:pt x="37907" y="0"/>
                  <a:pt x="84668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03</a:t>
            </a:r>
            <a:endParaRPr lang="zh-CN" altLang="en-US" sz="54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zh-CN" altLang="en-US"/>
              <a:t>功能列表</a:t>
            </a:r>
            <a:endParaRPr lang="zh-CN" altLang="en-US"/>
          </a:p>
        </p:txBody>
      </p:sp>
      <p:grpSp>
        <p:nvGrpSpPr>
          <p:cNvPr id="39" name="组合 38"/>
          <p:cNvGrpSpPr/>
          <p:nvPr>
            <p:custDataLst>
              <p:tags r:id="rId1"/>
            </p:custDataLst>
          </p:nvPr>
        </p:nvGrpSpPr>
        <p:grpSpPr>
          <a:xfrm>
            <a:off x="835388" y="1560256"/>
            <a:ext cx="1737795" cy="4308523"/>
            <a:chOff x="1082766" y="2038351"/>
            <a:chExt cx="1455420" cy="3608430"/>
          </a:xfrm>
        </p:grpSpPr>
        <p:sp>
          <p:nvSpPr>
            <p:cNvPr id="23" name="任意多边形 22"/>
            <p:cNvSpPr/>
            <p:nvPr>
              <p:custDataLst>
                <p:tags r:id="rId2"/>
              </p:custDataLst>
            </p:nvPr>
          </p:nvSpPr>
          <p:spPr>
            <a:xfrm>
              <a:off x="1082766" y="2038351"/>
              <a:ext cx="1455420" cy="976547"/>
            </a:xfrm>
            <a:custGeom>
              <a:avLst/>
              <a:gdLst>
                <a:gd name="connsiteX0" fmla="*/ 0 w 1455420"/>
                <a:gd name="connsiteY0" fmla="*/ 0 h 976547"/>
                <a:gd name="connsiteX1" fmla="*/ 1455420 w 1455420"/>
                <a:gd name="connsiteY1" fmla="*/ 0 h 976547"/>
                <a:gd name="connsiteX2" fmla="*/ 1455420 w 1455420"/>
                <a:gd name="connsiteY2" fmla="*/ 138392 h 976547"/>
                <a:gd name="connsiteX3" fmla="*/ 0 w 1455420"/>
                <a:gd name="connsiteY3" fmla="*/ 976547 h 976547"/>
                <a:gd name="connsiteX4" fmla="*/ 0 w 1455420"/>
                <a:gd name="connsiteY4" fmla="*/ 0 h 976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5420" h="976547">
                  <a:moveTo>
                    <a:pt x="0" y="0"/>
                  </a:moveTo>
                  <a:lnTo>
                    <a:pt x="1455420" y="0"/>
                  </a:lnTo>
                  <a:lnTo>
                    <a:pt x="1455420" y="138392"/>
                  </a:lnTo>
                  <a:lnTo>
                    <a:pt x="0" y="976547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95A23"/>
              </a:solidFill>
            </a:ln>
          </p:spPr>
          <p:style>
            <a:lnRef idx="2">
              <a:srgbClr val="F95A23">
                <a:shade val="50000"/>
              </a:srgbClr>
            </a:lnRef>
            <a:fillRef idx="1">
              <a:srgbClr val="F95A23"/>
            </a:fillRef>
            <a:effectRef idx="0">
              <a:srgbClr val="F95A23"/>
            </a:effectRef>
            <a:fontRef idx="minor">
              <a:sysClr val="window" lastClr="FFFFFF"/>
            </a:fontRef>
          </p:style>
          <p:txBody>
            <a:bodyPr lIns="144000" bIns="360000" rtlCol="0" anchor="ctr">
              <a:normAutofit/>
            </a:bodyPr>
            <a:p>
              <a:r>
                <a:rPr lang="zh-CN" altLang="en-US" dirty="0">
                  <a:solidFill>
                    <a:sysClr val="window" lastClr="FFFFFF"/>
                  </a:solidFill>
                  <a:sym typeface="Arial" panose="020B0604020202020204" pitchFamily="34" charset="0"/>
                </a:rPr>
                <a:t>流程办理</a:t>
              </a:r>
              <a:endParaRPr lang="zh-CN" altLang="en-US" dirty="0">
                <a:solidFill>
                  <a:sysClr val="window" lastClr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27" name="任意多边形 26"/>
            <p:cNvSpPr/>
            <p:nvPr>
              <p:custDataLst>
                <p:tags r:id="rId3"/>
              </p:custDataLst>
            </p:nvPr>
          </p:nvSpPr>
          <p:spPr>
            <a:xfrm>
              <a:off x="1082766" y="2274491"/>
              <a:ext cx="1455420" cy="3372290"/>
            </a:xfrm>
            <a:custGeom>
              <a:avLst/>
              <a:gdLst>
                <a:gd name="connsiteX0" fmla="*/ 1455420 w 1455420"/>
                <a:gd name="connsiteY0" fmla="*/ 0 h 3372290"/>
                <a:gd name="connsiteX1" fmla="*/ 1455420 w 1455420"/>
                <a:gd name="connsiteY1" fmla="*/ 755194 h 3372290"/>
                <a:gd name="connsiteX2" fmla="*/ 1455420 w 1455420"/>
                <a:gd name="connsiteY2" fmla="*/ 2617096 h 3372290"/>
                <a:gd name="connsiteX3" fmla="*/ 1455420 w 1455420"/>
                <a:gd name="connsiteY3" fmla="*/ 3372290 h 3372290"/>
                <a:gd name="connsiteX4" fmla="*/ 0 w 1455420"/>
                <a:gd name="connsiteY4" fmla="*/ 3372290 h 3372290"/>
                <a:gd name="connsiteX5" fmla="*/ 0 w 1455420"/>
                <a:gd name="connsiteY5" fmla="*/ 2617096 h 3372290"/>
                <a:gd name="connsiteX6" fmla="*/ 0 w 1455420"/>
                <a:gd name="connsiteY6" fmla="*/ 1593349 h 3372290"/>
                <a:gd name="connsiteX7" fmla="*/ 0 w 1455420"/>
                <a:gd name="connsiteY7" fmla="*/ 838155 h 337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5420" h="3372290">
                  <a:moveTo>
                    <a:pt x="1455420" y="0"/>
                  </a:moveTo>
                  <a:lnTo>
                    <a:pt x="1455420" y="755194"/>
                  </a:lnTo>
                  <a:lnTo>
                    <a:pt x="1455420" y="2617096"/>
                  </a:lnTo>
                  <a:lnTo>
                    <a:pt x="1455420" y="3372290"/>
                  </a:lnTo>
                  <a:lnTo>
                    <a:pt x="0" y="3372290"/>
                  </a:lnTo>
                  <a:lnTo>
                    <a:pt x="0" y="2617096"/>
                  </a:lnTo>
                  <a:lnTo>
                    <a:pt x="0" y="1593349"/>
                  </a:lnTo>
                  <a:lnTo>
                    <a:pt x="0" y="838155"/>
                  </a:lnTo>
                  <a:close/>
                </a:path>
              </a:pathLst>
            </a:custGeom>
            <a:solidFill>
              <a:sysClr val="window" lastClr="FFFFFF"/>
            </a:solidFill>
            <a:ln w="25400">
              <a:solidFill>
                <a:srgbClr val="F95A23"/>
              </a:solidFill>
            </a:ln>
          </p:spPr>
          <p:style>
            <a:lnRef idx="2">
              <a:srgbClr val="F95A23">
                <a:shade val="50000"/>
              </a:srgbClr>
            </a:lnRef>
            <a:fillRef idx="1">
              <a:srgbClr val="F95A23"/>
            </a:fillRef>
            <a:effectRef idx="0">
              <a:srgbClr val="F95A23"/>
            </a:effectRef>
            <a:fontRef idx="minor">
              <a:sysClr val="window" lastClr="FFFFFF"/>
            </a:fontRef>
          </p:style>
          <p:txBody>
            <a:bodyPr tIns="720000" rtlCol="0" anchor="ctr">
              <a:normAutofit/>
            </a:bodyPr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退回、取回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会签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前加签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后加签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征询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转发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自审批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分组审批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结束审批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</p:txBody>
        </p:sp>
      </p:grpSp>
      <p:grpSp>
        <p:nvGrpSpPr>
          <p:cNvPr id="40" name="组合 39"/>
          <p:cNvGrpSpPr/>
          <p:nvPr>
            <p:custDataLst>
              <p:tags r:id="rId4"/>
            </p:custDataLst>
          </p:nvPr>
        </p:nvGrpSpPr>
        <p:grpSpPr>
          <a:xfrm>
            <a:off x="3036334" y="1560256"/>
            <a:ext cx="1737795" cy="4308523"/>
            <a:chOff x="2926080" y="2038351"/>
            <a:chExt cx="1455420" cy="3608430"/>
          </a:xfrm>
        </p:grpSpPr>
        <p:sp>
          <p:nvSpPr>
            <p:cNvPr id="30" name="任意多边形 29"/>
            <p:cNvSpPr/>
            <p:nvPr>
              <p:custDataLst>
                <p:tags r:id="rId5"/>
              </p:custDataLst>
            </p:nvPr>
          </p:nvSpPr>
          <p:spPr>
            <a:xfrm>
              <a:off x="2926080" y="2038351"/>
              <a:ext cx="1455420" cy="976547"/>
            </a:xfrm>
            <a:custGeom>
              <a:avLst/>
              <a:gdLst>
                <a:gd name="connsiteX0" fmla="*/ 0 w 1455420"/>
                <a:gd name="connsiteY0" fmla="*/ 0 h 976547"/>
                <a:gd name="connsiteX1" fmla="*/ 1455420 w 1455420"/>
                <a:gd name="connsiteY1" fmla="*/ 0 h 976547"/>
                <a:gd name="connsiteX2" fmla="*/ 1455420 w 1455420"/>
                <a:gd name="connsiteY2" fmla="*/ 138392 h 976547"/>
                <a:gd name="connsiteX3" fmla="*/ 0 w 1455420"/>
                <a:gd name="connsiteY3" fmla="*/ 976547 h 976547"/>
                <a:gd name="connsiteX4" fmla="*/ 0 w 1455420"/>
                <a:gd name="connsiteY4" fmla="*/ 0 h 976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5420" h="976547">
                  <a:moveTo>
                    <a:pt x="0" y="0"/>
                  </a:moveTo>
                  <a:lnTo>
                    <a:pt x="1455420" y="0"/>
                  </a:lnTo>
                  <a:lnTo>
                    <a:pt x="1455420" y="138392"/>
                  </a:lnTo>
                  <a:lnTo>
                    <a:pt x="0" y="9765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B405"/>
            </a:solidFill>
            <a:ln w="25400">
              <a:solidFill>
                <a:srgbClr val="DDB405"/>
              </a:solidFill>
            </a:ln>
          </p:spPr>
          <p:style>
            <a:lnRef idx="2">
              <a:srgbClr val="F95A23">
                <a:shade val="50000"/>
              </a:srgbClr>
            </a:lnRef>
            <a:fillRef idx="1">
              <a:srgbClr val="F95A23"/>
            </a:fillRef>
            <a:effectRef idx="0">
              <a:srgbClr val="F95A23"/>
            </a:effectRef>
            <a:fontRef idx="minor">
              <a:sysClr val="window" lastClr="FFFFFF"/>
            </a:fontRef>
          </p:style>
          <p:txBody>
            <a:bodyPr lIns="144000" bIns="360000" rtlCol="0" anchor="ctr">
              <a:normAutofit/>
            </a:bodyPr>
            <a:p>
              <a:r>
                <a:rPr lang="zh-CN" altLang="en-US" dirty="0">
                  <a:solidFill>
                    <a:sysClr val="window" lastClr="FFFFFF"/>
                  </a:solidFill>
                  <a:sym typeface="Arial" panose="020B0604020202020204" pitchFamily="34" charset="0"/>
                </a:rPr>
                <a:t>流程管理</a:t>
              </a:r>
              <a:endParaRPr lang="zh-CN" altLang="en-US" dirty="0">
                <a:solidFill>
                  <a:sysClr val="window" lastClr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31" name="任意多边形 30"/>
            <p:cNvSpPr/>
            <p:nvPr>
              <p:custDataLst>
                <p:tags r:id="rId6"/>
              </p:custDataLst>
            </p:nvPr>
          </p:nvSpPr>
          <p:spPr>
            <a:xfrm>
              <a:off x="2926080" y="2274491"/>
              <a:ext cx="1455420" cy="3372290"/>
            </a:xfrm>
            <a:custGeom>
              <a:avLst/>
              <a:gdLst>
                <a:gd name="connsiteX0" fmla="*/ 1455420 w 1455420"/>
                <a:gd name="connsiteY0" fmla="*/ 0 h 3372290"/>
                <a:gd name="connsiteX1" fmla="*/ 1455420 w 1455420"/>
                <a:gd name="connsiteY1" fmla="*/ 755194 h 3372290"/>
                <a:gd name="connsiteX2" fmla="*/ 1455420 w 1455420"/>
                <a:gd name="connsiteY2" fmla="*/ 2617096 h 3372290"/>
                <a:gd name="connsiteX3" fmla="*/ 1455420 w 1455420"/>
                <a:gd name="connsiteY3" fmla="*/ 3372290 h 3372290"/>
                <a:gd name="connsiteX4" fmla="*/ 0 w 1455420"/>
                <a:gd name="connsiteY4" fmla="*/ 3372290 h 3372290"/>
                <a:gd name="connsiteX5" fmla="*/ 0 w 1455420"/>
                <a:gd name="connsiteY5" fmla="*/ 2617096 h 3372290"/>
                <a:gd name="connsiteX6" fmla="*/ 0 w 1455420"/>
                <a:gd name="connsiteY6" fmla="*/ 1593349 h 3372290"/>
                <a:gd name="connsiteX7" fmla="*/ 0 w 1455420"/>
                <a:gd name="connsiteY7" fmla="*/ 838155 h 337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5420" h="3372290">
                  <a:moveTo>
                    <a:pt x="1455420" y="0"/>
                  </a:moveTo>
                  <a:lnTo>
                    <a:pt x="1455420" y="755194"/>
                  </a:lnTo>
                  <a:lnTo>
                    <a:pt x="1455420" y="2617096"/>
                  </a:lnTo>
                  <a:lnTo>
                    <a:pt x="1455420" y="3372290"/>
                  </a:lnTo>
                  <a:lnTo>
                    <a:pt x="0" y="3372290"/>
                  </a:lnTo>
                  <a:lnTo>
                    <a:pt x="0" y="2617096"/>
                  </a:lnTo>
                  <a:lnTo>
                    <a:pt x="0" y="1593349"/>
                  </a:lnTo>
                  <a:lnTo>
                    <a:pt x="0" y="838155"/>
                  </a:lnTo>
                  <a:close/>
                </a:path>
              </a:pathLst>
            </a:custGeom>
            <a:solidFill>
              <a:sysClr val="window" lastClr="FFFFFF"/>
            </a:solidFill>
            <a:ln w="25400">
              <a:solidFill>
                <a:srgbClr val="DDB405"/>
              </a:solidFill>
            </a:ln>
          </p:spPr>
          <p:style>
            <a:lnRef idx="2">
              <a:srgbClr val="F95A23">
                <a:shade val="50000"/>
              </a:srgbClr>
            </a:lnRef>
            <a:fillRef idx="1">
              <a:srgbClr val="F95A23"/>
            </a:fillRef>
            <a:effectRef idx="0">
              <a:srgbClr val="F95A23"/>
            </a:effectRef>
            <a:fontRef idx="minor">
              <a:sysClr val="window" lastClr="FFFFFF"/>
            </a:fontRef>
          </p:style>
          <p:txBody>
            <a:bodyPr tIns="720000" rtlCol="0" anchor="ctr">
              <a:normAutofit/>
            </a:bodyPr>
            <a:p>
              <a:pPr marL="285750" indent="-285750" algn="ctr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模型管理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ctr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流程管理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ctr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任务委派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ctr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工单配置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ctr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批量转办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</p:txBody>
        </p:sp>
      </p:grpSp>
      <p:grpSp>
        <p:nvGrpSpPr>
          <p:cNvPr id="41" name="组合 40"/>
          <p:cNvGrpSpPr/>
          <p:nvPr>
            <p:custDataLst>
              <p:tags r:id="rId7"/>
            </p:custDataLst>
          </p:nvPr>
        </p:nvGrpSpPr>
        <p:grpSpPr>
          <a:xfrm>
            <a:off x="5237281" y="1560256"/>
            <a:ext cx="1737795" cy="4308523"/>
            <a:chOff x="4769394" y="2038351"/>
            <a:chExt cx="1455420" cy="3608430"/>
          </a:xfrm>
        </p:grpSpPr>
        <p:sp>
          <p:nvSpPr>
            <p:cNvPr id="33" name="任意多边形 32"/>
            <p:cNvSpPr/>
            <p:nvPr>
              <p:custDataLst>
                <p:tags r:id="rId8"/>
              </p:custDataLst>
            </p:nvPr>
          </p:nvSpPr>
          <p:spPr>
            <a:xfrm>
              <a:off x="4769394" y="2038351"/>
              <a:ext cx="1455420" cy="976547"/>
            </a:xfrm>
            <a:custGeom>
              <a:avLst/>
              <a:gdLst>
                <a:gd name="connsiteX0" fmla="*/ 0 w 1455420"/>
                <a:gd name="connsiteY0" fmla="*/ 0 h 976547"/>
                <a:gd name="connsiteX1" fmla="*/ 1455420 w 1455420"/>
                <a:gd name="connsiteY1" fmla="*/ 0 h 976547"/>
                <a:gd name="connsiteX2" fmla="*/ 1455420 w 1455420"/>
                <a:gd name="connsiteY2" fmla="*/ 138392 h 976547"/>
                <a:gd name="connsiteX3" fmla="*/ 0 w 1455420"/>
                <a:gd name="connsiteY3" fmla="*/ 976547 h 976547"/>
                <a:gd name="connsiteX4" fmla="*/ 0 w 1455420"/>
                <a:gd name="connsiteY4" fmla="*/ 0 h 976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5420" h="976547">
                  <a:moveTo>
                    <a:pt x="0" y="0"/>
                  </a:moveTo>
                  <a:lnTo>
                    <a:pt x="1455420" y="0"/>
                  </a:lnTo>
                  <a:lnTo>
                    <a:pt x="1455420" y="138392"/>
                  </a:lnTo>
                  <a:lnTo>
                    <a:pt x="0" y="9765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95D2"/>
            </a:solidFill>
            <a:ln w="25400">
              <a:solidFill>
                <a:srgbClr val="3295D2"/>
              </a:solidFill>
            </a:ln>
          </p:spPr>
          <p:style>
            <a:lnRef idx="2">
              <a:srgbClr val="F95A23">
                <a:shade val="50000"/>
              </a:srgbClr>
            </a:lnRef>
            <a:fillRef idx="1">
              <a:srgbClr val="F95A23"/>
            </a:fillRef>
            <a:effectRef idx="0">
              <a:srgbClr val="F95A23"/>
            </a:effectRef>
            <a:fontRef idx="minor">
              <a:sysClr val="window" lastClr="FFFFFF"/>
            </a:fontRef>
          </p:style>
          <p:txBody>
            <a:bodyPr lIns="144000" bIns="360000" rtlCol="0" anchor="ctr">
              <a:normAutofit/>
            </a:bodyPr>
            <a:p>
              <a:r>
                <a:rPr lang="zh-CN" altLang="en-US" dirty="0">
                  <a:solidFill>
                    <a:sysClr val="window" lastClr="FFFFFF"/>
                  </a:solidFill>
                  <a:sym typeface="Arial" panose="020B0604020202020204" pitchFamily="34" charset="0"/>
                </a:rPr>
                <a:t>设计器</a:t>
              </a:r>
              <a:endParaRPr lang="zh-CN" altLang="en-US" dirty="0">
                <a:solidFill>
                  <a:sysClr val="window" lastClr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34" name="任意多边形 33"/>
            <p:cNvSpPr/>
            <p:nvPr>
              <p:custDataLst>
                <p:tags r:id="rId9"/>
              </p:custDataLst>
            </p:nvPr>
          </p:nvSpPr>
          <p:spPr>
            <a:xfrm>
              <a:off x="4769394" y="2274491"/>
              <a:ext cx="1455420" cy="3372290"/>
            </a:xfrm>
            <a:custGeom>
              <a:avLst/>
              <a:gdLst>
                <a:gd name="connsiteX0" fmla="*/ 1455420 w 1455420"/>
                <a:gd name="connsiteY0" fmla="*/ 0 h 3372290"/>
                <a:gd name="connsiteX1" fmla="*/ 1455420 w 1455420"/>
                <a:gd name="connsiteY1" fmla="*/ 755194 h 3372290"/>
                <a:gd name="connsiteX2" fmla="*/ 1455420 w 1455420"/>
                <a:gd name="connsiteY2" fmla="*/ 2617096 h 3372290"/>
                <a:gd name="connsiteX3" fmla="*/ 1455420 w 1455420"/>
                <a:gd name="connsiteY3" fmla="*/ 3372290 h 3372290"/>
                <a:gd name="connsiteX4" fmla="*/ 0 w 1455420"/>
                <a:gd name="connsiteY4" fmla="*/ 3372290 h 3372290"/>
                <a:gd name="connsiteX5" fmla="*/ 0 w 1455420"/>
                <a:gd name="connsiteY5" fmla="*/ 2617096 h 3372290"/>
                <a:gd name="connsiteX6" fmla="*/ 0 w 1455420"/>
                <a:gd name="connsiteY6" fmla="*/ 1593349 h 3372290"/>
                <a:gd name="connsiteX7" fmla="*/ 0 w 1455420"/>
                <a:gd name="connsiteY7" fmla="*/ 838155 h 337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5420" h="3372290">
                  <a:moveTo>
                    <a:pt x="1455420" y="0"/>
                  </a:moveTo>
                  <a:lnTo>
                    <a:pt x="1455420" y="755194"/>
                  </a:lnTo>
                  <a:lnTo>
                    <a:pt x="1455420" y="2617096"/>
                  </a:lnTo>
                  <a:lnTo>
                    <a:pt x="1455420" y="3372290"/>
                  </a:lnTo>
                  <a:lnTo>
                    <a:pt x="0" y="3372290"/>
                  </a:lnTo>
                  <a:lnTo>
                    <a:pt x="0" y="2617096"/>
                  </a:lnTo>
                  <a:lnTo>
                    <a:pt x="0" y="1593349"/>
                  </a:lnTo>
                  <a:lnTo>
                    <a:pt x="0" y="838155"/>
                  </a:lnTo>
                  <a:close/>
                </a:path>
              </a:pathLst>
            </a:custGeom>
            <a:solidFill>
              <a:sysClr val="window" lastClr="FFFFFF"/>
            </a:solidFill>
            <a:ln w="25400">
              <a:solidFill>
                <a:srgbClr val="3295D2"/>
              </a:solidFill>
            </a:ln>
          </p:spPr>
          <p:style>
            <a:lnRef idx="2">
              <a:srgbClr val="F95A23">
                <a:shade val="50000"/>
              </a:srgbClr>
            </a:lnRef>
            <a:fillRef idx="1">
              <a:srgbClr val="F95A23"/>
            </a:fillRef>
            <a:effectRef idx="0">
              <a:srgbClr val="F95A23"/>
            </a:effectRef>
            <a:fontRef idx="minor">
              <a:sysClr val="window" lastClr="FFFFFF"/>
            </a:fontRef>
          </p:style>
          <p:txBody>
            <a:bodyPr tIns="720000" rtlCol="0" anchor="ctr">
              <a:normAutofit/>
            </a:bodyPr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用户任务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服务任务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开始、</a:t>
              </a: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结束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互斥网关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并行网关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子流程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错误</a:t>
              </a: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边界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定时边界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连接线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</p:txBody>
        </p:sp>
      </p:grpSp>
      <p:grpSp>
        <p:nvGrpSpPr>
          <p:cNvPr id="42" name="组合 41"/>
          <p:cNvGrpSpPr/>
          <p:nvPr>
            <p:custDataLst>
              <p:tags r:id="rId10"/>
            </p:custDataLst>
          </p:nvPr>
        </p:nvGrpSpPr>
        <p:grpSpPr>
          <a:xfrm>
            <a:off x="7438227" y="1560256"/>
            <a:ext cx="1737795" cy="4308523"/>
            <a:chOff x="6612708" y="2038351"/>
            <a:chExt cx="1455420" cy="3608430"/>
          </a:xfrm>
        </p:grpSpPr>
        <p:sp>
          <p:nvSpPr>
            <p:cNvPr id="36" name="任意多边形 35"/>
            <p:cNvSpPr/>
            <p:nvPr>
              <p:custDataLst>
                <p:tags r:id="rId11"/>
              </p:custDataLst>
            </p:nvPr>
          </p:nvSpPr>
          <p:spPr>
            <a:xfrm>
              <a:off x="6612708" y="2038351"/>
              <a:ext cx="1455420" cy="976547"/>
            </a:xfrm>
            <a:custGeom>
              <a:avLst/>
              <a:gdLst>
                <a:gd name="connsiteX0" fmla="*/ 0 w 1455420"/>
                <a:gd name="connsiteY0" fmla="*/ 0 h 976547"/>
                <a:gd name="connsiteX1" fmla="*/ 1455420 w 1455420"/>
                <a:gd name="connsiteY1" fmla="*/ 0 h 976547"/>
                <a:gd name="connsiteX2" fmla="*/ 1455420 w 1455420"/>
                <a:gd name="connsiteY2" fmla="*/ 138392 h 976547"/>
                <a:gd name="connsiteX3" fmla="*/ 0 w 1455420"/>
                <a:gd name="connsiteY3" fmla="*/ 976547 h 976547"/>
                <a:gd name="connsiteX4" fmla="*/ 0 w 1455420"/>
                <a:gd name="connsiteY4" fmla="*/ 0 h 976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5420" h="976547">
                  <a:moveTo>
                    <a:pt x="0" y="0"/>
                  </a:moveTo>
                  <a:lnTo>
                    <a:pt x="1455420" y="0"/>
                  </a:lnTo>
                  <a:lnTo>
                    <a:pt x="1455420" y="138392"/>
                  </a:lnTo>
                  <a:lnTo>
                    <a:pt x="0" y="9765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AA54"/>
            </a:solidFill>
            <a:ln w="25400">
              <a:solidFill>
                <a:srgbClr val="64AA54"/>
              </a:solidFill>
            </a:ln>
          </p:spPr>
          <p:style>
            <a:lnRef idx="2">
              <a:srgbClr val="F95A23">
                <a:shade val="50000"/>
              </a:srgbClr>
            </a:lnRef>
            <a:fillRef idx="1">
              <a:srgbClr val="F95A23"/>
            </a:fillRef>
            <a:effectRef idx="0">
              <a:srgbClr val="F95A23"/>
            </a:effectRef>
            <a:fontRef idx="minor">
              <a:sysClr val="window" lastClr="FFFFFF"/>
            </a:fontRef>
          </p:style>
          <p:txBody>
            <a:bodyPr lIns="144000" bIns="360000" rtlCol="0" anchor="ctr">
              <a:normAutofit/>
            </a:bodyPr>
            <a:p>
              <a:r>
                <a:rPr lang="zh-CN" altLang="en-US" dirty="0">
                  <a:solidFill>
                    <a:sysClr val="window" lastClr="FFFFFF"/>
                  </a:solidFill>
                  <a:sym typeface="Arial" panose="020B0604020202020204" pitchFamily="34" charset="0"/>
                </a:rPr>
                <a:t>指派规则</a:t>
              </a:r>
              <a:endParaRPr lang="zh-CN" altLang="en-US" dirty="0">
                <a:solidFill>
                  <a:sysClr val="window" lastClr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37" name="任意多边形 36"/>
            <p:cNvSpPr/>
            <p:nvPr>
              <p:custDataLst>
                <p:tags r:id="rId12"/>
              </p:custDataLst>
            </p:nvPr>
          </p:nvSpPr>
          <p:spPr>
            <a:xfrm>
              <a:off x="6612708" y="2274491"/>
              <a:ext cx="1455420" cy="3372290"/>
            </a:xfrm>
            <a:custGeom>
              <a:avLst/>
              <a:gdLst>
                <a:gd name="connsiteX0" fmla="*/ 1455420 w 1455420"/>
                <a:gd name="connsiteY0" fmla="*/ 0 h 3372290"/>
                <a:gd name="connsiteX1" fmla="*/ 1455420 w 1455420"/>
                <a:gd name="connsiteY1" fmla="*/ 755194 h 3372290"/>
                <a:gd name="connsiteX2" fmla="*/ 1455420 w 1455420"/>
                <a:gd name="connsiteY2" fmla="*/ 2617096 h 3372290"/>
                <a:gd name="connsiteX3" fmla="*/ 1455420 w 1455420"/>
                <a:gd name="connsiteY3" fmla="*/ 3372290 h 3372290"/>
                <a:gd name="connsiteX4" fmla="*/ 0 w 1455420"/>
                <a:gd name="connsiteY4" fmla="*/ 3372290 h 3372290"/>
                <a:gd name="connsiteX5" fmla="*/ 0 w 1455420"/>
                <a:gd name="connsiteY5" fmla="*/ 2617096 h 3372290"/>
                <a:gd name="connsiteX6" fmla="*/ 0 w 1455420"/>
                <a:gd name="connsiteY6" fmla="*/ 1593349 h 3372290"/>
                <a:gd name="connsiteX7" fmla="*/ 0 w 1455420"/>
                <a:gd name="connsiteY7" fmla="*/ 838155 h 337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5420" h="3372290">
                  <a:moveTo>
                    <a:pt x="1455420" y="0"/>
                  </a:moveTo>
                  <a:lnTo>
                    <a:pt x="1455420" y="755194"/>
                  </a:lnTo>
                  <a:lnTo>
                    <a:pt x="1455420" y="2617096"/>
                  </a:lnTo>
                  <a:lnTo>
                    <a:pt x="1455420" y="3372290"/>
                  </a:lnTo>
                  <a:lnTo>
                    <a:pt x="0" y="3372290"/>
                  </a:lnTo>
                  <a:lnTo>
                    <a:pt x="0" y="2617096"/>
                  </a:lnTo>
                  <a:lnTo>
                    <a:pt x="0" y="1593349"/>
                  </a:lnTo>
                  <a:lnTo>
                    <a:pt x="0" y="838155"/>
                  </a:lnTo>
                  <a:close/>
                </a:path>
              </a:pathLst>
            </a:custGeom>
            <a:solidFill>
              <a:sysClr val="window" lastClr="FFFFFF"/>
            </a:solidFill>
            <a:ln w="25400">
              <a:solidFill>
                <a:srgbClr val="64AA54"/>
              </a:solidFill>
            </a:ln>
          </p:spPr>
          <p:style>
            <a:lnRef idx="2">
              <a:srgbClr val="F95A23">
                <a:shade val="50000"/>
              </a:srgbClr>
            </a:lnRef>
            <a:fillRef idx="1">
              <a:srgbClr val="F95A23"/>
            </a:fillRef>
            <a:effectRef idx="0">
              <a:srgbClr val="F95A23"/>
            </a:effectRef>
            <a:fontRef idx="minor">
              <a:sysClr val="window" lastClr="FFFFFF"/>
            </a:fontRef>
          </p:style>
          <p:txBody>
            <a:bodyPr tIns="720000" rtlCol="0" anchor="ctr">
              <a:normAutofit/>
            </a:bodyPr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用户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角色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部门角色交叉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en-US" altLang="zh-CN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SQL</a:t>
              </a:r>
              <a:endParaRPr lang="en-US" altLang="zh-CN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函数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变量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  <a:p>
              <a:pPr marL="285750" indent="-285750" algn="l">
                <a:lnSpc>
                  <a:spcPct val="120000"/>
                </a:lnSpc>
                <a:buFont typeface="Wingdings" panose="05000000000000000000" charset="0"/>
                <a:buChar char="Ø"/>
              </a:pPr>
              <a:r>
                <a:rPr lang="en-US" altLang="zh-CN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REST</a:t>
              </a:r>
              <a:r>
                <a:rPr lang="zh-CN" altLang="en-US" dirty="0">
                  <a:solidFill>
                    <a:sysClr val="windowText" lastClr="000000"/>
                  </a:solidFill>
                  <a:sym typeface="Arial" panose="020B0604020202020204" pitchFamily="34" charset="0"/>
                </a:rPr>
                <a:t>服务</a:t>
              </a:r>
              <a:endPara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4" name="任意多边形 3"/>
          <p:cNvSpPr/>
          <p:nvPr>
            <p:custDataLst>
              <p:tags r:id="rId13"/>
            </p:custDataLst>
          </p:nvPr>
        </p:nvSpPr>
        <p:spPr>
          <a:xfrm>
            <a:off x="9610562" y="1560256"/>
            <a:ext cx="1737795" cy="1166013"/>
          </a:xfrm>
          <a:custGeom>
            <a:avLst/>
            <a:gdLst>
              <a:gd name="connsiteX0" fmla="*/ 0 w 1455420"/>
              <a:gd name="connsiteY0" fmla="*/ 0 h 976547"/>
              <a:gd name="connsiteX1" fmla="*/ 1455420 w 1455420"/>
              <a:gd name="connsiteY1" fmla="*/ 0 h 976547"/>
              <a:gd name="connsiteX2" fmla="*/ 1455420 w 1455420"/>
              <a:gd name="connsiteY2" fmla="*/ 138392 h 976547"/>
              <a:gd name="connsiteX3" fmla="*/ 0 w 1455420"/>
              <a:gd name="connsiteY3" fmla="*/ 976547 h 976547"/>
              <a:gd name="connsiteX4" fmla="*/ 0 w 1455420"/>
              <a:gd name="connsiteY4" fmla="*/ 0 h 97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5420" h="976547">
                <a:moveTo>
                  <a:pt x="0" y="0"/>
                </a:moveTo>
                <a:lnTo>
                  <a:pt x="1455420" y="0"/>
                </a:lnTo>
                <a:lnTo>
                  <a:pt x="1455420" y="138392"/>
                </a:lnTo>
                <a:lnTo>
                  <a:pt x="0" y="97654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254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rgbClr val="F95A23">
              <a:shade val="50000"/>
            </a:srgbClr>
          </a:lnRef>
          <a:fillRef idx="1">
            <a:srgbClr val="F95A23"/>
          </a:fillRef>
          <a:effectRef idx="0">
            <a:srgbClr val="F95A23"/>
          </a:effectRef>
          <a:fontRef idx="minor">
            <a:sysClr val="window" lastClr="FFFFFF"/>
          </a:fontRef>
        </p:style>
        <p:txBody>
          <a:bodyPr lIns="144000" bIns="360000" rtlCol="0" anchor="ctr">
            <a:normAutofit/>
          </a:bodyPr>
          <a:p>
            <a:r>
              <a:rPr lang="zh-CN" altLang="en-US" dirty="0">
                <a:solidFill>
                  <a:sysClr val="window" lastClr="FFFFFF"/>
                </a:solidFill>
                <a:sym typeface="Arial" panose="020B0604020202020204" pitchFamily="34" charset="0"/>
              </a:rPr>
              <a:t>流程监控</a:t>
            </a:r>
            <a:endParaRPr lang="zh-CN" altLang="en-US" dirty="0">
              <a:solidFill>
                <a:sysClr val="window" lastClr="FFFFFF"/>
              </a:solidFill>
              <a:sym typeface="Arial" panose="020B0604020202020204" pitchFamily="34" charset="0"/>
            </a:endParaRPr>
          </a:p>
        </p:txBody>
      </p:sp>
      <p:sp>
        <p:nvSpPr>
          <p:cNvPr id="5" name="任意多边形 4"/>
          <p:cNvSpPr/>
          <p:nvPr>
            <p:custDataLst>
              <p:tags r:id="rId14"/>
            </p:custDataLst>
          </p:nvPr>
        </p:nvSpPr>
        <p:spPr>
          <a:xfrm>
            <a:off x="9610562" y="1842211"/>
            <a:ext cx="1737795" cy="4026568"/>
          </a:xfrm>
          <a:custGeom>
            <a:avLst/>
            <a:gdLst>
              <a:gd name="connsiteX0" fmla="*/ 1455420 w 1455420"/>
              <a:gd name="connsiteY0" fmla="*/ 0 h 3372290"/>
              <a:gd name="connsiteX1" fmla="*/ 1455420 w 1455420"/>
              <a:gd name="connsiteY1" fmla="*/ 755194 h 3372290"/>
              <a:gd name="connsiteX2" fmla="*/ 1455420 w 1455420"/>
              <a:gd name="connsiteY2" fmla="*/ 2617096 h 3372290"/>
              <a:gd name="connsiteX3" fmla="*/ 1455420 w 1455420"/>
              <a:gd name="connsiteY3" fmla="*/ 3372290 h 3372290"/>
              <a:gd name="connsiteX4" fmla="*/ 0 w 1455420"/>
              <a:gd name="connsiteY4" fmla="*/ 3372290 h 3372290"/>
              <a:gd name="connsiteX5" fmla="*/ 0 w 1455420"/>
              <a:gd name="connsiteY5" fmla="*/ 2617096 h 3372290"/>
              <a:gd name="connsiteX6" fmla="*/ 0 w 1455420"/>
              <a:gd name="connsiteY6" fmla="*/ 1593349 h 3372290"/>
              <a:gd name="connsiteX7" fmla="*/ 0 w 1455420"/>
              <a:gd name="connsiteY7" fmla="*/ 838155 h 3372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55420" h="3372290">
                <a:moveTo>
                  <a:pt x="1455420" y="0"/>
                </a:moveTo>
                <a:lnTo>
                  <a:pt x="1455420" y="755194"/>
                </a:lnTo>
                <a:lnTo>
                  <a:pt x="1455420" y="2617096"/>
                </a:lnTo>
                <a:lnTo>
                  <a:pt x="1455420" y="3372290"/>
                </a:lnTo>
                <a:lnTo>
                  <a:pt x="0" y="3372290"/>
                </a:lnTo>
                <a:lnTo>
                  <a:pt x="0" y="2617096"/>
                </a:lnTo>
                <a:lnTo>
                  <a:pt x="0" y="1593349"/>
                </a:lnTo>
                <a:lnTo>
                  <a:pt x="0" y="838155"/>
                </a:lnTo>
                <a:close/>
              </a:path>
            </a:pathLst>
          </a:custGeom>
          <a:solidFill>
            <a:sysClr val="window" lastClr="FFFFFF"/>
          </a:solidFill>
          <a:ln w="254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rgbClr val="F95A23">
              <a:shade val="50000"/>
            </a:srgbClr>
          </a:lnRef>
          <a:fillRef idx="1">
            <a:srgbClr val="F95A23"/>
          </a:fillRef>
          <a:effectRef idx="0">
            <a:srgbClr val="F95A23"/>
          </a:effectRef>
          <a:fontRef idx="minor">
            <a:sysClr val="window" lastClr="FFFFFF"/>
          </a:fontRef>
        </p:style>
        <p:txBody>
          <a:bodyPr tIns="720000" rtlCol="0" anchor="ctr">
            <a:normAutofit/>
          </a:bodyPr>
          <a:p>
            <a:pPr marL="285750" indent="-285750" algn="ctr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rPr>
              <a:t>流程概况</a:t>
            </a:r>
            <a:endParaRPr lang="zh-CN" altLang="en-US" dirty="0">
              <a:solidFill>
                <a:sysClr val="windowText" lastClr="000000"/>
              </a:solidFill>
              <a:sym typeface="Arial" panose="020B0604020202020204" pitchFamily="34" charset="0"/>
            </a:endParaRPr>
          </a:p>
          <a:p>
            <a:pPr marL="285750" indent="-285750" algn="ctr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rPr>
              <a:t>流程分析</a:t>
            </a:r>
            <a:endParaRPr lang="zh-CN" altLang="en-US" dirty="0">
              <a:solidFill>
                <a:sysClr val="windowText" lastClr="000000"/>
              </a:solidFill>
              <a:sym typeface="Arial" panose="020B0604020202020204" pitchFamily="34" charset="0"/>
            </a:endParaRPr>
          </a:p>
          <a:p>
            <a:pPr marL="285750" indent="-285750" algn="ctr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rPr>
              <a:t>节点分析</a:t>
            </a:r>
            <a:endParaRPr lang="zh-CN" altLang="en-US" dirty="0">
              <a:solidFill>
                <a:sysClr val="windowText" lastClr="000000"/>
              </a:solidFill>
              <a:sym typeface="Arial" panose="020B0604020202020204" pitchFamily="34" charset="0"/>
            </a:endParaRPr>
          </a:p>
          <a:p>
            <a:pPr marL="285750" indent="-285750" algn="ctr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rPr>
              <a:t>人员分析</a:t>
            </a:r>
            <a:endParaRPr lang="zh-CN" altLang="en-US" dirty="0">
              <a:solidFill>
                <a:sysClr val="windowText" lastClr="000000"/>
              </a:solidFill>
              <a:sym typeface="Arial" panose="020B0604020202020204" pitchFamily="34" charset="0"/>
            </a:endParaRPr>
          </a:p>
          <a:p>
            <a:pPr marL="285750" indent="-285750" algn="ctr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dirty="0">
                <a:solidFill>
                  <a:sysClr val="windowText" lastClr="000000"/>
                </a:solidFill>
                <a:sym typeface="Arial" panose="020B0604020202020204" pitchFamily="34" charset="0"/>
              </a:rPr>
              <a:t>流程查询</a:t>
            </a:r>
            <a:endParaRPr lang="zh-CN" altLang="en-US" dirty="0">
              <a:solidFill>
                <a:sysClr val="windowText" lastClr="000000"/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>
            <p:custDataLst>
              <p:tags r:id="rId1"/>
            </p:custDataLst>
          </p:nvPr>
        </p:nvSpPr>
        <p:spPr>
          <a:xfrm>
            <a:off x="6819900" y="0"/>
            <a:ext cx="3848100" cy="6858000"/>
          </a:xfrm>
          <a:custGeom>
            <a:avLst/>
            <a:gdLst>
              <a:gd name="connsiteX0" fmla="*/ 0 w 3848100"/>
              <a:gd name="connsiteY0" fmla="*/ 0 h 6858000"/>
              <a:gd name="connsiteX1" fmla="*/ 3848100 w 3848100"/>
              <a:gd name="connsiteY1" fmla="*/ 0 h 6858000"/>
              <a:gd name="connsiteX2" fmla="*/ 3848100 w 3848100"/>
              <a:gd name="connsiteY2" fmla="*/ 6858000 h 6858000"/>
              <a:gd name="connsiteX3" fmla="*/ 0 w 3848100"/>
              <a:gd name="connsiteY3" fmla="*/ 6858000 h 6858000"/>
              <a:gd name="connsiteX4" fmla="*/ 2387600 w 3848100"/>
              <a:gd name="connsiteY4" fmla="*/ 3429000 h 6858000"/>
              <a:gd name="connsiteX5" fmla="*/ 0 w 38481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48100" h="6858000">
                <a:moveTo>
                  <a:pt x="0" y="0"/>
                </a:moveTo>
                <a:lnTo>
                  <a:pt x="3848100" y="0"/>
                </a:lnTo>
                <a:lnTo>
                  <a:pt x="3848100" y="6858000"/>
                </a:lnTo>
                <a:lnTo>
                  <a:pt x="0" y="6858000"/>
                </a:lnTo>
                <a:cubicBezTo>
                  <a:pt x="1318635" y="6858000"/>
                  <a:pt x="2387600" y="5322784"/>
                  <a:pt x="2387600" y="3429000"/>
                </a:cubicBezTo>
                <a:cubicBezTo>
                  <a:pt x="2387600" y="1535216"/>
                  <a:pt x="1318635" y="0"/>
                  <a:pt x="0" y="0"/>
                </a:cubicBezTo>
                <a:close/>
              </a:path>
            </a:pathLst>
          </a:cu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2"/>
            </p:custDataLst>
          </p:nvPr>
        </p:nvSpPr>
        <p:spPr>
          <a:xfrm>
            <a:off x="6819900" y="0"/>
            <a:ext cx="2387600" cy="6858000"/>
          </a:xfrm>
          <a:custGeom>
            <a:avLst/>
            <a:gdLst>
              <a:gd name="connsiteX0" fmla="*/ 0 w 4775200"/>
              <a:gd name="connsiteY0" fmla="*/ 3429000 h 6858000"/>
              <a:gd name="connsiteX1" fmla="*/ 2387600 w 4775200"/>
              <a:gd name="connsiteY1" fmla="*/ 0 h 6858000"/>
              <a:gd name="connsiteX2" fmla="*/ 4775200 w 4775200"/>
              <a:gd name="connsiteY2" fmla="*/ 3429000 h 6858000"/>
              <a:gd name="connsiteX3" fmla="*/ 2387600 w 4775200"/>
              <a:gd name="connsiteY3" fmla="*/ 6858000 h 6858000"/>
              <a:gd name="connsiteX4" fmla="*/ 0 w 4775200"/>
              <a:gd name="connsiteY4" fmla="*/ 3429000 h 6858000"/>
              <a:gd name="connsiteX0-1" fmla="*/ 0 w 4775200"/>
              <a:gd name="connsiteY0-2" fmla="*/ 3429000 h 6858000"/>
              <a:gd name="connsiteX1-3" fmla="*/ 2387600 w 4775200"/>
              <a:gd name="connsiteY1-4" fmla="*/ 0 h 6858000"/>
              <a:gd name="connsiteX2-5" fmla="*/ 4775200 w 4775200"/>
              <a:gd name="connsiteY2-6" fmla="*/ 3429000 h 6858000"/>
              <a:gd name="connsiteX3-7" fmla="*/ 2387600 w 4775200"/>
              <a:gd name="connsiteY3-8" fmla="*/ 6858000 h 6858000"/>
              <a:gd name="connsiteX4-9" fmla="*/ 91440 w 4775200"/>
              <a:gd name="connsiteY4-10" fmla="*/ 3520440 h 6858000"/>
              <a:gd name="connsiteX0-11" fmla="*/ 0 w 4775200"/>
              <a:gd name="connsiteY0-12" fmla="*/ 3429000 h 6858000"/>
              <a:gd name="connsiteX1-13" fmla="*/ 2387600 w 4775200"/>
              <a:gd name="connsiteY1-14" fmla="*/ 0 h 6858000"/>
              <a:gd name="connsiteX2-15" fmla="*/ 4775200 w 4775200"/>
              <a:gd name="connsiteY2-16" fmla="*/ 3429000 h 6858000"/>
              <a:gd name="connsiteX3-17" fmla="*/ 2387600 w 4775200"/>
              <a:gd name="connsiteY3-18" fmla="*/ 6858000 h 6858000"/>
              <a:gd name="connsiteX0-19" fmla="*/ 0 w 2387600"/>
              <a:gd name="connsiteY0-20" fmla="*/ 0 h 6858000"/>
              <a:gd name="connsiteX1-21" fmla="*/ 2387600 w 2387600"/>
              <a:gd name="connsiteY1-22" fmla="*/ 3429000 h 6858000"/>
              <a:gd name="connsiteX2-23" fmla="*/ 0 w 2387600"/>
              <a:gd name="connsiteY2-24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387600" h="6858000">
                <a:moveTo>
                  <a:pt x="0" y="0"/>
                </a:moveTo>
                <a:cubicBezTo>
                  <a:pt x="1318635" y="0"/>
                  <a:pt x="2387600" y="1535216"/>
                  <a:pt x="2387600" y="3429000"/>
                </a:cubicBezTo>
                <a:cubicBezTo>
                  <a:pt x="2387600" y="5322784"/>
                  <a:pt x="1318635" y="6858000"/>
                  <a:pt x="0" y="6858000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53000">
                  <a:schemeClr val="accent1">
                    <a:lumMod val="60000"/>
                    <a:lumOff val="40000"/>
                    <a:alpha val="5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椭圆 2"/>
          <p:cNvSpPr/>
          <p:nvPr>
            <p:custDataLst>
              <p:tags r:id="rId3"/>
            </p:custDataLst>
          </p:nvPr>
        </p:nvSpPr>
        <p:spPr>
          <a:xfrm>
            <a:off x="6648450" y="0"/>
            <a:ext cx="2387600" cy="6858000"/>
          </a:xfrm>
          <a:custGeom>
            <a:avLst/>
            <a:gdLst>
              <a:gd name="connsiteX0" fmla="*/ 0 w 4775200"/>
              <a:gd name="connsiteY0" fmla="*/ 3429000 h 6858000"/>
              <a:gd name="connsiteX1" fmla="*/ 2387600 w 4775200"/>
              <a:gd name="connsiteY1" fmla="*/ 0 h 6858000"/>
              <a:gd name="connsiteX2" fmla="*/ 4775200 w 4775200"/>
              <a:gd name="connsiteY2" fmla="*/ 3429000 h 6858000"/>
              <a:gd name="connsiteX3" fmla="*/ 2387600 w 4775200"/>
              <a:gd name="connsiteY3" fmla="*/ 6858000 h 6858000"/>
              <a:gd name="connsiteX4" fmla="*/ 0 w 4775200"/>
              <a:gd name="connsiteY4" fmla="*/ 3429000 h 6858000"/>
              <a:gd name="connsiteX0-1" fmla="*/ 0 w 4775200"/>
              <a:gd name="connsiteY0-2" fmla="*/ 3429000 h 6858000"/>
              <a:gd name="connsiteX1-3" fmla="*/ 2387600 w 4775200"/>
              <a:gd name="connsiteY1-4" fmla="*/ 0 h 6858000"/>
              <a:gd name="connsiteX2-5" fmla="*/ 4775200 w 4775200"/>
              <a:gd name="connsiteY2-6" fmla="*/ 3429000 h 6858000"/>
              <a:gd name="connsiteX3-7" fmla="*/ 2387600 w 4775200"/>
              <a:gd name="connsiteY3-8" fmla="*/ 6858000 h 6858000"/>
              <a:gd name="connsiteX4-9" fmla="*/ 91440 w 4775200"/>
              <a:gd name="connsiteY4-10" fmla="*/ 3520440 h 6858000"/>
              <a:gd name="connsiteX0-11" fmla="*/ 0 w 4775200"/>
              <a:gd name="connsiteY0-12" fmla="*/ 3429000 h 6858000"/>
              <a:gd name="connsiteX1-13" fmla="*/ 2387600 w 4775200"/>
              <a:gd name="connsiteY1-14" fmla="*/ 0 h 6858000"/>
              <a:gd name="connsiteX2-15" fmla="*/ 4775200 w 4775200"/>
              <a:gd name="connsiteY2-16" fmla="*/ 3429000 h 6858000"/>
              <a:gd name="connsiteX3-17" fmla="*/ 2387600 w 4775200"/>
              <a:gd name="connsiteY3-18" fmla="*/ 6858000 h 6858000"/>
              <a:gd name="connsiteX0-19" fmla="*/ 0 w 2387600"/>
              <a:gd name="connsiteY0-20" fmla="*/ 0 h 6858000"/>
              <a:gd name="connsiteX1-21" fmla="*/ 2387600 w 2387600"/>
              <a:gd name="connsiteY1-22" fmla="*/ 3429000 h 6858000"/>
              <a:gd name="connsiteX2-23" fmla="*/ 0 w 2387600"/>
              <a:gd name="connsiteY2-24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387600" h="6858000">
                <a:moveTo>
                  <a:pt x="0" y="0"/>
                </a:moveTo>
                <a:cubicBezTo>
                  <a:pt x="1318635" y="0"/>
                  <a:pt x="2387600" y="1535216"/>
                  <a:pt x="2387600" y="3429000"/>
                </a:cubicBezTo>
                <a:cubicBezTo>
                  <a:pt x="2387600" y="5322784"/>
                  <a:pt x="1318635" y="6858000"/>
                  <a:pt x="0" y="6858000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53000">
                  <a:schemeClr val="accent1">
                    <a:lumMod val="60000"/>
                    <a:lumOff val="40000"/>
                    <a:alpha val="5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194050" y="2598739"/>
            <a:ext cx="5670550" cy="815975"/>
          </a:xfrm>
          <a:prstGeom prst="rect">
            <a:avLst/>
          </a:prstGeom>
          <a:noFill/>
        </p:spPr>
        <p:txBody>
          <a:bodyPr anchor="ctr">
            <a:norm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季度规划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4737100" y="3340100"/>
            <a:ext cx="40068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3365500" y="3352800"/>
            <a:ext cx="5499100" cy="477838"/>
          </a:xfrm>
          <a:prstGeom prst="rect">
            <a:avLst/>
          </a:prstGeom>
          <a:noFill/>
        </p:spPr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500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季度规划</a:t>
            </a:r>
            <a:endParaRPr lang="zh-CN" altLang="en-US" sz="2500" dirty="0">
              <a:solidFill>
                <a:schemeClr val="accent1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" name="任意多边形 16"/>
          <p:cNvSpPr/>
          <p:nvPr>
            <p:custDataLst>
              <p:tags r:id="rId7"/>
            </p:custDataLst>
          </p:nvPr>
        </p:nvSpPr>
        <p:spPr>
          <a:xfrm>
            <a:off x="2313761" y="2598739"/>
            <a:ext cx="1042987" cy="1047750"/>
          </a:xfrm>
          <a:custGeom>
            <a:avLst/>
            <a:gdLst>
              <a:gd name="connsiteX0" fmla="*/ 619655 w 1042987"/>
              <a:gd name="connsiteY0" fmla="*/ 539750 h 1047750"/>
              <a:gd name="connsiteX1" fmla="*/ 958319 w 1042987"/>
              <a:gd name="connsiteY1" fmla="*/ 539750 h 1047750"/>
              <a:gd name="connsiteX2" fmla="*/ 1042987 w 1042987"/>
              <a:gd name="connsiteY2" fmla="*/ 624418 h 1047750"/>
              <a:gd name="connsiteX3" fmla="*/ 1042987 w 1042987"/>
              <a:gd name="connsiteY3" fmla="*/ 963082 h 1047750"/>
              <a:gd name="connsiteX4" fmla="*/ 958319 w 1042987"/>
              <a:gd name="connsiteY4" fmla="*/ 1047750 h 1047750"/>
              <a:gd name="connsiteX5" fmla="*/ 619655 w 1042987"/>
              <a:gd name="connsiteY5" fmla="*/ 1047750 h 1047750"/>
              <a:gd name="connsiteX6" fmla="*/ 534987 w 1042987"/>
              <a:gd name="connsiteY6" fmla="*/ 963082 h 1047750"/>
              <a:gd name="connsiteX7" fmla="*/ 534987 w 1042987"/>
              <a:gd name="connsiteY7" fmla="*/ 624418 h 1047750"/>
              <a:gd name="connsiteX8" fmla="*/ 619655 w 1042987"/>
              <a:gd name="connsiteY8" fmla="*/ 539750 h 1047750"/>
              <a:gd name="connsiteX9" fmla="*/ 84668 w 1042987"/>
              <a:gd name="connsiteY9" fmla="*/ 539750 h 1047750"/>
              <a:gd name="connsiteX10" fmla="*/ 423332 w 1042987"/>
              <a:gd name="connsiteY10" fmla="*/ 539750 h 1047750"/>
              <a:gd name="connsiteX11" fmla="*/ 508000 w 1042987"/>
              <a:gd name="connsiteY11" fmla="*/ 624418 h 1047750"/>
              <a:gd name="connsiteX12" fmla="*/ 508000 w 1042987"/>
              <a:gd name="connsiteY12" fmla="*/ 963082 h 1047750"/>
              <a:gd name="connsiteX13" fmla="*/ 423332 w 1042987"/>
              <a:gd name="connsiteY13" fmla="*/ 1047750 h 1047750"/>
              <a:gd name="connsiteX14" fmla="*/ 84668 w 1042987"/>
              <a:gd name="connsiteY14" fmla="*/ 1047750 h 1047750"/>
              <a:gd name="connsiteX15" fmla="*/ 0 w 1042987"/>
              <a:gd name="connsiteY15" fmla="*/ 963082 h 1047750"/>
              <a:gd name="connsiteX16" fmla="*/ 0 w 1042987"/>
              <a:gd name="connsiteY16" fmla="*/ 624418 h 1047750"/>
              <a:gd name="connsiteX17" fmla="*/ 84668 w 1042987"/>
              <a:gd name="connsiteY17" fmla="*/ 539750 h 1047750"/>
              <a:gd name="connsiteX18" fmla="*/ 619655 w 1042987"/>
              <a:gd name="connsiteY18" fmla="*/ 0 h 1047750"/>
              <a:gd name="connsiteX19" fmla="*/ 958319 w 1042987"/>
              <a:gd name="connsiteY19" fmla="*/ 0 h 1047750"/>
              <a:gd name="connsiteX20" fmla="*/ 1042987 w 1042987"/>
              <a:gd name="connsiteY20" fmla="*/ 84668 h 1047750"/>
              <a:gd name="connsiteX21" fmla="*/ 1042987 w 1042987"/>
              <a:gd name="connsiteY21" fmla="*/ 423332 h 1047750"/>
              <a:gd name="connsiteX22" fmla="*/ 958319 w 1042987"/>
              <a:gd name="connsiteY22" fmla="*/ 508000 h 1047750"/>
              <a:gd name="connsiteX23" fmla="*/ 619655 w 1042987"/>
              <a:gd name="connsiteY23" fmla="*/ 508000 h 1047750"/>
              <a:gd name="connsiteX24" fmla="*/ 534987 w 1042987"/>
              <a:gd name="connsiteY24" fmla="*/ 423332 h 1047750"/>
              <a:gd name="connsiteX25" fmla="*/ 534987 w 1042987"/>
              <a:gd name="connsiteY25" fmla="*/ 84668 h 1047750"/>
              <a:gd name="connsiteX26" fmla="*/ 619655 w 1042987"/>
              <a:gd name="connsiteY26" fmla="*/ 0 h 1047750"/>
              <a:gd name="connsiteX27" fmla="*/ 84668 w 1042987"/>
              <a:gd name="connsiteY27" fmla="*/ 0 h 1047750"/>
              <a:gd name="connsiteX28" fmla="*/ 423332 w 1042987"/>
              <a:gd name="connsiteY28" fmla="*/ 0 h 1047750"/>
              <a:gd name="connsiteX29" fmla="*/ 508000 w 1042987"/>
              <a:gd name="connsiteY29" fmla="*/ 84668 h 1047750"/>
              <a:gd name="connsiteX30" fmla="*/ 508000 w 1042987"/>
              <a:gd name="connsiteY30" fmla="*/ 423332 h 1047750"/>
              <a:gd name="connsiteX31" fmla="*/ 423332 w 1042987"/>
              <a:gd name="connsiteY31" fmla="*/ 508000 h 1047750"/>
              <a:gd name="connsiteX32" fmla="*/ 84668 w 1042987"/>
              <a:gd name="connsiteY32" fmla="*/ 508000 h 1047750"/>
              <a:gd name="connsiteX33" fmla="*/ 0 w 1042987"/>
              <a:gd name="connsiteY33" fmla="*/ 423332 h 1047750"/>
              <a:gd name="connsiteX34" fmla="*/ 0 w 1042987"/>
              <a:gd name="connsiteY34" fmla="*/ 84668 h 1047750"/>
              <a:gd name="connsiteX35" fmla="*/ 84668 w 1042987"/>
              <a:gd name="connsiteY35" fmla="*/ 0 h 104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42987" h="1047750">
                <a:moveTo>
                  <a:pt x="619655" y="539750"/>
                </a:moveTo>
                <a:lnTo>
                  <a:pt x="958319" y="539750"/>
                </a:lnTo>
                <a:cubicBezTo>
                  <a:pt x="1005080" y="539750"/>
                  <a:pt x="1042987" y="577657"/>
                  <a:pt x="1042987" y="624418"/>
                </a:cubicBezTo>
                <a:lnTo>
                  <a:pt x="1042987" y="963082"/>
                </a:lnTo>
                <a:cubicBezTo>
                  <a:pt x="1042987" y="1009843"/>
                  <a:pt x="1005080" y="1047750"/>
                  <a:pt x="958319" y="1047750"/>
                </a:cubicBezTo>
                <a:lnTo>
                  <a:pt x="619655" y="1047750"/>
                </a:lnTo>
                <a:cubicBezTo>
                  <a:pt x="572894" y="1047750"/>
                  <a:pt x="534987" y="1009843"/>
                  <a:pt x="534987" y="963082"/>
                </a:cubicBezTo>
                <a:lnTo>
                  <a:pt x="534987" y="624418"/>
                </a:lnTo>
                <a:cubicBezTo>
                  <a:pt x="534987" y="577657"/>
                  <a:pt x="572894" y="539750"/>
                  <a:pt x="619655" y="539750"/>
                </a:cubicBezTo>
                <a:close/>
                <a:moveTo>
                  <a:pt x="84668" y="539750"/>
                </a:moveTo>
                <a:lnTo>
                  <a:pt x="423332" y="539750"/>
                </a:lnTo>
                <a:cubicBezTo>
                  <a:pt x="470093" y="539750"/>
                  <a:pt x="508000" y="577657"/>
                  <a:pt x="508000" y="624418"/>
                </a:cubicBezTo>
                <a:lnTo>
                  <a:pt x="508000" y="963082"/>
                </a:lnTo>
                <a:cubicBezTo>
                  <a:pt x="508000" y="1009843"/>
                  <a:pt x="470093" y="1047750"/>
                  <a:pt x="423332" y="1047750"/>
                </a:cubicBezTo>
                <a:lnTo>
                  <a:pt x="84668" y="1047750"/>
                </a:lnTo>
                <a:cubicBezTo>
                  <a:pt x="37907" y="1047750"/>
                  <a:pt x="0" y="1009843"/>
                  <a:pt x="0" y="963082"/>
                </a:cubicBezTo>
                <a:lnTo>
                  <a:pt x="0" y="624418"/>
                </a:lnTo>
                <a:cubicBezTo>
                  <a:pt x="0" y="577657"/>
                  <a:pt x="37907" y="539750"/>
                  <a:pt x="84668" y="539750"/>
                </a:cubicBezTo>
                <a:close/>
                <a:moveTo>
                  <a:pt x="619655" y="0"/>
                </a:moveTo>
                <a:lnTo>
                  <a:pt x="958319" y="0"/>
                </a:lnTo>
                <a:cubicBezTo>
                  <a:pt x="1005080" y="0"/>
                  <a:pt x="1042987" y="37907"/>
                  <a:pt x="1042987" y="84668"/>
                </a:cubicBezTo>
                <a:lnTo>
                  <a:pt x="1042987" y="423332"/>
                </a:lnTo>
                <a:cubicBezTo>
                  <a:pt x="1042987" y="470093"/>
                  <a:pt x="1005080" y="508000"/>
                  <a:pt x="958319" y="508000"/>
                </a:cubicBezTo>
                <a:lnTo>
                  <a:pt x="619655" y="508000"/>
                </a:lnTo>
                <a:cubicBezTo>
                  <a:pt x="572894" y="508000"/>
                  <a:pt x="534987" y="470093"/>
                  <a:pt x="534987" y="423332"/>
                </a:cubicBezTo>
                <a:lnTo>
                  <a:pt x="534987" y="84668"/>
                </a:lnTo>
                <a:cubicBezTo>
                  <a:pt x="534987" y="37907"/>
                  <a:pt x="572894" y="0"/>
                  <a:pt x="619655" y="0"/>
                </a:cubicBezTo>
                <a:close/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07"/>
                  <a:pt x="37907" y="0"/>
                  <a:pt x="84668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04</a:t>
            </a:r>
            <a:endParaRPr lang="zh-CN" altLang="en-US" sz="54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zh-CN" altLang="en-US"/>
              <a:t>季度规划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606425" y="1142365"/>
          <a:ext cx="11093450" cy="5081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110"/>
                <a:gridCol w="3887470"/>
                <a:gridCol w="6325870"/>
              </a:tblGrid>
              <a:tr h="3886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季度</a:t>
                      </a:r>
                      <a:endParaRPr lang="zh-CN" altLang="en-US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一级功能</a:t>
                      </a:r>
                      <a:endParaRPr lang="zh-CN" altLang="en-US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4D4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二级功能</a:t>
                      </a:r>
                      <a:endParaRPr lang="zh-CN" altLang="en-US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7A4A"/>
                    </a:solidFill>
                  </a:tcPr>
                </a:tc>
              </a:tr>
              <a:tr h="372745">
                <a:tc rowSpan="2">
                  <a:txBody>
                    <a:bodyPr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Q1</a:t>
                      </a:r>
                      <a:endParaRPr lang="en-US" altLang="zh-CN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zh-CN" altLang="en-US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移动端审批</a:t>
                      </a:r>
                      <a:endParaRPr lang="zh-CN" altLang="en-US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待办、已办、待阅、已阅</a:t>
                      </a:r>
                      <a:endParaRPr lang="zh-CN" altLang="en-US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0840">
                <a:tc vMerge="1">
                  <a:tcPr>
                    <a:lnL>
                      <a:noFill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 vMerge="1"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会签审批、并行审批、退回申请人、退回上一节点</a:t>
                      </a:r>
                      <a:endParaRPr lang="zh-CN" altLang="en-US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>
                      <a:noFill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 rowSpan="5">
                  <a:txBody>
                    <a:bodyPr/>
                    <a:p>
                      <a:pPr algn="ctr" fontAlgn="auto">
                        <a:lnSpc>
                          <a:spcPct val="500000"/>
                        </a:lnSpc>
                        <a:buNone/>
                      </a:pPr>
                      <a:r>
                        <a:rPr lang="en-US" altLang="zh-CN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Q2</a:t>
                      </a:r>
                      <a:endParaRPr lang="en-US" altLang="zh-CN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springboot升级、springcloud升级</a:t>
                      </a:r>
                      <a:endParaRPr lang="zh-CN" altLang="en-US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1.6升级为2.X，向下兼容</a:t>
                      </a:r>
                      <a:endParaRPr lang="zh-CN" altLang="en-US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>
                      <a:noFill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 vMerge="1">
                  <a:tcPr>
                    <a:lnL>
                      <a:noFill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</a:tcPr>
                </a:tc>
                <a:tc vMerge="1"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spc="15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指派：集成sql规则进行选人</a:t>
                      </a:r>
                      <a:endParaRPr lang="zh-CN" altLang="en-US" sz="1800" spc="15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>
                      <a:noFill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cPr>
                    <a:lnL>
                      <a:noFill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</a:tcPr>
                </a:tc>
                <a:tc rowSpan="3">
                  <a:txBody>
                    <a:bodyPr/>
                    <a:p>
                      <a:pPr algn="l">
                        <a:lnSpc>
                          <a:spcPct val="300000"/>
                        </a:lnSpc>
                        <a:buNone/>
                      </a:pPr>
                      <a:r>
                        <a:rPr lang="zh-CN" altLang="en-US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流程设计器</a:t>
                      </a:r>
                      <a:endParaRPr lang="zh-CN" altLang="en-US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>
                      <a:noFill/>
                    </a:lnR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640080">
                <a:tc vMerge="1">
                  <a:tcPr>
                    <a:lnL>
                      <a:noFill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</a:tcPr>
                </a:tc>
                <a:tc vMerge="1"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spc="15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连接线：流向判断增加四则混合运算，提供分组规则设置</a:t>
                      </a:r>
                      <a:endParaRPr lang="zh-CN" altLang="en-US" sz="1800" spc="15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>
                      <a:noFill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 vMerge="1">
                  <a:tcPr>
                    <a:lnL>
                      <a:noFill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 vMerge="1"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spc="15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规则任务：任务可以设置自定义规则，方便业务判断</a:t>
                      </a:r>
                      <a:endParaRPr lang="zh-CN" altLang="en-US" sz="1800" spc="15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>
                      <a:noFill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 rowSpan="3">
                  <a:txBody>
                    <a:bodyPr/>
                    <a:p>
                      <a:pPr algn="ctr">
                        <a:lnSpc>
                          <a:spcPct val="300000"/>
                        </a:lnSpc>
                        <a:buNone/>
                      </a:pPr>
                      <a:r>
                        <a:rPr lang="en-US" altLang="zh-CN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Q3</a:t>
                      </a:r>
                      <a:endParaRPr lang="en-US" altLang="zh-CN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>
                        <a:lnSpc>
                          <a:spcPct val="250000"/>
                        </a:lnSpc>
                        <a:buNone/>
                      </a:pPr>
                      <a:r>
                        <a:rPr lang="zh-CN" altLang="en-US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流程引擎</a:t>
                      </a:r>
                      <a:endParaRPr lang="zh-CN" altLang="en-US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spc="15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支持并行网关存在挂起的退回</a:t>
                      </a:r>
                      <a:endParaRPr lang="zh-CN" altLang="en-US" sz="1800" spc="15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>
                      <a:noFill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370">
                <a:tc vMerge="1">
                  <a:tcPr>
                    <a:lnL>
                      <a:noFill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</a:tcPr>
                </a:tc>
                <a:tc vMerge="1"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lvl="0" algn="l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spc="15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修复节点后加签后退回时审批人错误问题</a:t>
                      </a:r>
                      <a:endParaRPr lang="zh-CN" altLang="en-US" sz="1800" spc="15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>
                      <a:noFill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cPr>
                    <a:lnL>
                      <a:noFill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 vMerge="1"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spc="15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基于主流协议的任务推送、消息推送</a:t>
                      </a:r>
                      <a:endParaRPr lang="zh-CN" altLang="en-US" sz="1800" spc="15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>
                      <a:noFill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 rowSpan="2">
                  <a:txBody>
                    <a:bodyPr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Q4</a:t>
                      </a:r>
                      <a:endParaRPr lang="en-US" altLang="zh-CN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19050">
                      <a:solidFill>
                        <a:srgbClr val="59595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优化流程设计器</a:t>
                      </a:r>
                      <a:endParaRPr lang="zh-CN" altLang="en-US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spc="15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节点：屏蔽没有使用的节点选项</a:t>
                      </a:r>
                      <a:endParaRPr lang="zh-CN" altLang="en-US" sz="1800" spc="15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>
                      <a:noFill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370">
                <a:tc vMerge="1">
                  <a:tcPr>
                    <a:lnL>
                      <a:noFill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B w="1905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优化流程引擎</a:t>
                      </a:r>
                      <a:endParaRPr lang="zh-CN" altLang="en-US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19050">
                      <a:solidFill>
                        <a:srgbClr val="59595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lvl="0" algn="l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spc="15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性能、代码优化</a:t>
                      </a:r>
                      <a:endParaRPr lang="zh-CN" altLang="en-US" sz="1800" spc="15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>
                    <a:lnL w="6350">
                      <a:solidFill>
                        <a:srgbClr val="D9D9D9"/>
                      </a:solidFill>
                      <a:prstDash val="solid"/>
                    </a:lnL>
                    <a:lnR>
                      <a:noFill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19050">
                      <a:solidFill>
                        <a:srgbClr val="59595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内容占位符 2"/>
          <p:cNvSpPr>
            <a:spLocks noGrp="1"/>
          </p:cNvSpPr>
          <p:nvPr>
            <p:ph sz="quarter" idx="14"/>
          </p:nvPr>
        </p:nvSpPr>
        <p:spPr>
          <a:xfrm>
            <a:off x="1676400" y="176213"/>
            <a:ext cx="8034338" cy="784225"/>
          </a:xfrm>
        </p:spPr>
        <p:txBody>
          <a:bodyPr/>
          <a:lstStyle/>
          <a:p>
            <a:r>
              <a:rPr lang="zh-CN" altLang="en-US"/>
              <a:t>季度规划</a:t>
            </a:r>
            <a:endParaRPr lang="zh-CN" altLang="en-US"/>
          </a:p>
        </p:txBody>
      </p:sp>
      <p:sp>
        <p:nvSpPr>
          <p:cNvPr id="2" name="椭圆 1"/>
          <p:cNvSpPr/>
          <p:nvPr>
            <p:custDataLst>
              <p:tags r:id="rId1"/>
            </p:custDataLst>
          </p:nvPr>
        </p:nvSpPr>
        <p:spPr>
          <a:xfrm>
            <a:off x="266123" y="-14462"/>
            <a:ext cx="6971522" cy="6971522"/>
          </a:xfrm>
          <a:prstGeom prst="ellipse">
            <a:avLst/>
          </a:prstGeom>
          <a:gradFill>
            <a:gsLst>
              <a:gs pos="0">
                <a:srgbClr val="000000">
                  <a:lumMod val="75000"/>
                  <a:lumOff val="25000"/>
                  <a:alpha val="0"/>
                </a:srgbClr>
              </a:gs>
              <a:gs pos="50000">
                <a:srgbClr val="000000">
                  <a:lumMod val="75000"/>
                  <a:lumOff val="25000"/>
                  <a:alpha val="3000"/>
                </a:srgbClr>
              </a:gs>
            </a:gsLst>
            <a:lin ang="0" scaled="1"/>
          </a:gradFill>
          <a:ln w="12700">
            <a:gradFill flip="none" rotWithShape="1">
              <a:gsLst>
                <a:gs pos="80000">
                  <a:srgbClr val="000000">
                    <a:lumMod val="75000"/>
                    <a:lumOff val="25000"/>
                    <a:alpha val="0"/>
                  </a:srgbClr>
                </a:gs>
                <a:gs pos="20000">
                  <a:srgbClr val="3498DB">
                    <a:alpha val="0"/>
                  </a:srgbClr>
                </a:gs>
                <a:gs pos="0">
                  <a:srgbClr val="3498DB"/>
                </a:gs>
                <a:gs pos="100000">
                  <a:srgbClr val="000000">
                    <a:lumMod val="75000"/>
                    <a:lumOff val="25000"/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rial" panose="020B0604020202020204" pitchFamily="34" charset="0"/>
              <a:ea typeface="微软雅黑 Light" panose="020B0502040204020203" pitchFamily="34" charset="-122"/>
              <a:cs typeface="+mn-ea"/>
            </a:endParaRPr>
          </a:p>
        </p:txBody>
      </p:sp>
      <p:sp>
        <p:nvSpPr>
          <p:cNvPr id="3" name="椭圆 2"/>
          <p:cNvSpPr/>
          <p:nvPr>
            <p:custDataLst>
              <p:tags r:id="rId2"/>
            </p:custDataLst>
          </p:nvPr>
        </p:nvSpPr>
        <p:spPr>
          <a:xfrm flipH="1">
            <a:off x="4874980" y="-113522"/>
            <a:ext cx="6971522" cy="6971522"/>
          </a:xfrm>
          <a:prstGeom prst="ellipse">
            <a:avLst/>
          </a:prstGeom>
          <a:gradFill>
            <a:gsLst>
              <a:gs pos="0">
                <a:srgbClr val="000000">
                  <a:lumMod val="75000"/>
                  <a:lumOff val="25000"/>
                  <a:alpha val="0"/>
                </a:srgbClr>
              </a:gs>
              <a:gs pos="50000">
                <a:srgbClr val="000000">
                  <a:lumMod val="75000"/>
                  <a:lumOff val="25000"/>
                  <a:alpha val="3000"/>
                </a:srgbClr>
              </a:gs>
            </a:gsLst>
            <a:lin ang="0" scaled="1"/>
          </a:gradFill>
          <a:ln w="12700">
            <a:gradFill flip="none" rotWithShape="1">
              <a:gsLst>
                <a:gs pos="75000">
                  <a:srgbClr val="000000">
                    <a:lumMod val="75000"/>
                    <a:lumOff val="25000"/>
                    <a:alpha val="0"/>
                  </a:srgbClr>
                </a:gs>
                <a:gs pos="20000">
                  <a:srgbClr val="FFC000">
                    <a:alpha val="0"/>
                  </a:srgbClr>
                </a:gs>
                <a:gs pos="0">
                  <a:srgbClr val="FFC000"/>
                </a:gs>
                <a:gs pos="100000">
                  <a:srgbClr val="000000">
                    <a:lumMod val="75000"/>
                    <a:lumOff val="25000"/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rial" panose="020B0604020202020204" pitchFamily="34" charset="0"/>
              <a:ea typeface="微软雅黑 Light" panose="020B0502040204020203" pitchFamily="34" charset="-122"/>
              <a:cs typeface="+mn-ea"/>
            </a:endParaRPr>
          </a:p>
        </p:txBody>
      </p:sp>
      <p:sp>
        <p:nvSpPr>
          <p:cNvPr id="48" name="椭圆 47"/>
          <p:cNvSpPr/>
          <p:nvPr>
            <p:custDataLst>
              <p:tags r:id="rId3"/>
            </p:custDataLst>
          </p:nvPr>
        </p:nvSpPr>
        <p:spPr>
          <a:xfrm>
            <a:off x="3416876" y="1933219"/>
            <a:ext cx="2924850" cy="2924850"/>
          </a:xfrm>
          <a:prstGeom prst="ellipse">
            <a:avLst/>
          </a:prstGeom>
          <a:gradFill flip="none" rotWithShape="1">
            <a:gsLst>
              <a:gs pos="0">
                <a:srgbClr val="3498DB">
                  <a:alpha val="35000"/>
                </a:srgbClr>
              </a:gs>
              <a:gs pos="100000">
                <a:srgbClr val="3498DB">
                  <a:alpha val="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rial" panose="020B0604020202020204" pitchFamily="34" charset="0"/>
              <a:ea typeface="微软雅黑 Light" panose="020B0502040204020203" pitchFamily="34" charset="-122"/>
              <a:cs typeface="+mn-ea"/>
            </a:endParaRPr>
          </a:p>
        </p:txBody>
      </p:sp>
      <p:sp>
        <p:nvSpPr>
          <p:cNvPr id="49" name="椭圆 48"/>
          <p:cNvSpPr/>
          <p:nvPr>
            <p:custDataLst>
              <p:tags r:id="rId4"/>
            </p:custDataLst>
          </p:nvPr>
        </p:nvSpPr>
        <p:spPr>
          <a:xfrm>
            <a:off x="5826528" y="1933219"/>
            <a:ext cx="2924850" cy="2924850"/>
          </a:xfrm>
          <a:prstGeom prst="ellipse">
            <a:avLst/>
          </a:prstGeom>
          <a:gradFill flip="none" rotWithShape="1">
            <a:gsLst>
              <a:gs pos="100000">
                <a:srgbClr val="FFC000">
                  <a:alpha val="35000"/>
                </a:srgbClr>
              </a:gs>
              <a:gs pos="0">
                <a:srgbClr val="FFC000">
                  <a:alpha val="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rial" panose="020B0604020202020204" pitchFamily="34" charset="0"/>
              <a:ea typeface="微软雅黑 Light" panose="020B0502040204020203" pitchFamily="34" charset="-122"/>
              <a:cs typeface="+mn-ea"/>
            </a:endParaRPr>
          </a:p>
        </p:txBody>
      </p:sp>
      <p:sp>
        <p:nvSpPr>
          <p:cNvPr id="23" name="椭圆 22"/>
          <p:cNvSpPr/>
          <p:nvPr>
            <p:custDataLst>
              <p:tags r:id="rId5"/>
            </p:custDataLst>
          </p:nvPr>
        </p:nvSpPr>
        <p:spPr>
          <a:xfrm>
            <a:off x="3569408" y="2073878"/>
            <a:ext cx="2643532" cy="2643532"/>
          </a:xfrm>
          <a:prstGeom prst="ellipse">
            <a:avLst/>
          </a:prstGeom>
          <a:gradFill flip="none" rotWithShape="1">
            <a:gsLst>
              <a:gs pos="0">
                <a:srgbClr val="3498DB"/>
              </a:gs>
              <a:gs pos="100000">
                <a:srgbClr val="3498DB">
                  <a:alpha val="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rial" panose="020B0604020202020204" pitchFamily="34" charset="0"/>
              <a:ea typeface="微软雅黑 Light" panose="020B0502040204020203" pitchFamily="34" charset="-122"/>
              <a:cs typeface="+mn-ea"/>
            </a:endParaRPr>
          </a:p>
        </p:txBody>
      </p:sp>
      <p:sp>
        <p:nvSpPr>
          <p:cNvPr id="24" name="椭圆 23"/>
          <p:cNvSpPr/>
          <p:nvPr>
            <p:custDataLst>
              <p:tags r:id="rId6"/>
            </p:custDataLst>
          </p:nvPr>
        </p:nvSpPr>
        <p:spPr>
          <a:xfrm>
            <a:off x="5979060" y="2073878"/>
            <a:ext cx="2643532" cy="2643532"/>
          </a:xfrm>
          <a:prstGeom prst="ellipse">
            <a:avLst/>
          </a:prstGeom>
          <a:gradFill flip="none" rotWithShape="1">
            <a:gsLst>
              <a:gs pos="100000">
                <a:srgbClr val="FFC000"/>
              </a:gs>
              <a:gs pos="0">
                <a:srgbClr val="FFC000">
                  <a:alpha val="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rial" panose="020B0604020202020204" pitchFamily="34" charset="0"/>
              <a:ea typeface="微软雅黑 Light" panose="020B0502040204020203" pitchFamily="34" charset="-122"/>
              <a:cs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7"/>
            </p:custDataLst>
          </p:nvPr>
        </p:nvSpPr>
        <p:spPr>
          <a:xfrm>
            <a:off x="3817620" y="2907030"/>
            <a:ext cx="1960880" cy="97726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algn="ctr">
              <a:lnSpc>
                <a:spcPct val="120000"/>
              </a:lnSpc>
            </a:pPr>
            <a:r>
              <a:rPr lang="zh-CN" altLang="en-US" sz="2400" b="1" spc="3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流程设计器</a:t>
            </a:r>
            <a:endParaRPr lang="zh-CN" altLang="en-US" sz="2400" b="1" spc="30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0" name="椭圆 39"/>
          <p:cNvSpPr/>
          <p:nvPr>
            <p:custDataLst>
              <p:tags r:id="rId8"/>
            </p:custDataLst>
          </p:nvPr>
        </p:nvSpPr>
        <p:spPr>
          <a:xfrm>
            <a:off x="612849" y="1553559"/>
            <a:ext cx="185194" cy="185194"/>
          </a:xfrm>
          <a:prstGeom prst="ellipse">
            <a:avLst/>
          </a:prstGeom>
          <a:gradFill>
            <a:gsLst>
              <a:gs pos="0">
                <a:srgbClr val="3498DB"/>
              </a:gs>
              <a:gs pos="100000">
                <a:srgbClr val="3498DB">
                  <a:alpha val="39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9"/>
            </p:custDataLst>
          </p:nvPr>
        </p:nvSpPr>
        <p:spPr>
          <a:xfrm>
            <a:off x="924560" y="1486535"/>
            <a:ext cx="3089275" cy="587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20000"/>
              </a:lnSpc>
            </a:pP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指派：</a:t>
            </a: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集成sql规则进行选人</a:t>
            </a:r>
            <a:endParaRPr lang="zh-CN" altLang="en-US" sz="1400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5" name="椭圆 54"/>
          <p:cNvSpPr/>
          <p:nvPr>
            <p:custDataLst>
              <p:tags r:id="rId10"/>
            </p:custDataLst>
          </p:nvPr>
        </p:nvSpPr>
        <p:spPr>
          <a:xfrm>
            <a:off x="266139" y="2650368"/>
            <a:ext cx="185194" cy="185194"/>
          </a:xfrm>
          <a:prstGeom prst="ellipse">
            <a:avLst/>
          </a:prstGeom>
          <a:gradFill>
            <a:gsLst>
              <a:gs pos="0">
                <a:srgbClr val="3498DB"/>
              </a:gs>
              <a:gs pos="100000">
                <a:srgbClr val="3498DB">
                  <a:alpha val="39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11"/>
            </p:custDataLst>
          </p:nvPr>
        </p:nvSpPr>
        <p:spPr>
          <a:xfrm>
            <a:off x="537845" y="3764915"/>
            <a:ext cx="2966085" cy="587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20000"/>
              </a:lnSpc>
            </a:pP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连接线：流向</a:t>
            </a: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判断增加四则混合运算，提供分组规则设置</a:t>
            </a:r>
            <a:endParaRPr lang="zh-CN" altLang="en-US" sz="1400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椭圆 58"/>
          <p:cNvSpPr/>
          <p:nvPr>
            <p:custDataLst>
              <p:tags r:id="rId12"/>
            </p:custDataLst>
          </p:nvPr>
        </p:nvSpPr>
        <p:spPr>
          <a:xfrm flipH="1">
            <a:off x="11224428" y="1486249"/>
            <a:ext cx="185194" cy="185194"/>
          </a:xfrm>
          <a:prstGeom prst="ellipse">
            <a:avLst/>
          </a:prstGeom>
          <a:gradFill>
            <a:gsLst>
              <a:gs pos="0">
                <a:srgbClr val="FFC000"/>
              </a:gs>
              <a:gs pos="100000">
                <a:srgbClr val="FFC000">
                  <a:alpha val="40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>
            <p:custDataLst>
              <p:tags r:id="rId13"/>
            </p:custDataLst>
          </p:nvPr>
        </p:nvSpPr>
        <p:spPr>
          <a:xfrm>
            <a:off x="8752205" y="2449195"/>
            <a:ext cx="2802255" cy="587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修复节点后加签后退回时审批人错误问题</a:t>
            </a:r>
            <a:endParaRPr lang="zh-CN" altLang="en-US" sz="1400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1" name="椭圆 60"/>
          <p:cNvSpPr/>
          <p:nvPr>
            <p:custDataLst>
              <p:tags r:id="rId14"/>
            </p:custDataLst>
          </p:nvPr>
        </p:nvSpPr>
        <p:spPr>
          <a:xfrm flipH="1">
            <a:off x="11224428" y="5150998"/>
            <a:ext cx="185194" cy="185194"/>
          </a:xfrm>
          <a:prstGeom prst="ellipse">
            <a:avLst/>
          </a:prstGeom>
          <a:gradFill>
            <a:gsLst>
              <a:gs pos="0">
                <a:srgbClr val="FFC000"/>
              </a:gs>
              <a:gs pos="100000">
                <a:srgbClr val="FFC000">
                  <a:alpha val="40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>
            <p:custDataLst>
              <p:tags r:id="rId15"/>
            </p:custDataLst>
          </p:nvPr>
        </p:nvSpPr>
        <p:spPr>
          <a:xfrm>
            <a:off x="9398635" y="5055235"/>
            <a:ext cx="1825625" cy="587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性能、代码优化</a:t>
            </a:r>
            <a:endParaRPr lang="zh-CN" altLang="en-US" sz="1400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9" name="文本框 68"/>
          <p:cNvSpPr txBox="1"/>
          <p:nvPr>
            <p:custDataLst>
              <p:tags r:id="rId16"/>
            </p:custDataLst>
          </p:nvPr>
        </p:nvSpPr>
        <p:spPr>
          <a:xfrm>
            <a:off x="6413324" y="2907093"/>
            <a:ext cx="1775005" cy="97710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algn="ctr">
              <a:lnSpc>
                <a:spcPct val="120000"/>
              </a:lnSpc>
            </a:pPr>
            <a:r>
              <a:rPr lang="zh-CN" altLang="en-US" sz="2400" b="1" spc="3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流程引擎</a:t>
            </a:r>
            <a:endParaRPr lang="zh-CN" altLang="en-US" sz="2400" b="1" spc="30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椭圆 3"/>
          <p:cNvSpPr/>
          <p:nvPr>
            <p:custDataLst>
              <p:tags r:id="rId17"/>
            </p:custDataLst>
          </p:nvPr>
        </p:nvSpPr>
        <p:spPr>
          <a:xfrm>
            <a:off x="266139" y="3966088"/>
            <a:ext cx="185194" cy="185194"/>
          </a:xfrm>
          <a:prstGeom prst="ellipse">
            <a:avLst/>
          </a:prstGeom>
          <a:gradFill>
            <a:gsLst>
              <a:gs pos="0">
                <a:srgbClr val="3498DB"/>
              </a:gs>
              <a:gs pos="100000">
                <a:srgbClr val="3498DB">
                  <a:alpha val="39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>
            <p:custDataLst>
              <p:tags r:id="rId18"/>
            </p:custDataLst>
          </p:nvPr>
        </p:nvSpPr>
        <p:spPr>
          <a:xfrm>
            <a:off x="612849" y="5150363"/>
            <a:ext cx="185194" cy="185194"/>
          </a:xfrm>
          <a:prstGeom prst="ellipse">
            <a:avLst/>
          </a:prstGeom>
          <a:gradFill>
            <a:gsLst>
              <a:gs pos="0">
                <a:srgbClr val="3498DB"/>
              </a:gs>
              <a:gs pos="100000">
                <a:srgbClr val="3498DB">
                  <a:alpha val="39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19"/>
            </p:custDataLst>
          </p:nvPr>
        </p:nvSpPr>
        <p:spPr>
          <a:xfrm>
            <a:off x="537845" y="2586355"/>
            <a:ext cx="3164205" cy="651510"/>
          </a:xfrm>
          <a:prstGeom prst="rect">
            <a:avLst/>
          </a:prstGeom>
          <a:noFill/>
        </p:spPr>
        <p:txBody>
          <a:bodyPr wrap="square" rtlCol="0" anchor="t">
            <a:normAutofit lnSpcReduction="10000"/>
          </a:bodyPr>
          <a:p>
            <a:pPr>
              <a:lnSpc>
                <a:spcPct val="120000"/>
              </a:lnSpc>
            </a:pP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节点：</a:t>
            </a: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屏蔽没有使用的节点</a:t>
            </a: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选项</a:t>
            </a:r>
            <a:endParaRPr lang="zh-CN" altLang="en-US" sz="1400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24560" y="4939665"/>
            <a:ext cx="3540125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规则</a:t>
            </a: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任务：任务可以设置自定义规则，方便业务判断</a:t>
            </a:r>
            <a:endParaRPr lang="zh-CN" altLang="en-US" sz="1400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>
            <p:custDataLst>
              <p:tags r:id="rId20"/>
            </p:custDataLst>
          </p:nvPr>
        </p:nvSpPr>
        <p:spPr>
          <a:xfrm flipH="1">
            <a:off x="11661308" y="2586069"/>
            <a:ext cx="185194" cy="185194"/>
          </a:xfrm>
          <a:prstGeom prst="ellipse">
            <a:avLst/>
          </a:prstGeom>
          <a:gradFill>
            <a:gsLst>
              <a:gs pos="0">
                <a:srgbClr val="FFC000"/>
              </a:gs>
              <a:gs pos="100000">
                <a:srgbClr val="FFC000">
                  <a:alpha val="40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21"/>
            </p:custDataLst>
          </p:nvPr>
        </p:nvSpPr>
        <p:spPr>
          <a:xfrm flipH="1">
            <a:off x="11661308" y="3965924"/>
            <a:ext cx="185194" cy="185194"/>
          </a:xfrm>
          <a:prstGeom prst="ellipse">
            <a:avLst/>
          </a:prstGeom>
          <a:gradFill>
            <a:gsLst>
              <a:gs pos="0">
                <a:srgbClr val="FFC000"/>
              </a:gs>
              <a:gs pos="100000">
                <a:srgbClr val="FFC000">
                  <a:alpha val="40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288655" y="1395095"/>
            <a:ext cx="2854960" cy="368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支持并行网关存在挂起的退回</a:t>
            </a:r>
            <a:endParaRPr lang="zh-CN" altLang="en-US" sz="1400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22"/>
            </p:custDataLst>
          </p:nvPr>
        </p:nvSpPr>
        <p:spPr>
          <a:xfrm>
            <a:off x="9004300" y="3764915"/>
            <a:ext cx="2550795" cy="587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基于主流协议的</a:t>
            </a: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任务推送、消息推送</a:t>
            </a:r>
            <a:endParaRPr lang="zh-CN" altLang="en-US" sz="1400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955131" y="1643556"/>
            <a:ext cx="6607175" cy="25542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zh-CN" sz="16600" dirty="0">
                <a:solidFill>
                  <a:srgbClr val="0070C0"/>
                </a:solidFill>
                <a:latin typeface="Impact" panose="020B0806030902050204" pitchFamily="34" charset="0"/>
                <a:ea typeface="+mn-ea"/>
              </a:rPr>
              <a:t>THANKS</a:t>
            </a:r>
            <a:endParaRPr lang="zh-CN" altLang="zh-CN" dirty="0">
              <a:solidFill>
                <a:srgbClr val="0070C0"/>
              </a:solidFill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2638" y="4005756"/>
            <a:ext cx="10952162" cy="19208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MH" val="20190313144753"/>
  <p:tag name="MH_LIBRARY" val="GRAPHIC"/>
  <p:tag name="MH_ORDER" val="Freeform 5"/>
</p:tagLst>
</file>

<file path=ppt/tags/tag2.xml><?xml version="1.0" encoding="utf-8"?>
<p:tagLst xmlns:p="http://schemas.openxmlformats.org/presentationml/2006/main">
  <p:tag name="MH" val="20190313144753"/>
  <p:tag name="MH_LIBRARY" val="GRAPHIC"/>
  <p:tag name="MH_ORDER" val="椭圆 2"/>
</p:tagLst>
</file>

<file path=ppt/tags/tag3.xml><?xml version="1.0" encoding="utf-8"?>
<p:tagLst xmlns:p="http://schemas.openxmlformats.org/presentationml/2006/main">
  <p:tag name="MH" val="20190313144753"/>
  <p:tag name="MH_LIBRARY" val="GRAPHIC"/>
  <p:tag name="MH_ORDER" val="椭圆 2"/>
</p:tagLst>
</file>

<file path=ppt/tags/tag4.xml><?xml version="1.0" encoding="utf-8"?>
<p:tagLst xmlns:p="http://schemas.openxmlformats.org/presentationml/2006/main">
  <p:tag name="MH" val="20190313144753"/>
  <p:tag name="MH_LIBRARY" val="GRAPHIC"/>
  <p:tag name="MH_ORDER" val="TextBox 7"/>
</p:tagLst>
</file>

<file path=ppt/tags/tag5.xml><?xml version="1.0" encoding="utf-8"?>
<p:tagLst xmlns:p="http://schemas.openxmlformats.org/presentationml/2006/main">
  <p:tag name="MH" val="20190313144753"/>
  <p:tag name="MH_LIBRARY" val="GRAPHIC"/>
  <p:tag name="MH_ORDER" val="Straight Connector 9"/>
</p:tagLst>
</file>

<file path=ppt/tags/tag6.xml><?xml version="1.0" encoding="utf-8"?>
<p:tagLst xmlns:p="http://schemas.openxmlformats.org/presentationml/2006/main">
  <p:tag name="MH" val="20190313144753"/>
  <p:tag name="MH_LIBRARY" val="GRAPHIC"/>
  <p:tag name="MH_ORDER" val="TextBox 11"/>
</p:tagLst>
</file>

<file path=ppt/tags/tag7.xml><?xml version="1.0" encoding="utf-8"?>
<p:tagLst xmlns:p="http://schemas.openxmlformats.org/presentationml/2006/main">
  <p:tag name="MH" val="20190313144753"/>
  <p:tag name="MH_LIBRARY" val="GRAPHIC"/>
  <p:tag name="MH_ORDER" val="Freeform 16"/>
</p:tagLst>
</file>

<file path=ppt/tags/tag8.xml><?xml version="1.0" encoding="utf-8"?>
<p:tagLst xmlns:p="http://schemas.openxmlformats.org/presentationml/2006/main">
  <p:tag name="MH" val="20190313144753"/>
  <p:tag name="MH_LIBRARY" val="GRAPHIC"/>
</p:tagLst>
</file>

<file path=ppt/tags/tag9.xml><?xml version="1.0" encoding="utf-8"?>
<p:tagLst xmlns:p="http://schemas.openxmlformats.org/presentationml/2006/main">
  <p:tag name="MH" val="20190313144753"/>
  <p:tag name="MH_LIBRARY" val="GRAPHIC"/>
  <p:tag name="MH_ORDER" val="Freeform 5"/>
</p:tagLst>
</file>

<file path=ppt/tags/tag10.xml><?xml version="1.0" encoding="utf-8"?>
<p:tagLst xmlns:p="http://schemas.openxmlformats.org/presentationml/2006/main">
  <p:tag name="MH" val="20190313144753"/>
  <p:tag name="MH_LIBRARY" val="GRAPHIC"/>
  <p:tag name="MH_ORDER" val="椭圆 2"/>
</p:tagLst>
</file>

<file path=ppt/tags/tag11.xml><?xml version="1.0" encoding="utf-8"?>
<p:tagLst xmlns:p="http://schemas.openxmlformats.org/presentationml/2006/main">
  <p:tag name="MH" val="20190313144753"/>
  <p:tag name="MH_LIBRARY" val="GRAPHIC"/>
  <p:tag name="MH_ORDER" val="椭圆 2"/>
</p:tagLst>
</file>

<file path=ppt/tags/tag12.xml><?xml version="1.0" encoding="utf-8"?>
<p:tagLst xmlns:p="http://schemas.openxmlformats.org/presentationml/2006/main">
  <p:tag name="MH" val="20190313144753"/>
  <p:tag name="MH_LIBRARY" val="GRAPHIC"/>
  <p:tag name="MH_ORDER" val="TextBox 7"/>
</p:tagLst>
</file>

<file path=ppt/tags/tag13.xml><?xml version="1.0" encoding="utf-8"?>
<p:tagLst xmlns:p="http://schemas.openxmlformats.org/presentationml/2006/main">
  <p:tag name="MH" val="20190313144753"/>
  <p:tag name="MH_LIBRARY" val="GRAPHIC"/>
  <p:tag name="MH_ORDER" val="Straight Connector 9"/>
</p:tagLst>
</file>

<file path=ppt/tags/tag14.xml><?xml version="1.0" encoding="utf-8"?>
<p:tagLst xmlns:p="http://schemas.openxmlformats.org/presentationml/2006/main">
  <p:tag name="MH" val="20190313144753"/>
  <p:tag name="MH_LIBRARY" val="GRAPHIC"/>
  <p:tag name="MH_ORDER" val="TextBox 11"/>
</p:tagLst>
</file>

<file path=ppt/tags/tag15.xml><?xml version="1.0" encoding="utf-8"?>
<p:tagLst xmlns:p="http://schemas.openxmlformats.org/presentationml/2006/main">
  <p:tag name="MH" val="20190313144753"/>
  <p:tag name="MH_LIBRARY" val="GRAPHIC"/>
  <p:tag name="MH_ORDER" val="Freeform 16"/>
</p:tagLst>
</file>

<file path=ppt/tags/tag16.xml><?xml version="1.0" encoding="utf-8"?>
<p:tagLst xmlns:p="http://schemas.openxmlformats.org/presentationml/2006/main">
  <p:tag name="MH" val="20190313144753"/>
  <p:tag name="MH_LIBRARY" val="GRAPHIC"/>
</p:tagLst>
</file>

<file path=ppt/tags/tag17.xml><?xml version="1.0" encoding="utf-8"?>
<p:tagLst xmlns:p="http://schemas.openxmlformats.org/presentationml/2006/main">
  <p:tag name="REFSHAPE" val="1156229628"/>
  <p:tag name="KSO_WM_UNIT_PLACING_PICTURE_USER_VIEWPORT" val="{&quot;height&quot;:7103,&quot;width&quot;:14751}"/>
</p:tagLst>
</file>

<file path=ppt/tags/tag18.xml><?xml version="1.0" encoding="utf-8"?>
<p:tagLst xmlns:p="http://schemas.openxmlformats.org/presentationml/2006/main">
  <p:tag name="KSO_WM_UNIT_TABLE_BEAUTIFY" val="smartTable{adcce02f-e48c-4ee6-aa8c-dfc64b0e92e4}"/>
  <p:tag name="TABLE_EMPHASIZE_COLOR" val="14850714"/>
  <p:tag name="TABLE_SKINIDX" val="3"/>
  <p:tag name="TABLE_COLORIDX" val="h"/>
</p:tagLst>
</file>

<file path=ppt/tags/tag19.xml><?xml version="1.0" encoding="utf-8"?>
<p:tagLst xmlns:p="http://schemas.openxmlformats.org/presentationml/2006/main">
  <p:tag name="MH" val="20190313144753"/>
  <p:tag name="MH_LIBRARY" val="GRAPHIC"/>
  <p:tag name="MH_ORDER" val="Freeform 5"/>
</p:tagLst>
</file>

<file path=ppt/tags/tag20.xml><?xml version="1.0" encoding="utf-8"?>
<p:tagLst xmlns:p="http://schemas.openxmlformats.org/presentationml/2006/main">
  <p:tag name="MH" val="20190313144753"/>
  <p:tag name="MH_LIBRARY" val="GRAPHIC"/>
  <p:tag name="MH_ORDER" val="椭圆 2"/>
</p:tagLst>
</file>

<file path=ppt/tags/tag21.xml><?xml version="1.0" encoding="utf-8"?>
<p:tagLst xmlns:p="http://schemas.openxmlformats.org/presentationml/2006/main">
  <p:tag name="MH" val="20190313144753"/>
  <p:tag name="MH_LIBRARY" val="GRAPHIC"/>
  <p:tag name="MH_ORDER" val="椭圆 2"/>
</p:tagLst>
</file>

<file path=ppt/tags/tag22.xml><?xml version="1.0" encoding="utf-8"?>
<p:tagLst xmlns:p="http://schemas.openxmlformats.org/presentationml/2006/main">
  <p:tag name="MH" val="20190313144753"/>
  <p:tag name="MH_LIBRARY" val="GRAPHIC"/>
  <p:tag name="MH_ORDER" val="TextBox 7"/>
</p:tagLst>
</file>

<file path=ppt/tags/tag23.xml><?xml version="1.0" encoding="utf-8"?>
<p:tagLst xmlns:p="http://schemas.openxmlformats.org/presentationml/2006/main">
  <p:tag name="MH" val="20190313144753"/>
  <p:tag name="MH_LIBRARY" val="GRAPHIC"/>
  <p:tag name="MH_ORDER" val="Straight Connector 9"/>
</p:tagLst>
</file>

<file path=ppt/tags/tag24.xml><?xml version="1.0" encoding="utf-8"?>
<p:tagLst xmlns:p="http://schemas.openxmlformats.org/presentationml/2006/main">
  <p:tag name="MH" val="20190313144753"/>
  <p:tag name="MH_LIBRARY" val="GRAPHIC"/>
  <p:tag name="MH_ORDER" val="TextBox 11"/>
</p:tagLst>
</file>

<file path=ppt/tags/tag25.xml><?xml version="1.0" encoding="utf-8"?>
<p:tagLst xmlns:p="http://schemas.openxmlformats.org/presentationml/2006/main">
  <p:tag name="MH" val="20190313144753"/>
  <p:tag name="MH_LIBRARY" val="GRAPHIC"/>
  <p:tag name="MH_ORDER" val="Freeform 16"/>
</p:tagLst>
</file>

<file path=ppt/tags/tag26.xml><?xml version="1.0" encoding="utf-8"?>
<p:tagLst xmlns:p="http://schemas.openxmlformats.org/presentationml/2006/main">
  <p:tag name="MH" val="20190313144753"/>
  <p:tag name="MH_LIBRARY" val="GRAPHIC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383_4*i*0"/>
  <p:tag name="KSO_WM_TEMPLATE_CATEGORY" val="diagram"/>
  <p:tag name="KSO_WM_TEMPLATE_INDEX" val="160383"/>
  <p:tag name="KSO_WM_UNIT_INDEX" val="0"/>
</p:tagLst>
</file>

<file path=ppt/tags/tag28.xml><?xml version="1.0" encoding="utf-8"?>
<p:tagLst xmlns:p="http://schemas.openxmlformats.org/presentationml/2006/main">
  <p:tag name="KSO_WM_TEMPLATE_CATEGORY" val="diagram"/>
  <p:tag name="KSO_WM_TEMPLATE_INDEX" val="160383"/>
  <p:tag name="KSO_WM_UNIT_TYPE" val="l_i"/>
  <p:tag name="KSO_WM_UNIT_INDEX" val="1_1"/>
  <p:tag name="KSO_WM_UNIT_ID" val="257*l_i*1_1"/>
  <p:tag name="KSO_WM_UNIT_CLEAR" val="1"/>
  <p:tag name="KSO_WM_UNIT_LAYERLEVEL" val="1_1"/>
  <p:tag name="KSO_WM_BEAUTIFY_FLAG" val="#wm#"/>
  <p:tag name="KSO_WM_TAG_VERSION" val="1.0"/>
  <p:tag name="KSO_WM_DIAGRAM_GROUP_CODE" val="l1-1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14"/>
  <p:tag name="KSO_WM_UNIT_TEXT_FILL_TYPE" val="1"/>
</p:tagLst>
</file>

<file path=ppt/tags/tag29.xml><?xml version="1.0" encoding="utf-8"?>
<p:tagLst xmlns:p="http://schemas.openxmlformats.org/presentationml/2006/main">
  <p:tag name="KSO_WM_TEMPLATE_CATEGORY" val="diagram"/>
  <p:tag name="KSO_WM_TEMPLATE_INDEX" val="160383"/>
  <p:tag name="KSO_WM_UNIT_TYPE" val="l_h_f"/>
  <p:tag name="KSO_WM_UNIT_INDEX" val="1_1_1"/>
  <p:tag name="KSO_WM_UNIT_ID" val="257*l_h_f*1_1_1"/>
  <p:tag name="KSO_WM_UNIT_CLEAR" val="1"/>
  <p:tag name="KSO_WM_UNIT_LAYERLEVEL" val="1_1_1"/>
  <p:tag name="KSO_WM_UNIT_VALUE" val="40"/>
  <p:tag name="KSO_WM_UNIT_HIGHLIGHT" val="0"/>
  <p:tag name="KSO_WM_UNIT_COMPATIBLE" val="0"/>
  <p:tag name="KSO_WM_BEAUTIFY_FLAG" val="#wm#"/>
  <p:tag name="KSO_WM_UNIT_PRESET_TEXT_INDEX" val="4"/>
  <p:tag name="KSO_WM_UNIT_PRESET_TEXT_LEN" val="83"/>
  <p:tag name="KSO_WM_TAG_VERSION" val="1.0"/>
  <p:tag name="KSO_WM_DIAGRAM_GROUP_CODE" val="l1-1"/>
  <p:tag name="KSO_WM_UNIT_FILL_FORE_SCHEMECOLOR_INDEX" val="14"/>
  <p:tag name="KSO_WM_UNIT_FILL_TYPE" val="1"/>
  <p:tag name="KSO_WM_UNIT_LINE_FORE_SCHEMECOLOR_INDEX" val="5"/>
  <p:tag name="KSO_WM_UNIT_LINE_FILL_TYPE" val="2"/>
  <p:tag name="KSO_WM_UNIT_TEXT_FILL_FORE_SCHEMECOLOR_INDEX" val="13"/>
  <p:tag name="KSO_WM_UNIT_TEXT_FILL_TYPE" val="1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383_4*i*5"/>
  <p:tag name="KSO_WM_TEMPLATE_CATEGORY" val="diagram"/>
  <p:tag name="KSO_WM_TEMPLATE_INDEX" val="160383"/>
  <p:tag name="KSO_WM_UNIT_INDEX" val="5"/>
</p:tagLst>
</file>

<file path=ppt/tags/tag31.xml><?xml version="1.0" encoding="utf-8"?>
<p:tagLst xmlns:p="http://schemas.openxmlformats.org/presentationml/2006/main">
  <p:tag name="KSO_WM_TEMPLATE_CATEGORY" val="diagram"/>
  <p:tag name="KSO_WM_TEMPLATE_INDEX" val="160383"/>
  <p:tag name="KSO_WM_UNIT_TYPE" val="l_i"/>
  <p:tag name="KSO_WM_UNIT_INDEX" val="1_2"/>
  <p:tag name="KSO_WM_UNIT_ID" val="257*l_i*1_2"/>
  <p:tag name="KSO_WM_UNIT_CLEAR" val="1"/>
  <p:tag name="KSO_WM_UNIT_LAYERLEVEL" val="1_1"/>
  <p:tag name="KSO_WM_BEAUTIFY_FLAG" val="#wm#"/>
  <p:tag name="KSO_WM_TAG_VERSION" val="1.0"/>
  <p:tag name="KSO_WM_DIAGRAM_GROUP_CODE" val="l1-1"/>
  <p:tag name="KSO_WM_UNIT_FILL_FORE_SCHEMECOLOR_INDEX" val="6"/>
  <p:tag name="KSO_WM_UNIT_FILL_TYPE" val="1"/>
  <p:tag name="KSO_WM_UNIT_LINE_FORE_SCHEMECOLOR_INDEX" val="6"/>
  <p:tag name="KSO_WM_UNIT_LINE_FILL_TYPE" val="2"/>
  <p:tag name="KSO_WM_UNIT_TEXT_FILL_FORE_SCHEMECOLOR_INDEX" val="14"/>
  <p:tag name="KSO_WM_UNIT_TEXT_FILL_TYPE" val="1"/>
</p:tagLst>
</file>

<file path=ppt/tags/tag32.xml><?xml version="1.0" encoding="utf-8"?>
<p:tagLst xmlns:p="http://schemas.openxmlformats.org/presentationml/2006/main">
  <p:tag name="KSO_WM_TEMPLATE_CATEGORY" val="diagram"/>
  <p:tag name="KSO_WM_TEMPLATE_INDEX" val="160383"/>
  <p:tag name="KSO_WM_UNIT_TYPE" val="l_h_f"/>
  <p:tag name="KSO_WM_UNIT_INDEX" val="1_2_1"/>
  <p:tag name="KSO_WM_UNIT_ID" val="257*l_h_f*1_2_1"/>
  <p:tag name="KSO_WM_UNIT_CLEAR" val="1"/>
  <p:tag name="KSO_WM_UNIT_LAYERLEVEL" val="1_1_1"/>
  <p:tag name="KSO_WM_UNIT_VALUE" val="40"/>
  <p:tag name="KSO_WM_UNIT_HIGHLIGHT" val="0"/>
  <p:tag name="KSO_WM_UNIT_COMPATIBLE" val="0"/>
  <p:tag name="KSO_WM_BEAUTIFY_FLAG" val="#wm#"/>
  <p:tag name="KSO_WM_UNIT_PRESET_TEXT_INDEX" val="4"/>
  <p:tag name="KSO_WM_UNIT_PRESET_TEXT_LEN" val="83"/>
  <p:tag name="KSO_WM_TAG_VERSION" val="1.0"/>
  <p:tag name="KSO_WM_DIAGRAM_GROUP_CODE" val="l1-1"/>
  <p:tag name="KSO_WM_UNIT_FILL_FORE_SCHEMECOLOR_INDEX" val="14"/>
  <p:tag name="KSO_WM_UNIT_FILL_TYPE" val="1"/>
  <p:tag name="KSO_WM_UNIT_LINE_FORE_SCHEMECOLOR_INDEX" val="6"/>
  <p:tag name="KSO_WM_UNIT_LINE_FILL_TYPE" val="2"/>
  <p:tag name="KSO_WM_UNIT_TEXT_FILL_FORE_SCHEMECOLOR_INDEX" val="13"/>
  <p:tag name="KSO_WM_UNIT_TEXT_FILL_TYPE" val="1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383_4*i*10"/>
  <p:tag name="KSO_WM_TEMPLATE_CATEGORY" val="diagram"/>
  <p:tag name="KSO_WM_TEMPLATE_INDEX" val="160383"/>
  <p:tag name="KSO_WM_UNIT_INDEX" val="10"/>
</p:tagLst>
</file>

<file path=ppt/tags/tag34.xml><?xml version="1.0" encoding="utf-8"?>
<p:tagLst xmlns:p="http://schemas.openxmlformats.org/presentationml/2006/main">
  <p:tag name="KSO_WM_TEMPLATE_CATEGORY" val="diagram"/>
  <p:tag name="KSO_WM_TEMPLATE_INDEX" val="160383"/>
  <p:tag name="KSO_WM_UNIT_TYPE" val="l_i"/>
  <p:tag name="KSO_WM_UNIT_INDEX" val="1_3"/>
  <p:tag name="KSO_WM_UNIT_ID" val="257*l_i*1_3"/>
  <p:tag name="KSO_WM_UNIT_CLEAR" val="1"/>
  <p:tag name="KSO_WM_UNIT_LAYERLEVEL" val="1_1"/>
  <p:tag name="KSO_WM_BEAUTIFY_FLAG" val="#wm#"/>
  <p:tag name="KSO_WM_TAG_VERSION" val="1.0"/>
  <p:tag name="KSO_WM_DIAGRAM_GROUP_CODE" val="l1-1"/>
  <p:tag name="KSO_WM_UNIT_FILL_FORE_SCHEMECOLOR_INDEX" val="7"/>
  <p:tag name="KSO_WM_UNIT_FILL_TYPE" val="1"/>
  <p:tag name="KSO_WM_UNIT_LINE_FORE_SCHEMECOLOR_INDEX" val="7"/>
  <p:tag name="KSO_WM_UNIT_LINE_FILL_TYPE" val="2"/>
  <p:tag name="KSO_WM_UNIT_TEXT_FILL_FORE_SCHEMECOLOR_INDEX" val="14"/>
  <p:tag name="KSO_WM_UNIT_TEXT_FILL_TYPE" val="1"/>
</p:tagLst>
</file>

<file path=ppt/tags/tag35.xml><?xml version="1.0" encoding="utf-8"?>
<p:tagLst xmlns:p="http://schemas.openxmlformats.org/presentationml/2006/main">
  <p:tag name="KSO_WM_TEMPLATE_CATEGORY" val="diagram"/>
  <p:tag name="KSO_WM_TEMPLATE_INDEX" val="160383"/>
  <p:tag name="KSO_WM_UNIT_TYPE" val="l_h_f"/>
  <p:tag name="KSO_WM_UNIT_INDEX" val="1_3_1"/>
  <p:tag name="KSO_WM_UNIT_ID" val="257*l_h_f*1_3_1"/>
  <p:tag name="KSO_WM_UNIT_CLEAR" val="1"/>
  <p:tag name="KSO_WM_UNIT_LAYERLEVEL" val="1_1_1"/>
  <p:tag name="KSO_WM_UNIT_VALUE" val="40"/>
  <p:tag name="KSO_WM_UNIT_HIGHLIGHT" val="0"/>
  <p:tag name="KSO_WM_UNIT_COMPATIBLE" val="0"/>
  <p:tag name="KSO_WM_BEAUTIFY_FLAG" val="#wm#"/>
  <p:tag name="KSO_WM_UNIT_PRESET_TEXT_INDEX" val="4"/>
  <p:tag name="KSO_WM_UNIT_PRESET_TEXT_LEN" val="83"/>
  <p:tag name="KSO_WM_TAG_VERSION" val="1.0"/>
  <p:tag name="KSO_WM_DIAGRAM_GROUP_CODE" val="l1-1"/>
  <p:tag name="KSO_WM_UNIT_FILL_FORE_SCHEMECOLOR_INDEX" val="14"/>
  <p:tag name="KSO_WM_UNIT_FILL_TYPE" val="1"/>
  <p:tag name="KSO_WM_UNIT_LINE_FORE_SCHEMECOLOR_INDEX" val="7"/>
  <p:tag name="KSO_WM_UNIT_LINE_FILL_TYPE" val="2"/>
  <p:tag name="KSO_WM_UNIT_TEXT_FILL_FORE_SCHEMECOLOR_INDEX" val="13"/>
  <p:tag name="KSO_WM_UNIT_TEXT_FILL_TYPE" val="1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383_4*i*15"/>
  <p:tag name="KSO_WM_TEMPLATE_CATEGORY" val="diagram"/>
  <p:tag name="KSO_WM_TEMPLATE_INDEX" val="160383"/>
  <p:tag name="KSO_WM_UNIT_INDEX" val="15"/>
</p:tagLst>
</file>

<file path=ppt/tags/tag37.xml><?xml version="1.0" encoding="utf-8"?>
<p:tagLst xmlns:p="http://schemas.openxmlformats.org/presentationml/2006/main">
  <p:tag name="KSO_WM_TEMPLATE_CATEGORY" val="diagram"/>
  <p:tag name="KSO_WM_TEMPLATE_INDEX" val="160383"/>
  <p:tag name="KSO_WM_UNIT_TYPE" val="l_i"/>
  <p:tag name="KSO_WM_UNIT_INDEX" val="1_4"/>
  <p:tag name="KSO_WM_UNIT_ID" val="257*l_i*1_4"/>
  <p:tag name="KSO_WM_UNIT_CLEAR" val="1"/>
  <p:tag name="KSO_WM_UNIT_LAYERLEVEL" val="1_1"/>
  <p:tag name="KSO_WM_BEAUTIFY_FLAG" val="#wm#"/>
  <p:tag name="KSO_WM_TAG_VERSION" val="1.0"/>
  <p:tag name="KSO_WM_DIAGRAM_GROUP_CODE" val="l1-1"/>
  <p:tag name="KSO_WM_UNIT_FILL_FORE_SCHEMECOLOR_INDEX" val="8"/>
  <p:tag name="KSO_WM_UNIT_FILL_TYPE" val="1"/>
  <p:tag name="KSO_WM_UNIT_LINE_FORE_SCHEMECOLOR_INDEX" val="8"/>
  <p:tag name="KSO_WM_UNIT_LINE_FILL_TYPE" val="2"/>
  <p:tag name="KSO_WM_UNIT_TEXT_FILL_FORE_SCHEMECOLOR_INDEX" val="14"/>
  <p:tag name="KSO_WM_UNIT_TEXT_FILL_TYPE" val="1"/>
</p:tagLst>
</file>

<file path=ppt/tags/tag38.xml><?xml version="1.0" encoding="utf-8"?>
<p:tagLst xmlns:p="http://schemas.openxmlformats.org/presentationml/2006/main">
  <p:tag name="KSO_WM_TEMPLATE_CATEGORY" val="diagram"/>
  <p:tag name="KSO_WM_TEMPLATE_INDEX" val="160383"/>
  <p:tag name="KSO_WM_UNIT_TYPE" val="l_h_f"/>
  <p:tag name="KSO_WM_UNIT_INDEX" val="1_4_1"/>
  <p:tag name="KSO_WM_UNIT_ID" val="257*l_h_f*1_4_1"/>
  <p:tag name="KSO_WM_UNIT_CLEAR" val="1"/>
  <p:tag name="KSO_WM_UNIT_LAYERLEVEL" val="1_1_1"/>
  <p:tag name="KSO_WM_UNIT_VALUE" val="40"/>
  <p:tag name="KSO_WM_UNIT_HIGHLIGHT" val="0"/>
  <p:tag name="KSO_WM_UNIT_COMPATIBLE" val="0"/>
  <p:tag name="KSO_WM_BEAUTIFY_FLAG" val="#wm#"/>
  <p:tag name="KSO_WM_UNIT_PRESET_TEXT_INDEX" val="4"/>
  <p:tag name="KSO_WM_UNIT_PRESET_TEXT_LEN" val="83"/>
  <p:tag name="KSO_WM_TAG_VERSION" val="1.0"/>
  <p:tag name="KSO_WM_DIAGRAM_GROUP_CODE" val="l1-1"/>
  <p:tag name="KSO_WM_UNIT_FILL_FORE_SCHEMECOLOR_INDEX" val="14"/>
  <p:tag name="KSO_WM_UNIT_FILL_TYPE" val="1"/>
  <p:tag name="KSO_WM_UNIT_LINE_FORE_SCHEMECOLOR_INDEX" val="8"/>
  <p:tag name="KSO_WM_UNIT_LINE_FILL_TYPE" val="2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TEMPLATE_CATEGORY" val="diagram"/>
  <p:tag name="KSO_WM_TEMPLATE_INDEX" val="160383"/>
  <p:tag name="KSO_WM_UNIT_TYPE" val="l_i"/>
  <p:tag name="KSO_WM_UNIT_INDEX" val="1_4"/>
  <p:tag name="KSO_WM_UNIT_ID" val="257*l_i*1_4"/>
  <p:tag name="KSO_WM_UNIT_CLEAR" val="1"/>
  <p:tag name="KSO_WM_UNIT_LAYERLEVEL" val="1_1"/>
  <p:tag name="KSO_WM_BEAUTIFY_FLAG" val="#wm#"/>
  <p:tag name="KSO_WM_TAG_VERSION" val="1.0"/>
  <p:tag name="KSO_WM_DIAGRAM_GROUP_CODE" val="l1-1"/>
  <p:tag name="KSO_WM_UNIT_FILL_FORE_SCHEMECOLOR_INDEX" val="8"/>
  <p:tag name="KSO_WM_UNIT_FILL_TYPE" val="1"/>
  <p:tag name="KSO_WM_UNIT_LINE_FORE_SCHEMECOLOR_INDEX" val="8"/>
  <p:tag name="KSO_WM_UNIT_LINE_FILL_TYPE" val="2"/>
  <p:tag name="KSO_WM_UNIT_TEXT_FILL_FORE_SCHEMECOLOR_INDEX" val="14"/>
  <p:tag name="KSO_WM_UNIT_TEXT_FILL_TYPE" val="1"/>
</p:tagLst>
</file>

<file path=ppt/tags/tag40.xml><?xml version="1.0" encoding="utf-8"?>
<p:tagLst xmlns:p="http://schemas.openxmlformats.org/presentationml/2006/main">
  <p:tag name="KSO_WM_TEMPLATE_CATEGORY" val="diagram"/>
  <p:tag name="KSO_WM_TEMPLATE_INDEX" val="160383"/>
  <p:tag name="KSO_WM_UNIT_TYPE" val="l_h_f"/>
  <p:tag name="KSO_WM_UNIT_INDEX" val="1_4_1"/>
  <p:tag name="KSO_WM_UNIT_ID" val="257*l_h_f*1_4_1"/>
  <p:tag name="KSO_WM_UNIT_CLEAR" val="1"/>
  <p:tag name="KSO_WM_UNIT_LAYERLEVEL" val="1_1_1"/>
  <p:tag name="KSO_WM_UNIT_VALUE" val="40"/>
  <p:tag name="KSO_WM_UNIT_HIGHLIGHT" val="0"/>
  <p:tag name="KSO_WM_UNIT_COMPATIBLE" val="0"/>
  <p:tag name="KSO_WM_BEAUTIFY_FLAG" val="#wm#"/>
  <p:tag name="KSO_WM_UNIT_PRESET_TEXT_INDEX" val="4"/>
  <p:tag name="KSO_WM_UNIT_PRESET_TEXT_LEN" val="83"/>
  <p:tag name="KSO_WM_TAG_VERSION" val="1.0"/>
  <p:tag name="KSO_WM_DIAGRAM_GROUP_CODE" val="l1-1"/>
  <p:tag name="KSO_WM_UNIT_FILL_FORE_SCHEMECOLOR_INDEX" val="14"/>
  <p:tag name="KSO_WM_UNIT_FILL_TYPE" val="1"/>
  <p:tag name="KSO_WM_UNIT_LINE_FORE_SCHEMECOLOR_INDEX" val="8"/>
  <p:tag name="KSO_WM_UNIT_LINE_FILL_TYPE" val="2"/>
  <p:tag name="KSO_WM_UNIT_TEXT_FILL_FORE_SCHEMECOLOR_INDEX" val="13"/>
  <p:tag name="KSO_WM_UNIT_TEXT_FILL_TYPE" val="1"/>
</p:tagLst>
</file>

<file path=ppt/tags/tag41.xml><?xml version="1.0" encoding="utf-8"?>
<p:tagLst xmlns:p="http://schemas.openxmlformats.org/presentationml/2006/main">
  <p:tag name="MH" val="20190313144753"/>
  <p:tag name="MH_LIBRARY" val="GRAPHIC"/>
  <p:tag name="MH_ORDER" val="Freeform 5"/>
</p:tagLst>
</file>

<file path=ppt/tags/tag42.xml><?xml version="1.0" encoding="utf-8"?>
<p:tagLst xmlns:p="http://schemas.openxmlformats.org/presentationml/2006/main">
  <p:tag name="MH" val="20190313144753"/>
  <p:tag name="MH_LIBRARY" val="GRAPHIC"/>
  <p:tag name="MH_ORDER" val="椭圆 2"/>
</p:tagLst>
</file>

<file path=ppt/tags/tag43.xml><?xml version="1.0" encoding="utf-8"?>
<p:tagLst xmlns:p="http://schemas.openxmlformats.org/presentationml/2006/main">
  <p:tag name="MH" val="20190313144753"/>
  <p:tag name="MH_LIBRARY" val="GRAPHIC"/>
  <p:tag name="MH_ORDER" val="椭圆 2"/>
</p:tagLst>
</file>

<file path=ppt/tags/tag44.xml><?xml version="1.0" encoding="utf-8"?>
<p:tagLst xmlns:p="http://schemas.openxmlformats.org/presentationml/2006/main">
  <p:tag name="MH" val="20190313144753"/>
  <p:tag name="MH_LIBRARY" val="GRAPHIC"/>
  <p:tag name="MH_ORDER" val="TextBox 7"/>
</p:tagLst>
</file>

<file path=ppt/tags/tag45.xml><?xml version="1.0" encoding="utf-8"?>
<p:tagLst xmlns:p="http://schemas.openxmlformats.org/presentationml/2006/main">
  <p:tag name="MH" val="20190313144753"/>
  <p:tag name="MH_LIBRARY" val="GRAPHIC"/>
  <p:tag name="MH_ORDER" val="Straight Connector 9"/>
</p:tagLst>
</file>

<file path=ppt/tags/tag46.xml><?xml version="1.0" encoding="utf-8"?>
<p:tagLst xmlns:p="http://schemas.openxmlformats.org/presentationml/2006/main">
  <p:tag name="MH" val="20190313144753"/>
  <p:tag name="MH_LIBRARY" val="GRAPHIC"/>
  <p:tag name="MH_ORDER" val="TextBox 11"/>
</p:tagLst>
</file>

<file path=ppt/tags/tag47.xml><?xml version="1.0" encoding="utf-8"?>
<p:tagLst xmlns:p="http://schemas.openxmlformats.org/presentationml/2006/main">
  <p:tag name="MH" val="20190313144753"/>
  <p:tag name="MH_LIBRARY" val="GRAPHIC"/>
  <p:tag name="MH_ORDER" val="Freeform 16"/>
</p:tagLst>
</file>

<file path=ppt/tags/tag48.xml><?xml version="1.0" encoding="utf-8"?>
<p:tagLst xmlns:p="http://schemas.openxmlformats.org/presentationml/2006/main">
  <p:tag name="MH" val="20190313144753"/>
  <p:tag name="MH_LIBRARY" val="GRAPHIC"/>
</p:tagLst>
</file>

<file path=ppt/tags/tag49.xml><?xml version="1.0" encoding="utf-8"?>
<p:tagLst xmlns:p="http://schemas.openxmlformats.org/presentationml/2006/main">
  <p:tag name="KSO_WM_UNIT_TABLE_BEAUTIFY" val="smartTable{f35ea367-1a63-44e4-8ce3-cc5ce8e31e75}"/>
  <p:tag name="TABLE_EMPHASIZE_COLOR" val="14896461"/>
  <p:tag name="TABLE_SKINIDX" val="3"/>
  <p:tag name="TABLE_COLORIDX" val="c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i"/>
  <p:tag name="KSO_WM_UNIT_INDEX" val="1_1"/>
  <p:tag name="KSO_WM_UNIT_ID" val="diagram20203482_2*r_i*1_1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13"/>
  <p:tag name="KSO_WM_UNIT_FILL_TYPE" val="1"/>
  <p:tag name="KSO_WM_UNIT_LINE_FORE_SCHEMECOLOR_INDEX" val="13"/>
  <p:tag name="KSO_WM_UNIT_LINE_FILL_TYPE" val="2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i"/>
  <p:tag name="KSO_WM_UNIT_INDEX" val="1_2"/>
  <p:tag name="KSO_WM_UNIT_ID" val="diagram20203482_2*r_i*1_2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13"/>
  <p:tag name="KSO_WM_UNIT_FILL_TYPE" val="1"/>
  <p:tag name="KSO_WM_UNIT_LINE_FORE_SCHEMECOLOR_INDEX" val="13"/>
  <p:tag name="KSO_WM_UNIT_LINE_FILL_TYPE" val="2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i"/>
  <p:tag name="KSO_WM_UNIT_INDEX" val="1_3"/>
  <p:tag name="KSO_WM_UNIT_ID" val="diagram20203482_2*r_i*1_3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6"/>
  <p:tag name="KSO_WM_UNIT_FILL_TYPE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i"/>
  <p:tag name="KSO_WM_UNIT_INDEX" val="1_4"/>
  <p:tag name="KSO_WM_UNIT_ID" val="diagram20203482_2*r_i*1_4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10"/>
  <p:tag name="KSO_WM_UNIT_FILL_TYPE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i"/>
  <p:tag name="KSO_WM_UNIT_INDEX" val="1_5"/>
  <p:tag name="KSO_WM_UNIT_ID" val="diagram20203482_2*r_i*1_5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6"/>
  <p:tag name="KSO_WM_UNIT_FILL_TYPE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i"/>
  <p:tag name="KSO_WM_UNIT_INDEX" val="1_6"/>
  <p:tag name="KSO_WM_UNIT_ID" val="diagram20203482_2*r_i*1_6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10"/>
  <p:tag name="KSO_WM_UNIT_FILL_TYPE" val="1"/>
</p:tagLst>
</file>

<file path=ppt/tags/tag56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t"/>
  <p:tag name="KSO_WM_UNIT_INDEX" val="1_1"/>
  <p:tag name="KSO_WM_UNIT_ID" val="diagram20203482_2*r_t*1_1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PRESET_TEXT" val="添加标题"/>
  <p:tag name="KSO_WM_UNIT_TEXT_FILL_FORE_SCHEMECOLOR_INDEX" val="14"/>
  <p:tag name="KSO_WM_UNIT_TEXT_FILL_TYPE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i"/>
  <p:tag name="KSO_WM_UNIT_INDEX" val="1_7"/>
  <p:tag name="KSO_WM_UNIT_ID" val="diagram20203482_2*r_i*1_7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58.xml><?xml version="1.0" encoding="utf-8"?>
<p:tagLst xmlns:p="http://schemas.openxmlformats.org/presentationml/2006/main"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v"/>
  <p:tag name="KSO_WM_UNIT_INDEX" val="1_1"/>
  <p:tag name="KSO_WM_UNIT_ID" val="diagram20203482_2*r_v*1_1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PRESET_TEXT" val="单击此处添加正文具体内容"/>
  <p:tag name="KSO_WM_UNIT_TEXT_FILL_FORE_SCHEMECOLOR_INDEX" val="13"/>
  <p:tag name="KSO_WM_UNIT_TEXT_FILL_TYPE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i"/>
  <p:tag name="KSO_WM_UNIT_INDEX" val="1_8"/>
  <p:tag name="KSO_WM_UNIT_ID" val="diagram20203482_2*r_i*1_8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60.xml><?xml version="1.0" encoding="utf-8"?>
<p:tagLst xmlns:p="http://schemas.openxmlformats.org/presentationml/2006/main"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v"/>
  <p:tag name="KSO_WM_UNIT_INDEX" val="1_3"/>
  <p:tag name="KSO_WM_UNIT_ID" val="diagram20203482_2*r_v*1_3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PRESET_TEXT" val="单击此处添加正文具体内容"/>
  <p:tag name="KSO_WM_UNIT_TEXT_FILL_FORE_SCHEMECOLOR_INDEX" val="13"/>
  <p:tag name="KSO_WM_UNIT_TEXT_FILL_TYPE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i"/>
  <p:tag name="KSO_WM_UNIT_INDEX" val="1_9"/>
  <p:tag name="KSO_WM_UNIT_ID" val="diagram20203482_2*r_i*1_9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10"/>
  <p:tag name="KSO_WM_UNIT_FILL_TYPE" val="1"/>
  <p:tag name="KSO_WM_UNIT_TEXT_FILL_FORE_SCHEMECOLOR_INDEX" val="2"/>
  <p:tag name="KSO_WM_UNIT_TEXT_FILL_TYPE" val="1"/>
</p:tagLst>
</file>

<file path=ppt/tags/tag62.xml><?xml version="1.0" encoding="utf-8"?>
<p:tagLst xmlns:p="http://schemas.openxmlformats.org/presentationml/2006/main"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v"/>
  <p:tag name="KSO_WM_UNIT_INDEX" val="1_2"/>
  <p:tag name="KSO_WM_UNIT_ID" val="diagram20203482_2*r_v*1_2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PRESET_TEXT" val="单击此处添加正文具体内容"/>
  <p:tag name="KSO_WM_UNIT_TEXT_FILL_FORE_SCHEMECOLOR_INDEX" val="13"/>
  <p:tag name="KSO_WM_UNIT_TEXT_FILL_TYPE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i"/>
  <p:tag name="KSO_WM_UNIT_INDEX" val="1_10"/>
  <p:tag name="KSO_WM_UNIT_ID" val="diagram20203482_2*r_i*1_10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10"/>
  <p:tag name="KSO_WM_UNIT_FILL_TYPE" val="1"/>
  <p:tag name="KSO_WM_UNIT_TEXT_FILL_FORE_SCHEMECOLOR_INDEX" val="2"/>
  <p:tag name="KSO_WM_UNIT_TEXT_FILL_TYPE" val="1"/>
</p:tagLst>
</file>

<file path=ppt/tags/tag64.xml><?xml version="1.0" encoding="utf-8"?>
<p:tagLst xmlns:p="http://schemas.openxmlformats.org/presentationml/2006/main"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v"/>
  <p:tag name="KSO_WM_UNIT_INDEX" val="1_4"/>
  <p:tag name="KSO_WM_UNIT_ID" val="diagram20203482_2*r_v*1_4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PRESET_TEXT" val="单击此处添加正文具体内容"/>
  <p:tag name="KSO_WM_UNIT_TEXT_FILL_FORE_SCHEMECOLOR_INDEX" val="13"/>
  <p:tag name="KSO_WM_UNIT_TEXT_FILL_TYPE" val="1"/>
</p:tagLst>
</file>

<file path=ppt/tags/tag6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t"/>
  <p:tag name="KSO_WM_UNIT_INDEX" val="1_2"/>
  <p:tag name="KSO_WM_UNIT_ID" val="diagram20203482_2*r_t*1_2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PRESET_TEXT" val="添加标题"/>
  <p:tag name="KSO_WM_UNIT_TEXT_FILL_FORE_SCHEMECOLOR_INDEX" val="14"/>
  <p:tag name="KSO_WM_UNIT_TEXT_FILL_TYPE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i"/>
  <p:tag name="KSO_WM_UNIT_INDEX" val="1_8"/>
  <p:tag name="KSO_WM_UNIT_ID" val="diagram20203482_2*r_i*1_8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i"/>
  <p:tag name="KSO_WM_UNIT_INDEX" val="1_8"/>
  <p:tag name="KSO_WM_UNIT_ID" val="diagram20203482_2*r_i*1_8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68.xml><?xml version="1.0" encoding="utf-8"?>
<p:tagLst xmlns:p="http://schemas.openxmlformats.org/presentationml/2006/main"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v"/>
  <p:tag name="KSO_WM_UNIT_INDEX" val="1_1"/>
  <p:tag name="KSO_WM_UNIT_ID" val="diagram20203482_2*r_v*1_1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PRESET_TEXT" val="单击此处添加正文具体内容"/>
  <p:tag name="KSO_WM_UNIT_TEXT_FILL_FORE_SCHEMECOLOR_INDEX" val="13"/>
  <p:tag name="KSO_WM_UNIT_TEXT_FILL_TYPE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i"/>
  <p:tag name="KSO_WM_UNIT_INDEX" val="1_9"/>
  <p:tag name="KSO_WM_UNIT_ID" val="diagram20203482_2*r_i*1_9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10"/>
  <p:tag name="KSO_WM_UNIT_FILL_TYPE" val="1"/>
  <p:tag name="KSO_WM_UNIT_TEXT_FILL_FORE_SCHEMECOLOR_INDEX" val="2"/>
  <p:tag name="KSO_WM_UNIT_TEXT_FILL_TYPE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i"/>
  <p:tag name="KSO_WM_UNIT_INDEX" val="1_9"/>
  <p:tag name="KSO_WM_UNIT_ID" val="diagram20203482_2*r_i*1_9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10"/>
  <p:tag name="KSO_WM_UNIT_FILL_TYPE" val="1"/>
  <p:tag name="KSO_WM_UNIT_TEXT_FILL_FORE_SCHEMECOLOR_INDEX" val="2"/>
  <p:tag name="KSO_WM_UNIT_TEXT_FILL_TYPE" val="1"/>
</p:tagLst>
</file>

<file path=ppt/tags/tag71.xml><?xml version="1.0" encoding="utf-8"?>
<p:tagLst xmlns:p="http://schemas.openxmlformats.org/presentationml/2006/main"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v"/>
  <p:tag name="KSO_WM_UNIT_INDEX" val="1_4"/>
  <p:tag name="KSO_WM_UNIT_ID" val="diagram20203482_2*r_v*1_4"/>
  <p:tag name="KSO_WM_TEMPLATE_CATEGORY" val="diagram"/>
  <p:tag name="KSO_WM_TEMPLATE_INDEX" val="20203482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PRESET_TEXT" val="单击此处添加正文具体内容"/>
  <p:tag name="KSO_WM_UNIT_TEXT_FILL_FORE_SCHEMECOLOR_INDEX" val="13"/>
  <p:tag name="KSO_WM_UNIT_TEXT_FILL_TYPE" val="1"/>
</p:tagLst>
</file>

<file path=ppt/tags/tag72.xml><?xml version="1.0" encoding="utf-8"?>
<p:tagLst xmlns:p="http://schemas.openxmlformats.org/presentationml/2006/main">
  <p:tag name="MH" val="20170316122650"/>
  <p:tag name="MH_LIBRARY" val="GRAPHIC"/>
  <p:tag name="MH_ORDER" val="Rectangle 5"/>
</p:tagLst>
</file>

<file path=ppt/tags/tag73.xml><?xml version="1.0" encoding="utf-8"?>
<p:tagLst xmlns:p="http://schemas.openxmlformats.org/presentationml/2006/main">
  <p:tag name="KSO_WM_TEMPLATE_CATEGORY" val="custom"/>
  <p:tag name="KSO_WM_TEMPLATE_INDEX" val="160162"/>
  <p:tag name="KSO_WM_TAG_VERSION" val="1.0"/>
  <p:tag name="KSO_WM_SLIDE_ID" val="custom160162_29"/>
  <p:tag name="KSO_WM_SLIDE_INDEX" val="29"/>
  <p:tag name="KSO_WM_SLIDE_ITEM_CNT" val="1"/>
  <p:tag name="KSO_WM_SLIDE_LAYOUT" val="a"/>
  <p:tag name="KSO_WM_SLIDE_LAYOUT_CNT" val="1"/>
  <p:tag name="KSO_WM_SLIDE_TYPE" val="endPage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lang="en-US" altLang="zh-CN"/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1180</Words>
  <Application>WPS 演示</Application>
  <PresentationFormat>宽屏</PresentationFormat>
  <Paragraphs>282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Calibri</vt:lpstr>
      <vt:lpstr>微软雅黑</vt:lpstr>
      <vt:lpstr>黑体</vt:lpstr>
      <vt:lpstr>Impact</vt:lpstr>
      <vt:lpstr>Arial Rounded MT Bold</vt:lpstr>
      <vt:lpstr>Arial Narrow</vt:lpstr>
      <vt:lpstr>Wingdings</vt:lpstr>
      <vt:lpstr>微软雅黑 Light</vt:lpstr>
      <vt:lpstr>Arial Unicode MS</vt:lpstr>
      <vt:lpstr>Calibri Light</vt:lpstr>
      <vt:lpstr>Office 主题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DELL</cp:lastModifiedBy>
  <cp:revision>121</cp:revision>
  <dcterms:created xsi:type="dcterms:W3CDTF">2019-03-13T07:10:00Z</dcterms:created>
  <dcterms:modified xsi:type="dcterms:W3CDTF">2020-04-02T08:37:49Z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