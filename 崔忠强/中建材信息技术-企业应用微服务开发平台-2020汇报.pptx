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4"/>
  </p:sldMasterIdLst>
  <p:notesMasterIdLst>
    <p:notesMasterId r:id="rId20"/>
  </p:notesMasterIdLst>
  <p:handoutMasterIdLst>
    <p:handoutMasterId r:id="rId21"/>
  </p:handoutMasterIdLst>
  <p:sldIdLst>
    <p:sldId id="649" r:id="rId5"/>
    <p:sldId id="730" r:id="rId6"/>
    <p:sldId id="737" r:id="rId7"/>
    <p:sldId id="743" r:id="rId8"/>
    <p:sldId id="744" r:id="rId9"/>
    <p:sldId id="716" r:id="rId10"/>
    <p:sldId id="732" r:id="rId11"/>
    <p:sldId id="745" r:id="rId12"/>
    <p:sldId id="747" r:id="rId13"/>
    <p:sldId id="748" r:id="rId14"/>
    <p:sldId id="742" r:id="rId15"/>
    <p:sldId id="749" r:id="rId16"/>
    <p:sldId id="746" r:id="rId17"/>
    <p:sldId id="726" r:id="rId18"/>
    <p:sldId id="420" r:id="rId19"/>
  </p:sldIdLst>
  <p:sldSz cx="12193588" cy="6858000"/>
  <p:notesSz cx="6794500" cy="9906000"/>
  <p:defaultTextStyle>
    <a:defPPr>
      <a:defRPr lang="zh-HK"/>
    </a:defPPr>
    <a:lvl1pPr marL="0" algn="l" defTabSz="9144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23" algn="l" defTabSz="9144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46" algn="l" defTabSz="9144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69" algn="l" defTabSz="9144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91" algn="l" defTabSz="9144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14" algn="l" defTabSz="9144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337" algn="l" defTabSz="9144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560" algn="l" defTabSz="9144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783" algn="l" defTabSz="9144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8" orient="horz" pos="391" userDrawn="1">
          <p15:clr>
            <a:srgbClr val="A4A3A4"/>
          </p15:clr>
        </p15:guide>
        <p15:guide id="11" pos="4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1F1F"/>
    <a:srgbClr val="FFFFFF"/>
    <a:srgbClr val="01A29A"/>
    <a:srgbClr val="0082B0"/>
    <a:srgbClr val="CBC4C1"/>
    <a:srgbClr val="01857F"/>
    <a:srgbClr val="D6A300"/>
    <a:srgbClr val="A40000"/>
    <a:srgbClr val="00C59D"/>
    <a:srgbClr val="2FA8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8603FDC-E32A-4AB5-989C-0864C3EAD2B8}" styleName="主题样式 2 - 个性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49" autoAdjust="0"/>
    <p:restoredTop sz="89110" autoAdjust="0"/>
  </p:normalViewPr>
  <p:slideViewPr>
    <p:cSldViewPr snapToGrid="0" showGuides="1">
      <p:cViewPr varScale="1">
        <p:scale>
          <a:sx n="68" d="100"/>
          <a:sy n="68" d="100"/>
        </p:scale>
        <p:origin x="768" y="64"/>
      </p:cViewPr>
      <p:guideLst>
        <p:guide orient="horz" pos="391"/>
        <p:guide pos="439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-9786"/>
    </p:cViewPr>
  </p:sorterViewPr>
  <p:notesViewPr>
    <p:cSldViewPr snapToGrid="0">
      <p:cViewPr varScale="1">
        <p:scale>
          <a:sx n="47" d="100"/>
          <a:sy n="47" d="100"/>
        </p:scale>
        <p:origin x="2532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4284" cy="497020"/>
          </a:xfrm>
          <a:prstGeom prst="rect">
            <a:avLst/>
          </a:prstGeom>
        </p:spPr>
        <p:txBody>
          <a:bodyPr vert="horz" lIns="91184" tIns="45592" rIns="91184" bIns="45592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8645" y="1"/>
            <a:ext cx="2944284" cy="497020"/>
          </a:xfrm>
          <a:prstGeom prst="rect">
            <a:avLst/>
          </a:prstGeom>
        </p:spPr>
        <p:txBody>
          <a:bodyPr vert="horz" lIns="91184" tIns="45592" rIns="91184" bIns="45592" rtlCol="0"/>
          <a:lstStyle>
            <a:lvl1pPr algn="r">
              <a:defRPr sz="1200"/>
            </a:lvl1pPr>
          </a:lstStyle>
          <a:p>
            <a:fld id="{C63C5F47-00B5-4467-9C7A-BA3807BED069}" type="datetimeFigureOut">
              <a:rPr lang="zh-CN" altLang="en-US" smtClean="0"/>
              <a:pPr/>
              <a:t>2020/3/19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08982"/>
            <a:ext cx="2944284" cy="497019"/>
          </a:xfrm>
          <a:prstGeom prst="rect">
            <a:avLst/>
          </a:prstGeom>
        </p:spPr>
        <p:txBody>
          <a:bodyPr vert="horz" lIns="91184" tIns="45592" rIns="91184" bIns="45592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8645" y="9408982"/>
            <a:ext cx="2944284" cy="497019"/>
          </a:xfrm>
          <a:prstGeom prst="rect">
            <a:avLst/>
          </a:prstGeom>
        </p:spPr>
        <p:txBody>
          <a:bodyPr vert="horz" lIns="91184" tIns="45592" rIns="91184" bIns="45592" rtlCol="0" anchor="b"/>
          <a:lstStyle>
            <a:lvl1pPr algn="r">
              <a:defRPr sz="1200"/>
            </a:lvl1pPr>
          </a:lstStyle>
          <a:p>
            <a:fld id="{34C7AA9B-FAE7-469C-ADAF-FA711234C9D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3955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4284" cy="497020"/>
          </a:xfrm>
          <a:prstGeom prst="rect">
            <a:avLst/>
          </a:prstGeom>
        </p:spPr>
        <p:txBody>
          <a:bodyPr vert="horz" lIns="91184" tIns="45592" rIns="91184" bIns="45592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8645" y="1"/>
            <a:ext cx="2944284" cy="497020"/>
          </a:xfrm>
          <a:prstGeom prst="rect">
            <a:avLst/>
          </a:prstGeom>
        </p:spPr>
        <p:txBody>
          <a:bodyPr vert="horz" lIns="91184" tIns="45592" rIns="91184" bIns="45592" rtlCol="0"/>
          <a:lstStyle>
            <a:lvl1pPr algn="r">
              <a:defRPr sz="1200"/>
            </a:lvl1pPr>
          </a:lstStyle>
          <a:p>
            <a:fld id="{21E7729B-9D3E-4E69-A4E1-356C750C1967}" type="datetimeFigureOut">
              <a:rPr lang="zh-HK" altLang="en-US" smtClean="0"/>
              <a:pPr/>
              <a:t>19/3/2020</a:t>
            </a:fld>
            <a:endParaRPr lang="zh-HK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84" tIns="45592" rIns="91184" bIns="45592" rtlCol="0" anchor="ctr"/>
          <a:lstStyle/>
          <a:p>
            <a:endParaRPr lang="zh-HK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450" y="4767263"/>
            <a:ext cx="5435600" cy="3900487"/>
          </a:xfrm>
          <a:prstGeom prst="rect">
            <a:avLst/>
          </a:prstGeom>
        </p:spPr>
        <p:txBody>
          <a:bodyPr vert="horz" lIns="91184" tIns="45592" rIns="91184" bIns="45592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HK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08982"/>
            <a:ext cx="2944284" cy="497019"/>
          </a:xfrm>
          <a:prstGeom prst="rect">
            <a:avLst/>
          </a:prstGeom>
        </p:spPr>
        <p:txBody>
          <a:bodyPr vert="horz" lIns="91184" tIns="45592" rIns="91184" bIns="45592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8645" y="9408982"/>
            <a:ext cx="2944284" cy="497019"/>
          </a:xfrm>
          <a:prstGeom prst="rect">
            <a:avLst/>
          </a:prstGeom>
        </p:spPr>
        <p:txBody>
          <a:bodyPr vert="horz" lIns="91184" tIns="45592" rIns="91184" bIns="45592" rtlCol="0" anchor="b"/>
          <a:lstStyle>
            <a:lvl1pPr algn="r">
              <a:defRPr sz="1200"/>
            </a:lvl1pPr>
          </a:lstStyle>
          <a:p>
            <a:fld id="{5DE97619-DBBE-4EF5-8E3C-32126B56E9D5}" type="slidenum">
              <a:rPr lang="zh-HK" altLang="en-US" smtClean="0"/>
              <a:pPr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24715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23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46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69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91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114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337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560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783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5450" y="1238250"/>
            <a:ext cx="5943600" cy="33432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97619-DBBE-4EF5-8E3C-32126B56E9D5}" type="slidenum">
              <a:rPr lang="zh-HK" altLang="en-US" smtClean="0"/>
              <a:pPr/>
              <a:t>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76513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不具备条件的企业，由于两材合并，磨合期</a:t>
            </a:r>
            <a:endParaRPr kumimoji="1" lang="en-US" altLang="zh-CN" dirty="0"/>
          </a:p>
          <a:p>
            <a:r>
              <a:rPr kumimoji="1" lang="zh-CN" altLang="en-US" dirty="0"/>
              <a:t>老中材的自由系统替换情况，数据接口，</a:t>
            </a:r>
            <a:endParaRPr kumimoji="1" lang="en-US" altLang="zh-CN" dirty="0"/>
          </a:p>
          <a:p>
            <a:r>
              <a:rPr kumimoji="1" lang="zh-CN" altLang="en-US" dirty="0"/>
              <a:t>南方水泥用友数据接口</a:t>
            </a:r>
            <a:endParaRPr kumimoji="1" lang="en-US" altLang="zh-CN" dirty="0"/>
          </a:p>
          <a:p>
            <a:r>
              <a:rPr kumimoji="1" lang="zh-CN" altLang="en-US" dirty="0"/>
              <a:t>直接管理下级企业（为下级企业管理人员）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借助工资总额的手段来保证企业人员信息的及时更新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97619-DBBE-4EF5-8E3C-32126B56E9D5}" type="slidenum">
              <a:rPr lang="zh-HK" altLang="en-US" smtClean="0"/>
              <a:pPr/>
              <a:t>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550299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97619-DBBE-4EF5-8E3C-32126B56E9D5}" type="slidenum">
              <a:rPr lang="zh-HK" altLang="en-US" smtClean="0"/>
              <a:pPr/>
              <a:t>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80998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97619-DBBE-4EF5-8E3C-32126B56E9D5}" type="slidenum">
              <a:rPr lang="zh-HK" altLang="en-US" smtClean="0"/>
              <a:pPr/>
              <a:t>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96691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97619-DBBE-4EF5-8E3C-32126B56E9D5}" type="slidenum">
              <a:rPr lang="zh-HK" altLang="en-US" smtClean="0"/>
              <a:pPr/>
              <a:t>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798729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97619-DBBE-4EF5-8E3C-32126B56E9D5}" type="slidenum">
              <a:rPr lang="zh-HK" altLang="en-US" smtClean="0"/>
              <a:pPr/>
              <a:t>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63573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97619-DBBE-4EF5-8E3C-32126B56E9D5}" type="slidenum">
              <a:rPr lang="zh-HK" altLang="en-US" smtClean="0"/>
              <a:pPr/>
              <a:t>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63573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97619-DBBE-4EF5-8E3C-32126B56E9D5}" type="slidenum">
              <a:rPr lang="zh-HK" altLang="en-US" smtClean="0"/>
              <a:pPr/>
              <a:t>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107048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97619-DBBE-4EF5-8E3C-32126B56E9D5}" type="slidenum">
              <a:rPr lang="zh-HK" altLang="en-US" smtClean="0"/>
              <a:pPr/>
              <a:t>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163925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97619-DBBE-4EF5-8E3C-32126B56E9D5}" type="slidenum">
              <a:rPr lang="zh-HK" altLang="en-US" smtClean="0"/>
              <a:pPr/>
              <a:t>10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15194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97619-DBBE-4EF5-8E3C-32126B56E9D5}" type="slidenum">
              <a:rPr lang="zh-HK" altLang="en-US" smtClean="0"/>
              <a:pPr/>
              <a:t>11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7689065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97619-DBBE-4EF5-8E3C-32126B56E9D5}" type="slidenum">
              <a:rPr lang="zh-HK" altLang="en-US" smtClean="0"/>
              <a:pPr/>
              <a:t>12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5101011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97619-DBBE-4EF5-8E3C-32126B56E9D5}" type="slidenum">
              <a:rPr lang="zh-HK" altLang="en-US" smtClean="0"/>
              <a:pPr/>
              <a:t>13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60450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199" y="1122363"/>
            <a:ext cx="914519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199" y="3602038"/>
            <a:ext cx="914519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3/19/2020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7"/>
          <p:cNvSpPr txBox="1"/>
          <p:nvPr userDrawn="1"/>
        </p:nvSpPr>
        <p:spPr>
          <a:xfrm>
            <a:off x="4752471" y="6652846"/>
            <a:ext cx="1808448" cy="173159"/>
          </a:xfrm>
          <a:prstGeom prst="rect">
            <a:avLst/>
          </a:prstGeom>
          <a:noFill/>
        </p:spPr>
        <p:txBody>
          <a:bodyPr wrap="none" lIns="91410" tIns="45705" rIns="91410" bIns="45705" rtlCol="0">
            <a:spAutoFit/>
          </a:bodyPr>
          <a:lstStyle/>
          <a:p>
            <a:r>
              <a:rPr lang="zh-CN" altLang="en-US" sz="788" baseline="30000" dirty="0">
                <a:solidFill>
                  <a:schemeClr val="bg1"/>
                </a:solidFill>
                <a:latin typeface="汉仪旗黑-85S" pitchFamily="18" charset="-122"/>
                <a:ea typeface="汉仪旗黑-85S" pitchFamily="18" charset="-122"/>
              </a:rPr>
              <a:t>中建材信息技术股份有限公司 </a:t>
            </a:r>
            <a:r>
              <a:rPr lang="zh-CN" altLang="en-US" sz="788" baseline="30000" dirty="0">
                <a:solidFill>
                  <a:schemeClr val="bg1"/>
                </a:solidFill>
                <a:latin typeface="HelveticaNeueLT Std Med" pitchFamily="34" charset="0"/>
                <a:ea typeface="汉仪旗黑-85S" pitchFamily="18" charset="-122"/>
              </a:rPr>
              <a:t> </a:t>
            </a:r>
            <a:r>
              <a:rPr lang="en-US" altLang="zh-CN" sz="788" b="1" baseline="30000" dirty="0">
                <a:solidFill>
                  <a:schemeClr val="bg1"/>
                </a:solidFill>
                <a:latin typeface="HelveticaNeueLT Std Med" pitchFamily="34" charset="0"/>
              </a:rPr>
              <a:t>CNBM TECHNOLOGY</a:t>
            </a:r>
            <a:endParaRPr lang="zh-CN" altLang="en-US" sz="788" b="1" baseline="30000" dirty="0">
              <a:solidFill>
                <a:schemeClr val="bg1"/>
              </a:solidFill>
              <a:latin typeface="HelveticaNeueLT Std Med" pitchFamily="34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92141" y="513018"/>
            <a:ext cx="311405" cy="311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矩形 8"/>
          <p:cNvSpPr/>
          <p:nvPr userDrawn="1"/>
        </p:nvSpPr>
        <p:spPr>
          <a:xfrm>
            <a:off x="0" y="6597352"/>
            <a:ext cx="12193588" cy="2606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5" rIns="91410" bIns="45705" rtlCol="0" anchor="ctr"/>
          <a:lstStyle/>
          <a:p>
            <a:pPr algn="ctr"/>
            <a:endParaRPr lang="zh-CN" altLang="en-US" sz="675"/>
          </a:p>
        </p:txBody>
      </p:sp>
      <p:sp>
        <p:nvSpPr>
          <p:cNvPr id="10" name="TextBox 3"/>
          <p:cNvSpPr txBox="1"/>
          <p:nvPr userDrawn="1"/>
        </p:nvSpPr>
        <p:spPr>
          <a:xfrm>
            <a:off x="9441647" y="6652846"/>
            <a:ext cx="1808448" cy="173159"/>
          </a:xfrm>
          <a:prstGeom prst="rect">
            <a:avLst/>
          </a:prstGeom>
          <a:noFill/>
        </p:spPr>
        <p:txBody>
          <a:bodyPr wrap="none" lIns="91410" tIns="45705" rIns="91410" bIns="45705" rtlCol="0">
            <a:spAutoFit/>
          </a:bodyPr>
          <a:lstStyle/>
          <a:p>
            <a:r>
              <a:rPr lang="zh-CN" altLang="en-US" sz="788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汉仪旗黑-85S" pitchFamily="18" charset="-122"/>
                <a:ea typeface="汉仪旗黑-85S" pitchFamily="18" charset="-122"/>
              </a:rPr>
              <a:t>中建材信息技术</a:t>
            </a:r>
            <a:r>
              <a:rPr lang="zh-CN" altLang="en-US" sz="788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汉仪旗黑-75W" pitchFamily="18" charset="-122"/>
                <a:ea typeface="汉仪旗黑-75W" pitchFamily="18" charset="-122"/>
              </a:rPr>
              <a:t>股份有限公司</a:t>
            </a:r>
            <a:r>
              <a:rPr lang="zh-CN" altLang="en-US" sz="788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汉仪旗黑-85S" pitchFamily="18" charset="-122"/>
                <a:ea typeface="汉仪旗黑-85S" pitchFamily="18" charset="-122"/>
              </a:rPr>
              <a:t> </a:t>
            </a:r>
            <a:r>
              <a:rPr lang="zh-CN" altLang="en-US" sz="788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NeueLT Std Med" pitchFamily="34" charset="0"/>
                <a:ea typeface="汉仪旗黑-85S" pitchFamily="18" charset="-122"/>
              </a:rPr>
              <a:t> </a:t>
            </a:r>
            <a:r>
              <a:rPr lang="en-US" altLang="zh-CN" sz="788" b="1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NeueLT Std Med" pitchFamily="34" charset="0"/>
              </a:rPr>
              <a:t>CNBM TECHNOLOGY</a:t>
            </a:r>
            <a:endParaRPr lang="zh-CN" altLang="en-US" sz="788" b="1" baseline="30000" dirty="0">
              <a:solidFill>
                <a:schemeClr val="tx1">
                  <a:lumMod val="50000"/>
                  <a:lumOff val="50000"/>
                </a:schemeClr>
              </a:solidFill>
              <a:latin typeface="HelveticaNeueLT Std Med" pitchFamily="34" charset="0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166577" y="297016"/>
            <a:ext cx="333153" cy="5273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67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3/19/2020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8" y="1709739"/>
            <a:ext cx="1051697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8" y="4589464"/>
            <a:ext cx="1051697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3/19/2020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1825625"/>
            <a:ext cx="5182275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1825625"/>
            <a:ext cx="5182275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3/19/2020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365126"/>
            <a:ext cx="1051697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8" y="1681163"/>
            <a:ext cx="515845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8" y="2505075"/>
            <a:ext cx="5158459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4" y="1681163"/>
            <a:ext cx="518386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4" y="2505075"/>
            <a:ext cx="5183863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3/19/2020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3/19/2020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3/19/2020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57200"/>
            <a:ext cx="39327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987426"/>
            <a:ext cx="617300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2057400"/>
            <a:ext cx="393274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3/19/2020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57200"/>
            <a:ext cx="39327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987426"/>
            <a:ext cx="6173004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2057400"/>
            <a:ext cx="393274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3/19/2020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3/19/2020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365125"/>
            <a:ext cx="2629242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09" y="365125"/>
            <a:ext cx="7735307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3/19/2020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442797" y="313268"/>
            <a:ext cx="1566454" cy="5770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21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TABLE </a:t>
            </a:r>
            <a:r>
              <a:rPr lang="en-US" altLang="zh-CN"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OF CONTENTS</a:t>
            </a:r>
            <a:endParaRPr lang="zh-CN" altLang="en-US" sz="1200" kern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75930" y="1067813"/>
            <a:ext cx="26310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 userDrawn="1"/>
        </p:nvGrpSpPr>
        <p:grpSpPr>
          <a:xfrm>
            <a:off x="11251385" y="394547"/>
            <a:ext cx="575360" cy="694024"/>
            <a:chOff x="9897334" y="62114"/>
            <a:chExt cx="708669" cy="854938"/>
          </a:xfrm>
        </p:grpSpPr>
        <p:sp>
          <p:nvSpPr>
            <p:cNvPr id="6" name="Freeform 6"/>
            <p:cNvSpPr>
              <a:spLocks noEditPoints="1"/>
            </p:cNvSpPr>
            <p:nvPr/>
          </p:nvSpPr>
          <p:spPr bwMode="auto">
            <a:xfrm>
              <a:off x="10028896" y="62114"/>
              <a:ext cx="445544" cy="444314"/>
            </a:xfrm>
            <a:custGeom>
              <a:avLst/>
              <a:gdLst/>
              <a:ahLst/>
              <a:cxnLst>
                <a:cxn ang="0">
                  <a:pos x="216" y="0"/>
                </a:cxn>
                <a:cxn ang="0">
                  <a:pos x="90" y="0"/>
                </a:cxn>
                <a:cxn ang="0">
                  <a:pos x="0" y="90"/>
                </a:cxn>
                <a:cxn ang="0">
                  <a:pos x="0" y="216"/>
                </a:cxn>
                <a:cxn ang="0">
                  <a:pos x="90" y="305"/>
                </a:cxn>
                <a:cxn ang="0">
                  <a:pos x="216" y="305"/>
                </a:cxn>
                <a:cxn ang="0">
                  <a:pos x="306" y="216"/>
                </a:cxn>
                <a:cxn ang="0">
                  <a:pos x="306" y="90"/>
                </a:cxn>
                <a:cxn ang="0">
                  <a:pos x="216" y="0"/>
                </a:cxn>
                <a:cxn ang="0">
                  <a:pos x="216" y="0"/>
                </a:cxn>
                <a:cxn ang="0">
                  <a:pos x="222" y="181"/>
                </a:cxn>
                <a:cxn ang="0">
                  <a:pos x="222" y="221"/>
                </a:cxn>
                <a:cxn ang="0">
                  <a:pos x="182" y="221"/>
                </a:cxn>
                <a:cxn ang="0">
                  <a:pos x="153" y="250"/>
                </a:cxn>
                <a:cxn ang="0">
                  <a:pos x="125" y="221"/>
                </a:cxn>
                <a:cxn ang="0">
                  <a:pos x="84" y="221"/>
                </a:cxn>
                <a:cxn ang="0">
                  <a:pos x="84" y="181"/>
                </a:cxn>
                <a:cxn ang="0">
                  <a:pos x="56" y="152"/>
                </a:cxn>
                <a:cxn ang="0">
                  <a:pos x="84" y="124"/>
                </a:cxn>
                <a:cxn ang="0">
                  <a:pos x="84" y="84"/>
                </a:cxn>
                <a:cxn ang="0">
                  <a:pos x="125" y="84"/>
                </a:cxn>
                <a:cxn ang="0">
                  <a:pos x="153" y="56"/>
                </a:cxn>
                <a:cxn ang="0">
                  <a:pos x="182" y="84"/>
                </a:cxn>
                <a:cxn ang="0">
                  <a:pos x="222" y="84"/>
                </a:cxn>
                <a:cxn ang="0">
                  <a:pos x="222" y="124"/>
                </a:cxn>
                <a:cxn ang="0">
                  <a:pos x="250" y="152"/>
                </a:cxn>
                <a:cxn ang="0">
                  <a:pos x="222" y="181"/>
                </a:cxn>
                <a:cxn ang="0">
                  <a:pos x="222" y="181"/>
                </a:cxn>
              </a:cxnLst>
              <a:rect l="0" t="0" r="r" b="b"/>
              <a:pathLst>
                <a:path w="306" h="305">
                  <a:moveTo>
                    <a:pt x="216" y="0"/>
                  </a:moveTo>
                  <a:lnTo>
                    <a:pt x="90" y="0"/>
                  </a:lnTo>
                  <a:lnTo>
                    <a:pt x="0" y="90"/>
                  </a:lnTo>
                  <a:lnTo>
                    <a:pt x="0" y="216"/>
                  </a:lnTo>
                  <a:lnTo>
                    <a:pt x="90" y="305"/>
                  </a:lnTo>
                  <a:lnTo>
                    <a:pt x="216" y="305"/>
                  </a:lnTo>
                  <a:lnTo>
                    <a:pt x="306" y="216"/>
                  </a:lnTo>
                  <a:lnTo>
                    <a:pt x="306" y="90"/>
                  </a:lnTo>
                  <a:lnTo>
                    <a:pt x="216" y="0"/>
                  </a:lnTo>
                  <a:lnTo>
                    <a:pt x="216" y="0"/>
                  </a:lnTo>
                  <a:close/>
                  <a:moveTo>
                    <a:pt x="222" y="181"/>
                  </a:moveTo>
                  <a:lnTo>
                    <a:pt x="222" y="221"/>
                  </a:lnTo>
                  <a:lnTo>
                    <a:pt x="182" y="221"/>
                  </a:lnTo>
                  <a:lnTo>
                    <a:pt x="153" y="250"/>
                  </a:lnTo>
                  <a:lnTo>
                    <a:pt x="125" y="221"/>
                  </a:lnTo>
                  <a:lnTo>
                    <a:pt x="84" y="221"/>
                  </a:lnTo>
                  <a:lnTo>
                    <a:pt x="84" y="181"/>
                  </a:lnTo>
                  <a:lnTo>
                    <a:pt x="56" y="152"/>
                  </a:lnTo>
                  <a:lnTo>
                    <a:pt x="84" y="124"/>
                  </a:lnTo>
                  <a:lnTo>
                    <a:pt x="84" y="84"/>
                  </a:lnTo>
                  <a:lnTo>
                    <a:pt x="125" y="84"/>
                  </a:lnTo>
                  <a:lnTo>
                    <a:pt x="153" y="56"/>
                  </a:lnTo>
                  <a:lnTo>
                    <a:pt x="182" y="84"/>
                  </a:lnTo>
                  <a:lnTo>
                    <a:pt x="222" y="84"/>
                  </a:lnTo>
                  <a:lnTo>
                    <a:pt x="222" y="124"/>
                  </a:lnTo>
                  <a:lnTo>
                    <a:pt x="250" y="152"/>
                  </a:lnTo>
                  <a:lnTo>
                    <a:pt x="222" y="181"/>
                  </a:lnTo>
                  <a:lnTo>
                    <a:pt x="222" y="181"/>
                  </a:lnTo>
                  <a:close/>
                </a:path>
              </a:pathLst>
            </a:custGeom>
            <a:solidFill>
              <a:srgbClr val="D7000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9897334" y="673284"/>
              <a:ext cx="708669" cy="243768"/>
              <a:chOff x="9897334" y="673284"/>
              <a:chExt cx="708669" cy="243768"/>
            </a:xfrm>
          </p:grpSpPr>
          <p:sp>
            <p:nvSpPr>
              <p:cNvPr id="9" name="Freeform 7"/>
              <p:cNvSpPr>
                <a:spLocks/>
              </p:cNvSpPr>
              <p:nvPr/>
            </p:nvSpPr>
            <p:spPr bwMode="auto">
              <a:xfrm>
                <a:off x="9897334" y="673284"/>
                <a:ext cx="153359" cy="174473"/>
              </a:xfrm>
              <a:custGeom>
                <a:avLst/>
                <a:gdLst/>
                <a:ahLst/>
                <a:cxnLst>
                  <a:cxn ang="0">
                    <a:pos x="173" y="69"/>
                  </a:cxn>
                  <a:cxn ang="0">
                    <a:pos x="137" y="69"/>
                  </a:cxn>
                  <a:cxn ang="0">
                    <a:pos x="134" y="61"/>
                  </a:cxn>
                  <a:cxn ang="0">
                    <a:pos x="127" y="50"/>
                  </a:cxn>
                  <a:cxn ang="0">
                    <a:pos x="110" y="38"/>
                  </a:cxn>
                  <a:cxn ang="0">
                    <a:pos x="88" y="35"/>
                  </a:cxn>
                  <a:cxn ang="0">
                    <a:pos x="57" y="47"/>
                  </a:cxn>
                  <a:cxn ang="0">
                    <a:pos x="41" y="71"/>
                  </a:cxn>
                  <a:cxn ang="0">
                    <a:pos x="35" y="101"/>
                  </a:cxn>
                  <a:cxn ang="0">
                    <a:pos x="40" y="129"/>
                  </a:cxn>
                  <a:cxn ang="0">
                    <a:pos x="57" y="153"/>
                  </a:cxn>
                  <a:cxn ang="0">
                    <a:pos x="86" y="164"/>
                  </a:cxn>
                  <a:cxn ang="0">
                    <a:pos x="111" y="160"/>
                  </a:cxn>
                  <a:cxn ang="0">
                    <a:pos x="127" y="146"/>
                  </a:cxn>
                  <a:cxn ang="0">
                    <a:pos x="134" y="130"/>
                  </a:cxn>
                  <a:cxn ang="0">
                    <a:pos x="137" y="118"/>
                  </a:cxn>
                  <a:cxn ang="0">
                    <a:pos x="174" y="118"/>
                  </a:cxn>
                  <a:cxn ang="0">
                    <a:pos x="170" y="139"/>
                  </a:cxn>
                  <a:cxn ang="0">
                    <a:pos x="161" y="161"/>
                  </a:cxn>
                  <a:cxn ang="0">
                    <a:pos x="144" y="182"/>
                  </a:cxn>
                  <a:cxn ang="0">
                    <a:pos x="121" y="194"/>
                  </a:cxn>
                  <a:cxn ang="0">
                    <a:pos x="87" y="198"/>
                  </a:cxn>
                  <a:cxn ang="0">
                    <a:pos x="58" y="195"/>
                  </a:cxn>
                  <a:cxn ang="0">
                    <a:pos x="34" y="182"/>
                  </a:cxn>
                  <a:cxn ang="0">
                    <a:pos x="15" y="161"/>
                  </a:cxn>
                  <a:cxn ang="0">
                    <a:pos x="3" y="133"/>
                  </a:cxn>
                  <a:cxn ang="0">
                    <a:pos x="0" y="100"/>
                  </a:cxn>
                  <a:cxn ang="0">
                    <a:pos x="7" y="59"/>
                  </a:cxn>
                  <a:cxn ang="0">
                    <a:pos x="27" y="27"/>
                  </a:cxn>
                  <a:cxn ang="0">
                    <a:pos x="54" y="8"/>
                  </a:cxn>
                  <a:cxn ang="0">
                    <a:pos x="88" y="1"/>
                  </a:cxn>
                  <a:cxn ang="0">
                    <a:pos x="120" y="5"/>
                  </a:cxn>
                  <a:cxn ang="0">
                    <a:pos x="145" y="18"/>
                  </a:cxn>
                  <a:cxn ang="0">
                    <a:pos x="162" y="38"/>
                  </a:cxn>
                  <a:cxn ang="0">
                    <a:pos x="171" y="57"/>
                  </a:cxn>
                  <a:cxn ang="0">
                    <a:pos x="173" y="69"/>
                  </a:cxn>
                </a:cxnLst>
                <a:rect l="0" t="0" r="r" b="b"/>
                <a:pathLst>
                  <a:path w="174" h="199">
                    <a:moveTo>
                      <a:pt x="173" y="69"/>
                    </a:moveTo>
                    <a:cubicBezTo>
                      <a:pt x="137" y="69"/>
                      <a:pt x="137" y="69"/>
                      <a:pt x="137" y="69"/>
                    </a:cubicBezTo>
                    <a:cubicBezTo>
                      <a:pt x="136" y="67"/>
                      <a:pt x="135" y="64"/>
                      <a:pt x="134" y="61"/>
                    </a:cubicBezTo>
                    <a:cubicBezTo>
                      <a:pt x="133" y="58"/>
                      <a:pt x="131" y="55"/>
                      <a:pt x="127" y="50"/>
                    </a:cubicBezTo>
                    <a:cubicBezTo>
                      <a:pt x="123" y="45"/>
                      <a:pt x="117" y="41"/>
                      <a:pt x="110" y="38"/>
                    </a:cubicBezTo>
                    <a:cubicBezTo>
                      <a:pt x="104" y="35"/>
                      <a:pt x="96" y="34"/>
                      <a:pt x="88" y="35"/>
                    </a:cubicBezTo>
                    <a:cubicBezTo>
                      <a:pt x="75" y="36"/>
                      <a:pt x="65" y="40"/>
                      <a:pt x="57" y="47"/>
                    </a:cubicBezTo>
                    <a:cubicBezTo>
                      <a:pt x="50" y="54"/>
                      <a:pt x="44" y="62"/>
                      <a:pt x="41" y="71"/>
                    </a:cubicBezTo>
                    <a:cubicBezTo>
                      <a:pt x="37" y="80"/>
                      <a:pt x="35" y="90"/>
                      <a:pt x="35" y="101"/>
                    </a:cubicBezTo>
                    <a:cubicBezTo>
                      <a:pt x="35" y="112"/>
                      <a:pt x="37" y="121"/>
                      <a:pt x="40" y="129"/>
                    </a:cubicBezTo>
                    <a:cubicBezTo>
                      <a:pt x="44" y="139"/>
                      <a:pt x="49" y="147"/>
                      <a:pt x="57" y="153"/>
                    </a:cubicBezTo>
                    <a:cubicBezTo>
                      <a:pt x="65" y="159"/>
                      <a:pt x="74" y="163"/>
                      <a:pt x="86" y="164"/>
                    </a:cubicBezTo>
                    <a:cubicBezTo>
                      <a:pt x="96" y="165"/>
                      <a:pt x="104" y="164"/>
                      <a:pt x="111" y="160"/>
                    </a:cubicBezTo>
                    <a:cubicBezTo>
                      <a:pt x="117" y="157"/>
                      <a:pt x="123" y="152"/>
                      <a:pt x="127" y="146"/>
                    </a:cubicBezTo>
                    <a:cubicBezTo>
                      <a:pt x="131" y="140"/>
                      <a:pt x="134" y="135"/>
                      <a:pt x="134" y="130"/>
                    </a:cubicBezTo>
                    <a:cubicBezTo>
                      <a:pt x="137" y="118"/>
                      <a:pt x="137" y="118"/>
                      <a:pt x="137" y="118"/>
                    </a:cubicBezTo>
                    <a:cubicBezTo>
                      <a:pt x="174" y="118"/>
                      <a:pt x="174" y="118"/>
                      <a:pt x="174" y="118"/>
                    </a:cubicBezTo>
                    <a:cubicBezTo>
                      <a:pt x="172" y="126"/>
                      <a:pt x="171" y="133"/>
                      <a:pt x="170" y="139"/>
                    </a:cubicBezTo>
                    <a:cubicBezTo>
                      <a:pt x="168" y="145"/>
                      <a:pt x="165" y="152"/>
                      <a:pt x="161" y="161"/>
                    </a:cubicBezTo>
                    <a:cubicBezTo>
                      <a:pt x="156" y="169"/>
                      <a:pt x="151" y="176"/>
                      <a:pt x="144" y="182"/>
                    </a:cubicBezTo>
                    <a:cubicBezTo>
                      <a:pt x="138" y="187"/>
                      <a:pt x="130" y="191"/>
                      <a:pt x="121" y="194"/>
                    </a:cubicBezTo>
                    <a:cubicBezTo>
                      <a:pt x="112" y="197"/>
                      <a:pt x="100" y="199"/>
                      <a:pt x="87" y="198"/>
                    </a:cubicBezTo>
                    <a:cubicBezTo>
                      <a:pt x="75" y="198"/>
                      <a:pt x="66" y="197"/>
                      <a:pt x="58" y="195"/>
                    </a:cubicBezTo>
                    <a:cubicBezTo>
                      <a:pt x="50" y="192"/>
                      <a:pt x="42" y="188"/>
                      <a:pt x="34" y="182"/>
                    </a:cubicBezTo>
                    <a:cubicBezTo>
                      <a:pt x="26" y="177"/>
                      <a:pt x="20" y="169"/>
                      <a:pt x="15" y="161"/>
                    </a:cubicBezTo>
                    <a:cubicBezTo>
                      <a:pt x="9" y="152"/>
                      <a:pt x="5" y="143"/>
                      <a:pt x="3" y="133"/>
                    </a:cubicBezTo>
                    <a:cubicBezTo>
                      <a:pt x="1" y="122"/>
                      <a:pt x="0" y="112"/>
                      <a:pt x="0" y="100"/>
                    </a:cubicBezTo>
                    <a:cubicBezTo>
                      <a:pt x="0" y="85"/>
                      <a:pt x="3" y="71"/>
                      <a:pt x="7" y="59"/>
                    </a:cubicBezTo>
                    <a:cubicBezTo>
                      <a:pt x="12" y="46"/>
                      <a:pt x="19" y="36"/>
                      <a:pt x="27" y="27"/>
                    </a:cubicBezTo>
                    <a:cubicBezTo>
                      <a:pt x="35" y="18"/>
                      <a:pt x="44" y="12"/>
                      <a:pt x="54" y="8"/>
                    </a:cubicBezTo>
                    <a:cubicBezTo>
                      <a:pt x="64" y="4"/>
                      <a:pt x="75" y="1"/>
                      <a:pt x="88" y="1"/>
                    </a:cubicBezTo>
                    <a:cubicBezTo>
                      <a:pt x="100" y="0"/>
                      <a:pt x="110" y="2"/>
                      <a:pt x="120" y="5"/>
                    </a:cubicBezTo>
                    <a:cubicBezTo>
                      <a:pt x="129" y="8"/>
                      <a:pt x="138" y="12"/>
                      <a:pt x="145" y="18"/>
                    </a:cubicBezTo>
                    <a:cubicBezTo>
                      <a:pt x="152" y="24"/>
                      <a:pt x="158" y="31"/>
                      <a:pt x="162" y="38"/>
                    </a:cubicBezTo>
                    <a:cubicBezTo>
                      <a:pt x="167" y="45"/>
                      <a:pt x="169" y="52"/>
                      <a:pt x="171" y="57"/>
                    </a:cubicBezTo>
                    <a:cubicBezTo>
                      <a:pt x="173" y="69"/>
                      <a:pt x="173" y="69"/>
                      <a:pt x="173" y="69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243788" tIns="121894" rIns="243788" bIns="121894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013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0" name="Freeform 8"/>
              <p:cNvSpPr>
                <a:spLocks/>
              </p:cNvSpPr>
              <p:nvPr/>
            </p:nvSpPr>
            <p:spPr bwMode="auto">
              <a:xfrm>
                <a:off x="10089033" y="676997"/>
                <a:ext cx="128624" cy="16457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4" y="0"/>
                  </a:cxn>
                  <a:cxn ang="0">
                    <a:pos x="79" y="84"/>
                  </a:cxn>
                  <a:cxn ang="0">
                    <a:pos x="79" y="0"/>
                  </a:cxn>
                  <a:cxn ang="0">
                    <a:pos x="104" y="0"/>
                  </a:cxn>
                  <a:cxn ang="0">
                    <a:pos x="104" y="133"/>
                  </a:cxn>
                  <a:cxn ang="0">
                    <a:pos x="79" y="133"/>
                  </a:cxn>
                  <a:cxn ang="0">
                    <a:pos x="23" y="47"/>
                  </a:cxn>
                  <a:cxn ang="0">
                    <a:pos x="23" y="133"/>
                  </a:cxn>
                  <a:cxn ang="0">
                    <a:pos x="0" y="13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04" h="133">
                    <a:moveTo>
                      <a:pt x="0" y="0"/>
                    </a:moveTo>
                    <a:lnTo>
                      <a:pt x="24" y="0"/>
                    </a:lnTo>
                    <a:lnTo>
                      <a:pt x="79" y="84"/>
                    </a:lnTo>
                    <a:lnTo>
                      <a:pt x="79" y="0"/>
                    </a:lnTo>
                    <a:lnTo>
                      <a:pt x="104" y="0"/>
                    </a:lnTo>
                    <a:lnTo>
                      <a:pt x="104" y="133"/>
                    </a:lnTo>
                    <a:lnTo>
                      <a:pt x="79" y="133"/>
                    </a:lnTo>
                    <a:lnTo>
                      <a:pt x="23" y="47"/>
                    </a:lnTo>
                    <a:lnTo>
                      <a:pt x="23" y="133"/>
                    </a:lnTo>
                    <a:lnTo>
                      <a:pt x="0" y="13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243788" tIns="121894" rIns="243788" bIns="121894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013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1" name="Freeform 9"/>
              <p:cNvSpPr>
                <a:spLocks noEditPoints="1"/>
              </p:cNvSpPr>
              <p:nvPr/>
            </p:nvSpPr>
            <p:spPr bwMode="auto">
              <a:xfrm>
                <a:off x="10258470" y="676997"/>
                <a:ext cx="140992" cy="164574"/>
              </a:xfrm>
              <a:custGeom>
                <a:avLst/>
                <a:gdLst/>
                <a:ahLst/>
                <a:cxnLst>
                  <a:cxn ang="0">
                    <a:pos x="136" y="91"/>
                  </a:cxn>
                  <a:cxn ang="0">
                    <a:pos x="148" y="101"/>
                  </a:cxn>
                  <a:cxn ang="0">
                    <a:pos x="156" y="115"/>
                  </a:cxn>
                  <a:cxn ang="0">
                    <a:pos x="160" y="135"/>
                  </a:cxn>
                  <a:cxn ang="0">
                    <a:pos x="150" y="166"/>
                  </a:cxn>
                  <a:cxn ang="0">
                    <a:pos x="127" y="182"/>
                  </a:cxn>
                  <a:cxn ang="0">
                    <a:pos x="94" y="186"/>
                  </a:cxn>
                  <a:cxn ang="0">
                    <a:pos x="0" y="186"/>
                  </a:cxn>
                  <a:cxn ang="0">
                    <a:pos x="0" y="0"/>
                  </a:cxn>
                  <a:cxn ang="0">
                    <a:pos x="105" y="0"/>
                  </a:cxn>
                  <a:cxn ang="0">
                    <a:pos x="125" y="3"/>
                  </a:cxn>
                  <a:cxn ang="0">
                    <a:pos x="140" y="12"/>
                  </a:cxn>
                  <a:cxn ang="0">
                    <a:pos x="152" y="27"/>
                  </a:cxn>
                  <a:cxn ang="0">
                    <a:pos x="156" y="48"/>
                  </a:cxn>
                  <a:cxn ang="0">
                    <a:pos x="153" y="69"/>
                  </a:cxn>
                  <a:cxn ang="0">
                    <a:pos x="143" y="84"/>
                  </a:cxn>
                  <a:cxn ang="0">
                    <a:pos x="136" y="91"/>
                  </a:cxn>
                  <a:cxn ang="0">
                    <a:pos x="34" y="77"/>
                  </a:cxn>
                  <a:cxn ang="0">
                    <a:pos x="100" y="77"/>
                  </a:cxn>
                  <a:cxn ang="0">
                    <a:pos x="112" y="70"/>
                  </a:cxn>
                  <a:cxn ang="0">
                    <a:pos x="118" y="57"/>
                  </a:cxn>
                  <a:cxn ang="0">
                    <a:pos x="117" y="47"/>
                  </a:cxn>
                  <a:cxn ang="0">
                    <a:pos x="112" y="38"/>
                  </a:cxn>
                  <a:cxn ang="0">
                    <a:pos x="100" y="34"/>
                  </a:cxn>
                  <a:cxn ang="0">
                    <a:pos x="34" y="34"/>
                  </a:cxn>
                  <a:cxn ang="0">
                    <a:pos x="34" y="77"/>
                  </a:cxn>
                  <a:cxn ang="0">
                    <a:pos x="34" y="110"/>
                  </a:cxn>
                  <a:cxn ang="0">
                    <a:pos x="34" y="152"/>
                  </a:cxn>
                  <a:cxn ang="0">
                    <a:pos x="104" y="152"/>
                  </a:cxn>
                  <a:cxn ang="0">
                    <a:pos x="118" y="146"/>
                  </a:cxn>
                  <a:cxn ang="0">
                    <a:pos x="122" y="130"/>
                  </a:cxn>
                  <a:cxn ang="0">
                    <a:pos x="115" y="114"/>
                  </a:cxn>
                  <a:cxn ang="0">
                    <a:pos x="101" y="110"/>
                  </a:cxn>
                  <a:cxn ang="0">
                    <a:pos x="34" y="110"/>
                  </a:cxn>
                </a:cxnLst>
                <a:rect l="0" t="0" r="r" b="b"/>
                <a:pathLst>
                  <a:path w="160" h="186">
                    <a:moveTo>
                      <a:pt x="136" y="91"/>
                    </a:moveTo>
                    <a:cubicBezTo>
                      <a:pt x="141" y="95"/>
                      <a:pt x="145" y="98"/>
                      <a:pt x="148" y="101"/>
                    </a:cubicBezTo>
                    <a:cubicBezTo>
                      <a:pt x="151" y="105"/>
                      <a:pt x="154" y="109"/>
                      <a:pt x="156" y="115"/>
                    </a:cubicBezTo>
                    <a:cubicBezTo>
                      <a:pt x="159" y="120"/>
                      <a:pt x="160" y="127"/>
                      <a:pt x="160" y="135"/>
                    </a:cubicBezTo>
                    <a:cubicBezTo>
                      <a:pt x="159" y="147"/>
                      <a:pt x="156" y="157"/>
                      <a:pt x="150" y="166"/>
                    </a:cubicBezTo>
                    <a:cubicBezTo>
                      <a:pt x="144" y="174"/>
                      <a:pt x="137" y="179"/>
                      <a:pt x="127" y="182"/>
                    </a:cubicBezTo>
                    <a:cubicBezTo>
                      <a:pt x="118" y="185"/>
                      <a:pt x="107" y="186"/>
                      <a:pt x="94" y="186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13" y="0"/>
                      <a:pt x="119" y="2"/>
                      <a:pt x="125" y="3"/>
                    </a:cubicBezTo>
                    <a:cubicBezTo>
                      <a:pt x="130" y="5"/>
                      <a:pt x="135" y="8"/>
                      <a:pt x="140" y="12"/>
                    </a:cubicBezTo>
                    <a:cubicBezTo>
                      <a:pt x="145" y="16"/>
                      <a:pt x="149" y="21"/>
                      <a:pt x="152" y="27"/>
                    </a:cubicBezTo>
                    <a:cubicBezTo>
                      <a:pt x="155" y="33"/>
                      <a:pt x="156" y="40"/>
                      <a:pt x="156" y="48"/>
                    </a:cubicBezTo>
                    <a:cubicBezTo>
                      <a:pt x="156" y="56"/>
                      <a:pt x="155" y="63"/>
                      <a:pt x="153" y="69"/>
                    </a:cubicBezTo>
                    <a:cubicBezTo>
                      <a:pt x="150" y="76"/>
                      <a:pt x="147" y="80"/>
                      <a:pt x="143" y="84"/>
                    </a:cubicBezTo>
                    <a:cubicBezTo>
                      <a:pt x="136" y="91"/>
                      <a:pt x="136" y="91"/>
                      <a:pt x="136" y="91"/>
                    </a:cubicBezTo>
                    <a:close/>
                    <a:moveTo>
                      <a:pt x="34" y="77"/>
                    </a:moveTo>
                    <a:cubicBezTo>
                      <a:pt x="100" y="77"/>
                      <a:pt x="100" y="77"/>
                      <a:pt x="100" y="77"/>
                    </a:cubicBezTo>
                    <a:cubicBezTo>
                      <a:pt x="104" y="77"/>
                      <a:pt x="108" y="74"/>
                      <a:pt x="112" y="70"/>
                    </a:cubicBezTo>
                    <a:cubicBezTo>
                      <a:pt x="116" y="66"/>
                      <a:pt x="118" y="62"/>
                      <a:pt x="118" y="57"/>
                    </a:cubicBezTo>
                    <a:cubicBezTo>
                      <a:pt x="119" y="53"/>
                      <a:pt x="118" y="49"/>
                      <a:pt x="117" y="47"/>
                    </a:cubicBezTo>
                    <a:cubicBezTo>
                      <a:pt x="117" y="44"/>
                      <a:pt x="115" y="41"/>
                      <a:pt x="112" y="38"/>
                    </a:cubicBezTo>
                    <a:cubicBezTo>
                      <a:pt x="109" y="35"/>
                      <a:pt x="105" y="34"/>
                      <a:pt x="100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77"/>
                      <a:pt x="34" y="77"/>
                      <a:pt x="34" y="77"/>
                    </a:cubicBezTo>
                    <a:close/>
                    <a:moveTo>
                      <a:pt x="34" y="110"/>
                    </a:moveTo>
                    <a:cubicBezTo>
                      <a:pt x="34" y="152"/>
                      <a:pt x="34" y="152"/>
                      <a:pt x="34" y="152"/>
                    </a:cubicBezTo>
                    <a:cubicBezTo>
                      <a:pt x="104" y="152"/>
                      <a:pt x="104" y="152"/>
                      <a:pt x="104" y="152"/>
                    </a:cubicBezTo>
                    <a:cubicBezTo>
                      <a:pt x="110" y="152"/>
                      <a:pt x="114" y="151"/>
                      <a:pt x="118" y="146"/>
                    </a:cubicBezTo>
                    <a:cubicBezTo>
                      <a:pt x="121" y="141"/>
                      <a:pt x="123" y="136"/>
                      <a:pt x="122" y="130"/>
                    </a:cubicBezTo>
                    <a:cubicBezTo>
                      <a:pt x="122" y="122"/>
                      <a:pt x="119" y="117"/>
                      <a:pt x="115" y="114"/>
                    </a:cubicBezTo>
                    <a:cubicBezTo>
                      <a:pt x="111" y="111"/>
                      <a:pt x="106" y="110"/>
                      <a:pt x="101" y="110"/>
                    </a:cubicBezTo>
                    <a:cubicBezTo>
                      <a:pt x="34" y="110"/>
                      <a:pt x="34" y="110"/>
                      <a:pt x="34" y="11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243788" tIns="121894" rIns="243788" bIns="121894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013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2" name="Freeform 10"/>
              <p:cNvSpPr>
                <a:spLocks/>
              </p:cNvSpPr>
              <p:nvPr/>
            </p:nvSpPr>
            <p:spPr bwMode="auto">
              <a:xfrm>
                <a:off x="10432855" y="676997"/>
                <a:ext cx="164491" cy="164574"/>
              </a:xfrm>
              <a:custGeom>
                <a:avLst/>
                <a:gdLst/>
                <a:ahLst/>
                <a:cxnLst>
                  <a:cxn ang="0">
                    <a:pos x="68" y="95"/>
                  </a:cxn>
                  <a:cxn ang="0">
                    <a:pos x="91" y="0"/>
                  </a:cxn>
                  <a:cxn ang="0">
                    <a:pos x="133" y="0"/>
                  </a:cxn>
                  <a:cxn ang="0">
                    <a:pos x="133" y="133"/>
                  </a:cxn>
                  <a:cxn ang="0">
                    <a:pos x="111" y="133"/>
                  </a:cxn>
                  <a:cxn ang="0">
                    <a:pos x="111" y="23"/>
                  </a:cxn>
                  <a:cxn ang="0">
                    <a:pos x="81" y="133"/>
                  </a:cxn>
                  <a:cxn ang="0">
                    <a:pos x="57" y="133"/>
                  </a:cxn>
                  <a:cxn ang="0">
                    <a:pos x="24" y="23"/>
                  </a:cxn>
                  <a:cxn ang="0">
                    <a:pos x="24" y="133"/>
                  </a:cxn>
                  <a:cxn ang="0">
                    <a:pos x="0" y="133"/>
                  </a:cxn>
                  <a:cxn ang="0">
                    <a:pos x="0" y="0"/>
                  </a:cxn>
                  <a:cxn ang="0">
                    <a:pos x="42" y="0"/>
                  </a:cxn>
                  <a:cxn ang="0">
                    <a:pos x="68" y="95"/>
                  </a:cxn>
                  <a:cxn ang="0">
                    <a:pos x="68" y="95"/>
                  </a:cxn>
                </a:cxnLst>
                <a:rect l="0" t="0" r="r" b="b"/>
                <a:pathLst>
                  <a:path w="133" h="133">
                    <a:moveTo>
                      <a:pt x="68" y="95"/>
                    </a:moveTo>
                    <a:lnTo>
                      <a:pt x="91" y="0"/>
                    </a:lnTo>
                    <a:lnTo>
                      <a:pt x="133" y="0"/>
                    </a:lnTo>
                    <a:lnTo>
                      <a:pt x="133" y="133"/>
                    </a:lnTo>
                    <a:lnTo>
                      <a:pt x="111" y="133"/>
                    </a:lnTo>
                    <a:lnTo>
                      <a:pt x="111" y="23"/>
                    </a:lnTo>
                    <a:lnTo>
                      <a:pt x="81" y="133"/>
                    </a:lnTo>
                    <a:lnTo>
                      <a:pt x="57" y="133"/>
                    </a:lnTo>
                    <a:lnTo>
                      <a:pt x="24" y="23"/>
                    </a:lnTo>
                    <a:lnTo>
                      <a:pt x="24" y="133"/>
                    </a:lnTo>
                    <a:lnTo>
                      <a:pt x="0" y="133"/>
                    </a:lnTo>
                    <a:lnTo>
                      <a:pt x="0" y="0"/>
                    </a:lnTo>
                    <a:lnTo>
                      <a:pt x="42" y="0"/>
                    </a:lnTo>
                    <a:lnTo>
                      <a:pt x="68" y="95"/>
                    </a:lnTo>
                    <a:lnTo>
                      <a:pt x="68" y="95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243788" tIns="121894" rIns="243788" bIns="121894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013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3" name="Freeform 11"/>
              <p:cNvSpPr>
                <a:spLocks/>
              </p:cNvSpPr>
              <p:nvPr/>
            </p:nvSpPr>
            <p:spPr bwMode="auto">
              <a:xfrm>
                <a:off x="9901045" y="881167"/>
                <a:ext cx="28446" cy="34647"/>
              </a:xfrm>
              <a:custGeom>
                <a:avLst/>
                <a:gdLst/>
                <a:ahLst/>
                <a:cxnLst>
                  <a:cxn ang="0">
                    <a:pos x="8" y="5"/>
                  </a:cxn>
                  <a:cxn ang="0">
                    <a:pos x="0" y="5"/>
                  </a:cxn>
                  <a:cxn ang="0">
                    <a:pos x="0" y="0"/>
                  </a:cxn>
                  <a:cxn ang="0">
                    <a:pos x="23" y="0"/>
                  </a:cxn>
                  <a:cxn ang="0">
                    <a:pos x="23" y="5"/>
                  </a:cxn>
                  <a:cxn ang="0">
                    <a:pos x="15" y="5"/>
                  </a:cxn>
                  <a:cxn ang="0">
                    <a:pos x="15" y="28"/>
                  </a:cxn>
                  <a:cxn ang="0">
                    <a:pos x="8" y="28"/>
                  </a:cxn>
                  <a:cxn ang="0">
                    <a:pos x="8" y="5"/>
                  </a:cxn>
                </a:cxnLst>
                <a:rect l="0" t="0" r="r" b="b"/>
                <a:pathLst>
                  <a:path w="23" h="28">
                    <a:moveTo>
                      <a:pt x="8" y="5"/>
                    </a:moveTo>
                    <a:lnTo>
                      <a:pt x="0" y="5"/>
                    </a:lnTo>
                    <a:lnTo>
                      <a:pt x="0" y="0"/>
                    </a:lnTo>
                    <a:lnTo>
                      <a:pt x="23" y="0"/>
                    </a:lnTo>
                    <a:lnTo>
                      <a:pt x="23" y="5"/>
                    </a:lnTo>
                    <a:lnTo>
                      <a:pt x="15" y="5"/>
                    </a:lnTo>
                    <a:lnTo>
                      <a:pt x="15" y="28"/>
                    </a:lnTo>
                    <a:lnTo>
                      <a:pt x="8" y="28"/>
                    </a:lnTo>
                    <a:lnTo>
                      <a:pt x="8" y="5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243788" tIns="121894" rIns="243788" bIns="121894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013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4" name="Freeform 12"/>
              <p:cNvSpPr>
                <a:spLocks/>
              </p:cNvSpPr>
              <p:nvPr/>
            </p:nvSpPr>
            <p:spPr bwMode="auto">
              <a:xfrm>
                <a:off x="9972777" y="881167"/>
                <a:ext cx="27209" cy="3464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" y="0"/>
                  </a:cxn>
                  <a:cxn ang="0">
                    <a:pos x="22" y="5"/>
                  </a:cxn>
                  <a:cxn ang="0">
                    <a:pos x="7" y="5"/>
                  </a:cxn>
                  <a:cxn ang="0">
                    <a:pos x="7" y="11"/>
                  </a:cxn>
                  <a:cxn ang="0">
                    <a:pos x="21" y="11"/>
                  </a:cxn>
                  <a:cxn ang="0">
                    <a:pos x="21" y="16"/>
                  </a:cxn>
                  <a:cxn ang="0">
                    <a:pos x="7" y="16"/>
                  </a:cxn>
                  <a:cxn ang="0">
                    <a:pos x="7" y="23"/>
                  </a:cxn>
                  <a:cxn ang="0">
                    <a:pos x="22" y="23"/>
                  </a:cxn>
                  <a:cxn ang="0">
                    <a:pos x="22" y="28"/>
                  </a:cxn>
                  <a:cxn ang="0">
                    <a:pos x="0" y="28"/>
                  </a:cxn>
                  <a:cxn ang="0">
                    <a:pos x="0" y="0"/>
                  </a:cxn>
                </a:cxnLst>
                <a:rect l="0" t="0" r="r" b="b"/>
                <a:pathLst>
                  <a:path w="22" h="28">
                    <a:moveTo>
                      <a:pt x="0" y="0"/>
                    </a:moveTo>
                    <a:lnTo>
                      <a:pt x="22" y="0"/>
                    </a:lnTo>
                    <a:lnTo>
                      <a:pt x="22" y="5"/>
                    </a:lnTo>
                    <a:lnTo>
                      <a:pt x="7" y="5"/>
                    </a:lnTo>
                    <a:lnTo>
                      <a:pt x="7" y="11"/>
                    </a:lnTo>
                    <a:lnTo>
                      <a:pt x="21" y="11"/>
                    </a:lnTo>
                    <a:lnTo>
                      <a:pt x="21" y="16"/>
                    </a:lnTo>
                    <a:lnTo>
                      <a:pt x="7" y="16"/>
                    </a:lnTo>
                    <a:lnTo>
                      <a:pt x="7" y="23"/>
                    </a:lnTo>
                    <a:lnTo>
                      <a:pt x="22" y="23"/>
                    </a:lnTo>
                    <a:lnTo>
                      <a:pt x="22" y="28"/>
                    </a:lnTo>
                    <a:lnTo>
                      <a:pt x="0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243788" tIns="121894" rIns="243788" bIns="121894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013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5" name="Freeform 13"/>
              <p:cNvSpPr>
                <a:spLocks/>
              </p:cNvSpPr>
              <p:nvPr/>
            </p:nvSpPr>
            <p:spPr bwMode="auto">
              <a:xfrm>
                <a:off x="10043273" y="879930"/>
                <a:ext cx="33393" cy="37122"/>
              </a:xfrm>
              <a:custGeom>
                <a:avLst/>
                <a:gdLst/>
                <a:ahLst/>
                <a:cxnLst>
                  <a:cxn ang="0">
                    <a:pos x="28" y="15"/>
                  </a:cxn>
                  <a:cxn ang="0">
                    <a:pos x="20" y="8"/>
                  </a:cxn>
                  <a:cxn ang="0">
                    <a:pos x="9" y="22"/>
                  </a:cxn>
                  <a:cxn ang="0">
                    <a:pos x="20" y="35"/>
                  </a:cxn>
                  <a:cxn ang="0">
                    <a:pos x="29" y="26"/>
                  </a:cxn>
                  <a:cxn ang="0">
                    <a:pos x="37" y="26"/>
                  </a:cxn>
                  <a:cxn ang="0">
                    <a:pos x="20" y="42"/>
                  </a:cxn>
                  <a:cxn ang="0">
                    <a:pos x="0" y="22"/>
                  </a:cxn>
                  <a:cxn ang="0">
                    <a:pos x="20" y="0"/>
                  </a:cxn>
                  <a:cxn ang="0">
                    <a:pos x="37" y="15"/>
                  </a:cxn>
                  <a:cxn ang="0">
                    <a:pos x="28" y="15"/>
                  </a:cxn>
                </a:cxnLst>
                <a:rect l="0" t="0" r="r" b="b"/>
                <a:pathLst>
                  <a:path w="37" h="42">
                    <a:moveTo>
                      <a:pt x="28" y="15"/>
                    </a:moveTo>
                    <a:cubicBezTo>
                      <a:pt x="28" y="11"/>
                      <a:pt x="24" y="8"/>
                      <a:pt x="20" y="8"/>
                    </a:cubicBezTo>
                    <a:cubicBezTo>
                      <a:pt x="12" y="8"/>
                      <a:pt x="9" y="14"/>
                      <a:pt x="9" y="22"/>
                    </a:cubicBezTo>
                    <a:cubicBezTo>
                      <a:pt x="9" y="28"/>
                      <a:pt x="12" y="35"/>
                      <a:pt x="20" y="35"/>
                    </a:cubicBezTo>
                    <a:cubicBezTo>
                      <a:pt x="25" y="35"/>
                      <a:pt x="28" y="31"/>
                      <a:pt x="29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6" y="36"/>
                      <a:pt x="29" y="42"/>
                      <a:pt x="20" y="42"/>
                    </a:cubicBezTo>
                    <a:cubicBezTo>
                      <a:pt x="7" y="42"/>
                      <a:pt x="0" y="33"/>
                      <a:pt x="0" y="22"/>
                    </a:cubicBezTo>
                    <a:cubicBezTo>
                      <a:pt x="0" y="10"/>
                      <a:pt x="7" y="0"/>
                      <a:pt x="20" y="0"/>
                    </a:cubicBezTo>
                    <a:cubicBezTo>
                      <a:pt x="28" y="0"/>
                      <a:pt x="36" y="5"/>
                      <a:pt x="37" y="15"/>
                    </a:cubicBezTo>
                    <a:lnTo>
                      <a:pt x="28" y="15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243788" tIns="121894" rIns="243788" bIns="121894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013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6" name="Freeform 14"/>
              <p:cNvSpPr>
                <a:spLocks/>
              </p:cNvSpPr>
              <p:nvPr/>
            </p:nvSpPr>
            <p:spPr bwMode="auto">
              <a:xfrm>
                <a:off x="10121189" y="881167"/>
                <a:ext cx="29682" cy="3464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0"/>
                  </a:cxn>
                  <a:cxn ang="0">
                    <a:pos x="6" y="11"/>
                  </a:cxn>
                  <a:cxn ang="0">
                    <a:pos x="18" y="11"/>
                  </a:cxn>
                  <a:cxn ang="0">
                    <a:pos x="18" y="0"/>
                  </a:cxn>
                  <a:cxn ang="0">
                    <a:pos x="24" y="0"/>
                  </a:cxn>
                  <a:cxn ang="0">
                    <a:pos x="24" y="28"/>
                  </a:cxn>
                  <a:cxn ang="0">
                    <a:pos x="18" y="28"/>
                  </a:cxn>
                  <a:cxn ang="0">
                    <a:pos x="18" y="16"/>
                  </a:cxn>
                  <a:cxn ang="0">
                    <a:pos x="6" y="16"/>
                  </a:cxn>
                  <a:cxn ang="0">
                    <a:pos x="6" y="28"/>
                  </a:cxn>
                  <a:cxn ang="0">
                    <a:pos x="0" y="28"/>
                  </a:cxn>
                  <a:cxn ang="0">
                    <a:pos x="0" y="0"/>
                  </a:cxn>
                </a:cxnLst>
                <a:rect l="0" t="0" r="r" b="b"/>
                <a:pathLst>
                  <a:path w="24" h="28">
                    <a:moveTo>
                      <a:pt x="0" y="0"/>
                    </a:moveTo>
                    <a:lnTo>
                      <a:pt x="6" y="0"/>
                    </a:lnTo>
                    <a:lnTo>
                      <a:pt x="6" y="11"/>
                    </a:lnTo>
                    <a:lnTo>
                      <a:pt x="18" y="11"/>
                    </a:lnTo>
                    <a:lnTo>
                      <a:pt x="18" y="0"/>
                    </a:lnTo>
                    <a:lnTo>
                      <a:pt x="24" y="0"/>
                    </a:lnTo>
                    <a:lnTo>
                      <a:pt x="24" y="28"/>
                    </a:lnTo>
                    <a:lnTo>
                      <a:pt x="18" y="28"/>
                    </a:lnTo>
                    <a:lnTo>
                      <a:pt x="18" y="16"/>
                    </a:lnTo>
                    <a:lnTo>
                      <a:pt x="6" y="16"/>
                    </a:lnTo>
                    <a:lnTo>
                      <a:pt x="6" y="28"/>
                    </a:lnTo>
                    <a:lnTo>
                      <a:pt x="0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243788" tIns="121894" rIns="243788" bIns="121894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013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7" name="Freeform 15"/>
              <p:cNvSpPr>
                <a:spLocks/>
              </p:cNvSpPr>
              <p:nvPr/>
            </p:nvSpPr>
            <p:spPr bwMode="auto">
              <a:xfrm>
                <a:off x="10197869" y="881167"/>
                <a:ext cx="29682" cy="3464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0"/>
                  </a:cxn>
                  <a:cxn ang="0">
                    <a:pos x="18" y="19"/>
                  </a:cxn>
                  <a:cxn ang="0">
                    <a:pos x="18" y="19"/>
                  </a:cxn>
                  <a:cxn ang="0">
                    <a:pos x="18" y="0"/>
                  </a:cxn>
                  <a:cxn ang="0">
                    <a:pos x="24" y="0"/>
                  </a:cxn>
                  <a:cxn ang="0">
                    <a:pos x="24" y="28"/>
                  </a:cxn>
                  <a:cxn ang="0">
                    <a:pos x="18" y="28"/>
                  </a:cxn>
                  <a:cxn ang="0">
                    <a:pos x="6" y="10"/>
                  </a:cxn>
                  <a:cxn ang="0">
                    <a:pos x="6" y="10"/>
                  </a:cxn>
                  <a:cxn ang="0">
                    <a:pos x="6" y="28"/>
                  </a:cxn>
                  <a:cxn ang="0">
                    <a:pos x="0" y="28"/>
                  </a:cxn>
                  <a:cxn ang="0">
                    <a:pos x="0" y="0"/>
                  </a:cxn>
                </a:cxnLst>
                <a:rect l="0" t="0" r="r" b="b"/>
                <a:pathLst>
                  <a:path w="24" h="28">
                    <a:moveTo>
                      <a:pt x="0" y="0"/>
                    </a:moveTo>
                    <a:lnTo>
                      <a:pt x="6" y="0"/>
                    </a:lnTo>
                    <a:lnTo>
                      <a:pt x="18" y="19"/>
                    </a:lnTo>
                    <a:lnTo>
                      <a:pt x="18" y="19"/>
                    </a:lnTo>
                    <a:lnTo>
                      <a:pt x="18" y="0"/>
                    </a:lnTo>
                    <a:lnTo>
                      <a:pt x="24" y="0"/>
                    </a:lnTo>
                    <a:lnTo>
                      <a:pt x="24" y="28"/>
                    </a:lnTo>
                    <a:lnTo>
                      <a:pt x="18" y="28"/>
                    </a:lnTo>
                    <a:lnTo>
                      <a:pt x="6" y="10"/>
                    </a:lnTo>
                    <a:lnTo>
                      <a:pt x="6" y="10"/>
                    </a:lnTo>
                    <a:lnTo>
                      <a:pt x="6" y="28"/>
                    </a:lnTo>
                    <a:lnTo>
                      <a:pt x="0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243788" tIns="121894" rIns="243788" bIns="121894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013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8" name="Freeform 16"/>
              <p:cNvSpPr>
                <a:spLocks noEditPoints="1"/>
              </p:cNvSpPr>
              <p:nvPr/>
            </p:nvSpPr>
            <p:spPr bwMode="auto">
              <a:xfrm>
                <a:off x="10272075" y="879930"/>
                <a:ext cx="34630" cy="37122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40" y="22"/>
                  </a:cxn>
                  <a:cxn ang="0">
                    <a:pos x="20" y="42"/>
                  </a:cxn>
                  <a:cxn ang="0">
                    <a:pos x="0" y="22"/>
                  </a:cxn>
                  <a:cxn ang="0">
                    <a:pos x="20" y="0"/>
                  </a:cxn>
                  <a:cxn ang="0">
                    <a:pos x="20" y="35"/>
                  </a:cxn>
                  <a:cxn ang="0">
                    <a:pos x="31" y="22"/>
                  </a:cxn>
                  <a:cxn ang="0">
                    <a:pos x="20" y="8"/>
                  </a:cxn>
                  <a:cxn ang="0">
                    <a:pos x="9" y="22"/>
                  </a:cxn>
                  <a:cxn ang="0">
                    <a:pos x="20" y="35"/>
                  </a:cxn>
                </a:cxnLst>
                <a:rect l="0" t="0" r="r" b="b"/>
                <a:pathLst>
                  <a:path w="40" h="42">
                    <a:moveTo>
                      <a:pt x="20" y="0"/>
                    </a:moveTo>
                    <a:cubicBezTo>
                      <a:pt x="33" y="0"/>
                      <a:pt x="40" y="10"/>
                      <a:pt x="40" y="22"/>
                    </a:cubicBezTo>
                    <a:cubicBezTo>
                      <a:pt x="40" y="33"/>
                      <a:pt x="33" y="42"/>
                      <a:pt x="20" y="42"/>
                    </a:cubicBezTo>
                    <a:cubicBezTo>
                      <a:pt x="8" y="42"/>
                      <a:pt x="0" y="33"/>
                      <a:pt x="0" y="22"/>
                    </a:cubicBezTo>
                    <a:cubicBezTo>
                      <a:pt x="0" y="10"/>
                      <a:pt x="8" y="0"/>
                      <a:pt x="20" y="0"/>
                    </a:cubicBezTo>
                    <a:close/>
                    <a:moveTo>
                      <a:pt x="20" y="35"/>
                    </a:moveTo>
                    <a:cubicBezTo>
                      <a:pt x="28" y="35"/>
                      <a:pt x="31" y="28"/>
                      <a:pt x="31" y="22"/>
                    </a:cubicBezTo>
                    <a:cubicBezTo>
                      <a:pt x="31" y="14"/>
                      <a:pt x="28" y="8"/>
                      <a:pt x="20" y="8"/>
                    </a:cubicBezTo>
                    <a:cubicBezTo>
                      <a:pt x="12" y="8"/>
                      <a:pt x="9" y="14"/>
                      <a:pt x="9" y="22"/>
                    </a:cubicBezTo>
                    <a:cubicBezTo>
                      <a:pt x="9" y="28"/>
                      <a:pt x="12" y="35"/>
                      <a:pt x="20" y="3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243788" tIns="121894" rIns="243788" bIns="121894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013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9" name="Freeform 17"/>
              <p:cNvSpPr>
                <a:spLocks/>
              </p:cNvSpPr>
              <p:nvPr/>
            </p:nvSpPr>
            <p:spPr bwMode="auto">
              <a:xfrm>
                <a:off x="10352465" y="881167"/>
                <a:ext cx="23499" cy="3464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0"/>
                  </a:cxn>
                  <a:cxn ang="0">
                    <a:pos x="5" y="23"/>
                  </a:cxn>
                  <a:cxn ang="0">
                    <a:pos x="19" y="23"/>
                  </a:cxn>
                  <a:cxn ang="0">
                    <a:pos x="19" y="28"/>
                  </a:cxn>
                  <a:cxn ang="0">
                    <a:pos x="0" y="28"/>
                  </a:cxn>
                  <a:cxn ang="0">
                    <a:pos x="0" y="0"/>
                  </a:cxn>
                </a:cxnLst>
                <a:rect l="0" t="0" r="r" b="b"/>
                <a:pathLst>
                  <a:path w="19" h="28">
                    <a:moveTo>
                      <a:pt x="0" y="0"/>
                    </a:moveTo>
                    <a:lnTo>
                      <a:pt x="5" y="0"/>
                    </a:lnTo>
                    <a:lnTo>
                      <a:pt x="5" y="23"/>
                    </a:lnTo>
                    <a:lnTo>
                      <a:pt x="19" y="23"/>
                    </a:lnTo>
                    <a:lnTo>
                      <a:pt x="19" y="28"/>
                    </a:lnTo>
                    <a:lnTo>
                      <a:pt x="0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243788" tIns="121894" rIns="243788" bIns="121894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013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20" name="Freeform 18"/>
              <p:cNvSpPr>
                <a:spLocks noEditPoints="1"/>
              </p:cNvSpPr>
              <p:nvPr/>
            </p:nvSpPr>
            <p:spPr bwMode="auto">
              <a:xfrm>
                <a:off x="10419250" y="879930"/>
                <a:ext cx="34630" cy="37122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40" y="22"/>
                  </a:cxn>
                  <a:cxn ang="0">
                    <a:pos x="20" y="42"/>
                  </a:cxn>
                  <a:cxn ang="0">
                    <a:pos x="0" y="22"/>
                  </a:cxn>
                  <a:cxn ang="0">
                    <a:pos x="20" y="0"/>
                  </a:cxn>
                  <a:cxn ang="0">
                    <a:pos x="20" y="35"/>
                  </a:cxn>
                  <a:cxn ang="0">
                    <a:pos x="31" y="22"/>
                  </a:cxn>
                  <a:cxn ang="0">
                    <a:pos x="20" y="8"/>
                  </a:cxn>
                  <a:cxn ang="0">
                    <a:pos x="9" y="22"/>
                  </a:cxn>
                  <a:cxn ang="0">
                    <a:pos x="20" y="35"/>
                  </a:cxn>
                </a:cxnLst>
                <a:rect l="0" t="0" r="r" b="b"/>
                <a:pathLst>
                  <a:path w="40" h="42">
                    <a:moveTo>
                      <a:pt x="20" y="0"/>
                    </a:moveTo>
                    <a:cubicBezTo>
                      <a:pt x="32" y="0"/>
                      <a:pt x="40" y="10"/>
                      <a:pt x="40" y="22"/>
                    </a:cubicBezTo>
                    <a:cubicBezTo>
                      <a:pt x="40" y="33"/>
                      <a:pt x="32" y="42"/>
                      <a:pt x="20" y="42"/>
                    </a:cubicBezTo>
                    <a:cubicBezTo>
                      <a:pt x="7" y="42"/>
                      <a:pt x="0" y="33"/>
                      <a:pt x="0" y="22"/>
                    </a:cubicBezTo>
                    <a:cubicBezTo>
                      <a:pt x="0" y="10"/>
                      <a:pt x="7" y="0"/>
                      <a:pt x="20" y="0"/>
                    </a:cubicBezTo>
                    <a:close/>
                    <a:moveTo>
                      <a:pt x="20" y="35"/>
                    </a:moveTo>
                    <a:cubicBezTo>
                      <a:pt x="28" y="35"/>
                      <a:pt x="31" y="28"/>
                      <a:pt x="31" y="22"/>
                    </a:cubicBezTo>
                    <a:cubicBezTo>
                      <a:pt x="31" y="14"/>
                      <a:pt x="28" y="8"/>
                      <a:pt x="20" y="8"/>
                    </a:cubicBezTo>
                    <a:cubicBezTo>
                      <a:pt x="12" y="8"/>
                      <a:pt x="9" y="14"/>
                      <a:pt x="9" y="22"/>
                    </a:cubicBezTo>
                    <a:cubicBezTo>
                      <a:pt x="9" y="28"/>
                      <a:pt x="12" y="35"/>
                      <a:pt x="20" y="3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243788" tIns="121894" rIns="243788" bIns="121894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013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21" name="Freeform 19"/>
              <p:cNvSpPr>
                <a:spLocks/>
              </p:cNvSpPr>
              <p:nvPr/>
            </p:nvSpPr>
            <p:spPr bwMode="auto">
              <a:xfrm>
                <a:off x="10497167" y="879930"/>
                <a:ext cx="32156" cy="37122"/>
              </a:xfrm>
              <a:custGeom>
                <a:avLst/>
                <a:gdLst/>
                <a:ahLst/>
                <a:cxnLst>
                  <a:cxn ang="0">
                    <a:pos x="30" y="37"/>
                  </a:cxn>
                  <a:cxn ang="0">
                    <a:pos x="19" y="42"/>
                  </a:cxn>
                  <a:cxn ang="0">
                    <a:pos x="0" y="22"/>
                  </a:cxn>
                  <a:cxn ang="0">
                    <a:pos x="19" y="0"/>
                  </a:cxn>
                  <a:cxn ang="0">
                    <a:pos x="36" y="14"/>
                  </a:cxn>
                  <a:cxn ang="0">
                    <a:pos x="28" y="14"/>
                  </a:cxn>
                  <a:cxn ang="0">
                    <a:pos x="19" y="8"/>
                  </a:cxn>
                  <a:cxn ang="0">
                    <a:pos x="8" y="22"/>
                  </a:cxn>
                  <a:cxn ang="0">
                    <a:pos x="19" y="35"/>
                  </a:cxn>
                  <a:cxn ang="0">
                    <a:pos x="29" y="26"/>
                  </a:cxn>
                  <a:cxn ang="0">
                    <a:pos x="20" y="26"/>
                  </a:cxn>
                  <a:cxn ang="0">
                    <a:pos x="20" y="20"/>
                  </a:cxn>
                  <a:cxn ang="0">
                    <a:pos x="37" y="20"/>
                  </a:cxn>
                  <a:cxn ang="0">
                    <a:pos x="37" y="41"/>
                  </a:cxn>
                  <a:cxn ang="0">
                    <a:pos x="31" y="41"/>
                  </a:cxn>
                  <a:cxn ang="0">
                    <a:pos x="30" y="37"/>
                  </a:cxn>
                </a:cxnLst>
                <a:rect l="0" t="0" r="r" b="b"/>
                <a:pathLst>
                  <a:path w="37" h="42">
                    <a:moveTo>
                      <a:pt x="30" y="37"/>
                    </a:moveTo>
                    <a:cubicBezTo>
                      <a:pt x="27" y="41"/>
                      <a:pt x="23" y="42"/>
                      <a:pt x="19" y="42"/>
                    </a:cubicBezTo>
                    <a:cubicBezTo>
                      <a:pt x="7" y="42"/>
                      <a:pt x="0" y="33"/>
                      <a:pt x="0" y="22"/>
                    </a:cubicBezTo>
                    <a:cubicBezTo>
                      <a:pt x="0" y="10"/>
                      <a:pt x="7" y="0"/>
                      <a:pt x="19" y="0"/>
                    </a:cubicBezTo>
                    <a:cubicBezTo>
                      <a:pt x="28" y="0"/>
                      <a:pt x="35" y="5"/>
                      <a:pt x="36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0"/>
                      <a:pt x="24" y="8"/>
                      <a:pt x="19" y="8"/>
                    </a:cubicBezTo>
                    <a:cubicBezTo>
                      <a:pt x="11" y="8"/>
                      <a:pt x="8" y="14"/>
                      <a:pt x="8" y="22"/>
                    </a:cubicBezTo>
                    <a:cubicBezTo>
                      <a:pt x="8" y="28"/>
                      <a:pt x="11" y="35"/>
                      <a:pt x="19" y="35"/>
                    </a:cubicBezTo>
                    <a:cubicBezTo>
                      <a:pt x="25" y="35"/>
                      <a:pt x="28" y="32"/>
                      <a:pt x="29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7" y="41"/>
                      <a:pt x="37" y="41"/>
                      <a:pt x="37" y="41"/>
                    </a:cubicBezTo>
                    <a:cubicBezTo>
                      <a:pt x="31" y="41"/>
                      <a:pt x="31" y="41"/>
                      <a:pt x="31" y="41"/>
                    </a:cubicBezTo>
                    <a:lnTo>
                      <a:pt x="30" y="37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243788" tIns="121894" rIns="243788" bIns="121894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013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22" name="Freeform 20"/>
              <p:cNvSpPr>
                <a:spLocks/>
              </p:cNvSpPr>
              <p:nvPr/>
            </p:nvSpPr>
            <p:spPr bwMode="auto">
              <a:xfrm>
                <a:off x="10572610" y="881167"/>
                <a:ext cx="33393" cy="34647"/>
              </a:xfrm>
              <a:custGeom>
                <a:avLst/>
                <a:gdLst/>
                <a:ahLst/>
                <a:cxnLst>
                  <a:cxn ang="0">
                    <a:pos x="10" y="17"/>
                  </a:cxn>
                  <a:cxn ang="0">
                    <a:pos x="0" y="0"/>
                  </a:cxn>
                  <a:cxn ang="0">
                    <a:pos x="6" y="0"/>
                  </a:cxn>
                  <a:cxn ang="0">
                    <a:pos x="13" y="11"/>
                  </a:cxn>
                  <a:cxn ang="0">
                    <a:pos x="20" y="0"/>
                  </a:cxn>
                  <a:cxn ang="0">
                    <a:pos x="27" y="0"/>
                  </a:cxn>
                  <a:cxn ang="0">
                    <a:pos x="16" y="17"/>
                  </a:cxn>
                  <a:cxn ang="0">
                    <a:pos x="16" y="28"/>
                  </a:cxn>
                  <a:cxn ang="0">
                    <a:pos x="10" y="28"/>
                  </a:cxn>
                  <a:cxn ang="0">
                    <a:pos x="10" y="17"/>
                  </a:cxn>
                </a:cxnLst>
                <a:rect l="0" t="0" r="r" b="b"/>
                <a:pathLst>
                  <a:path w="27" h="28">
                    <a:moveTo>
                      <a:pt x="10" y="17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13" y="11"/>
                    </a:lnTo>
                    <a:lnTo>
                      <a:pt x="20" y="0"/>
                    </a:lnTo>
                    <a:lnTo>
                      <a:pt x="27" y="0"/>
                    </a:lnTo>
                    <a:lnTo>
                      <a:pt x="16" y="17"/>
                    </a:lnTo>
                    <a:lnTo>
                      <a:pt x="16" y="28"/>
                    </a:lnTo>
                    <a:lnTo>
                      <a:pt x="10" y="28"/>
                    </a:lnTo>
                    <a:lnTo>
                      <a:pt x="10" y="17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243788" tIns="121894" rIns="243788" bIns="121894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013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</p:grpSp>
      <p:grpSp>
        <p:nvGrpSpPr>
          <p:cNvPr id="23" name="组合 22"/>
          <p:cNvGrpSpPr/>
          <p:nvPr userDrawn="1"/>
        </p:nvGrpSpPr>
        <p:grpSpPr>
          <a:xfrm rot="8100000" flipH="1">
            <a:off x="-175434" y="525263"/>
            <a:ext cx="350868" cy="350823"/>
            <a:chOff x="7300686" y="943429"/>
            <a:chExt cx="624114" cy="624114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7300686" y="943429"/>
              <a:ext cx="624114" cy="0"/>
            </a:xfrm>
            <a:prstGeom prst="line">
              <a:avLst/>
            </a:prstGeom>
            <a:ln w="127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rot="16200000">
              <a:off x="7612743" y="1255486"/>
              <a:ext cx="624114" cy="0"/>
            </a:xfrm>
            <a:prstGeom prst="line">
              <a:avLst/>
            </a:prstGeom>
            <a:ln w="127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矩形 25"/>
          <p:cNvSpPr/>
          <p:nvPr userDrawn="1"/>
        </p:nvSpPr>
        <p:spPr>
          <a:xfrm>
            <a:off x="-1" y="6458861"/>
            <a:ext cx="12193589" cy="3991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25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中建材信息技术股份有限公司  </a:t>
            </a:r>
            <a:r>
              <a:rPr lang="en-US" altLang="zh-CN" sz="825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CNBM TECHNOLOGY</a:t>
            </a:r>
          </a:p>
        </p:txBody>
      </p:sp>
      <p:grpSp>
        <p:nvGrpSpPr>
          <p:cNvPr id="27" name="Group 189"/>
          <p:cNvGrpSpPr>
            <a:grpSpLocks/>
          </p:cNvGrpSpPr>
          <p:nvPr userDrawn="1"/>
        </p:nvGrpSpPr>
        <p:grpSpPr bwMode="auto">
          <a:xfrm>
            <a:off x="1063548" y="1029232"/>
            <a:ext cx="10049074" cy="5029320"/>
            <a:chOff x="617" y="1370"/>
            <a:chExt cx="4531" cy="2740"/>
          </a:xfrm>
          <a:solidFill>
            <a:schemeClr val="bg1">
              <a:lumMod val="85000"/>
              <a:alpha val="37000"/>
            </a:schemeClr>
          </a:solidFill>
        </p:grpSpPr>
        <p:sp>
          <p:nvSpPr>
            <p:cNvPr id="28" name="Freeform 190"/>
            <p:cNvSpPr>
              <a:spLocks/>
            </p:cNvSpPr>
            <p:nvPr/>
          </p:nvSpPr>
          <p:spPr bwMode="gray">
            <a:xfrm>
              <a:off x="1599" y="1634"/>
              <a:ext cx="84" cy="186"/>
            </a:xfrm>
            <a:custGeom>
              <a:avLst/>
              <a:gdLst>
                <a:gd name="T0" fmla="*/ 76 w 84"/>
                <a:gd name="T1" fmla="*/ 8 h 186"/>
                <a:gd name="T2" fmla="*/ 74 w 84"/>
                <a:gd name="T3" fmla="*/ 4 h 186"/>
                <a:gd name="T4" fmla="*/ 74 w 84"/>
                <a:gd name="T5" fmla="*/ 0 h 186"/>
                <a:gd name="T6" fmla="*/ 70 w 84"/>
                <a:gd name="T7" fmla="*/ 0 h 186"/>
                <a:gd name="T8" fmla="*/ 64 w 84"/>
                <a:gd name="T9" fmla="*/ 8 h 186"/>
                <a:gd name="T10" fmla="*/ 50 w 84"/>
                <a:gd name="T11" fmla="*/ 22 h 186"/>
                <a:gd name="T12" fmla="*/ 38 w 84"/>
                <a:gd name="T13" fmla="*/ 30 h 186"/>
                <a:gd name="T14" fmla="*/ 34 w 84"/>
                <a:gd name="T15" fmla="*/ 32 h 186"/>
                <a:gd name="T16" fmla="*/ 2 w 84"/>
                <a:gd name="T17" fmla="*/ 116 h 186"/>
                <a:gd name="T18" fmla="*/ 0 w 84"/>
                <a:gd name="T19" fmla="*/ 148 h 186"/>
                <a:gd name="T20" fmla="*/ 2 w 84"/>
                <a:gd name="T21" fmla="*/ 148 h 186"/>
                <a:gd name="T22" fmla="*/ 6 w 84"/>
                <a:gd name="T23" fmla="*/ 150 h 186"/>
                <a:gd name="T24" fmla="*/ 4 w 84"/>
                <a:gd name="T25" fmla="*/ 158 h 186"/>
                <a:gd name="T26" fmla="*/ 4 w 84"/>
                <a:gd name="T27" fmla="*/ 168 h 186"/>
                <a:gd name="T28" fmla="*/ 6 w 84"/>
                <a:gd name="T29" fmla="*/ 176 h 186"/>
                <a:gd name="T30" fmla="*/ 14 w 84"/>
                <a:gd name="T31" fmla="*/ 178 h 186"/>
                <a:gd name="T32" fmla="*/ 24 w 84"/>
                <a:gd name="T33" fmla="*/ 180 h 186"/>
                <a:gd name="T34" fmla="*/ 28 w 84"/>
                <a:gd name="T35" fmla="*/ 184 h 186"/>
                <a:gd name="T36" fmla="*/ 40 w 84"/>
                <a:gd name="T37" fmla="*/ 186 h 186"/>
                <a:gd name="T38" fmla="*/ 44 w 84"/>
                <a:gd name="T39" fmla="*/ 184 h 186"/>
                <a:gd name="T40" fmla="*/ 48 w 84"/>
                <a:gd name="T41" fmla="*/ 180 h 186"/>
                <a:gd name="T42" fmla="*/ 48 w 84"/>
                <a:gd name="T43" fmla="*/ 174 h 186"/>
                <a:gd name="T44" fmla="*/ 44 w 84"/>
                <a:gd name="T45" fmla="*/ 170 h 186"/>
                <a:gd name="T46" fmla="*/ 40 w 84"/>
                <a:gd name="T47" fmla="*/ 170 h 186"/>
                <a:gd name="T48" fmla="*/ 30 w 84"/>
                <a:gd name="T49" fmla="*/ 154 h 186"/>
                <a:gd name="T50" fmla="*/ 26 w 84"/>
                <a:gd name="T51" fmla="*/ 128 h 186"/>
                <a:gd name="T52" fmla="*/ 34 w 84"/>
                <a:gd name="T53" fmla="*/ 100 h 186"/>
                <a:gd name="T54" fmla="*/ 32 w 84"/>
                <a:gd name="T55" fmla="*/ 96 h 186"/>
                <a:gd name="T56" fmla="*/ 34 w 84"/>
                <a:gd name="T57" fmla="*/ 86 h 186"/>
                <a:gd name="T58" fmla="*/ 40 w 84"/>
                <a:gd name="T59" fmla="*/ 76 h 186"/>
                <a:gd name="T60" fmla="*/ 56 w 84"/>
                <a:gd name="T61" fmla="*/ 50 h 186"/>
                <a:gd name="T62" fmla="*/ 84 w 84"/>
                <a:gd name="T63" fmla="*/ 22 h 18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84"/>
                <a:gd name="T97" fmla="*/ 0 h 186"/>
                <a:gd name="T98" fmla="*/ 84 w 84"/>
                <a:gd name="T99" fmla="*/ 186 h 18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84" h="186">
                  <a:moveTo>
                    <a:pt x="76" y="8"/>
                  </a:moveTo>
                  <a:lnTo>
                    <a:pt x="76" y="8"/>
                  </a:lnTo>
                  <a:lnTo>
                    <a:pt x="76" y="6"/>
                  </a:lnTo>
                  <a:lnTo>
                    <a:pt x="74" y="4"/>
                  </a:lnTo>
                  <a:lnTo>
                    <a:pt x="74" y="2"/>
                  </a:lnTo>
                  <a:lnTo>
                    <a:pt x="74" y="0"/>
                  </a:lnTo>
                  <a:lnTo>
                    <a:pt x="72" y="0"/>
                  </a:lnTo>
                  <a:lnTo>
                    <a:pt x="70" y="0"/>
                  </a:lnTo>
                  <a:lnTo>
                    <a:pt x="66" y="2"/>
                  </a:lnTo>
                  <a:lnTo>
                    <a:pt x="64" y="8"/>
                  </a:lnTo>
                  <a:lnTo>
                    <a:pt x="56" y="16"/>
                  </a:lnTo>
                  <a:lnTo>
                    <a:pt x="50" y="22"/>
                  </a:lnTo>
                  <a:lnTo>
                    <a:pt x="44" y="28"/>
                  </a:lnTo>
                  <a:lnTo>
                    <a:pt x="38" y="30"/>
                  </a:lnTo>
                  <a:lnTo>
                    <a:pt x="36" y="32"/>
                  </a:lnTo>
                  <a:lnTo>
                    <a:pt x="34" y="32"/>
                  </a:lnTo>
                  <a:lnTo>
                    <a:pt x="8" y="88"/>
                  </a:lnTo>
                  <a:lnTo>
                    <a:pt x="2" y="116"/>
                  </a:lnTo>
                  <a:lnTo>
                    <a:pt x="2" y="124"/>
                  </a:lnTo>
                  <a:lnTo>
                    <a:pt x="0" y="148"/>
                  </a:lnTo>
                  <a:lnTo>
                    <a:pt x="2" y="148"/>
                  </a:lnTo>
                  <a:lnTo>
                    <a:pt x="4" y="148"/>
                  </a:lnTo>
                  <a:lnTo>
                    <a:pt x="6" y="150"/>
                  </a:lnTo>
                  <a:lnTo>
                    <a:pt x="6" y="154"/>
                  </a:lnTo>
                  <a:lnTo>
                    <a:pt x="4" y="158"/>
                  </a:lnTo>
                  <a:lnTo>
                    <a:pt x="4" y="162"/>
                  </a:lnTo>
                  <a:lnTo>
                    <a:pt x="4" y="168"/>
                  </a:lnTo>
                  <a:lnTo>
                    <a:pt x="4" y="172"/>
                  </a:lnTo>
                  <a:lnTo>
                    <a:pt x="6" y="176"/>
                  </a:lnTo>
                  <a:lnTo>
                    <a:pt x="8" y="178"/>
                  </a:lnTo>
                  <a:lnTo>
                    <a:pt x="14" y="178"/>
                  </a:lnTo>
                  <a:lnTo>
                    <a:pt x="20" y="178"/>
                  </a:lnTo>
                  <a:lnTo>
                    <a:pt x="24" y="180"/>
                  </a:lnTo>
                  <a:lnTo>
                    <a:pt x="26" y="182"/>
                  </a:lnTo>
                  <a:lnTo>
                    <a:pt x="28" y="184"/>
                  </a:lnTo>
                  <a:lnTo>
                    <a:pt x="40" y="186"/>
                  </a:lnTo>
                  <a:lnTo>
                    <a:pt x="42" y="186"/>
                  </a:lnTo>
                  <a:lnTo>
                    <a:pt x="44" y="184"/>
                  </a:lnTo>
                  <a:lnTo>
                    <a:pt x="46" y="184"/>
                  </a:lnTo>
                  <a:lnTo>
                    <a:pt x="48" y="180"/>
                  </a:lnTo>
                  <a:lnTo>
                    <a:pt x="50" y="178"/>
                  </a:lnTo>
                  <a:lnTo>
                    <a:pt x="48" y="174"/>
                  </a:lnTo>
                  <a:lnTo>
                    <a:pt x="46" y="172"/>
                  </a:lnTo>
                  <a:lnTo>
                    <a:pt x="44" y="170"/>
                  </a:lnTo>
                  <a:lnTo>
                    <a:pt x="40" y="170"/>
                  </a:lnTo>
                  <a:lnTo>
                    <a:pt x="30" y="158"/>
                  </a:lnTo>
                  <a:lnTo>
                    <a:pt x="30" y="154"/>
                  </a:lnTo>
                  <a:lnTo>
                    <a:pt x="26" y="142"/>
                  </a:lnTo>
                  <a:lnTo>
                    <a:pt x="26" y="128"/>
                  </a:lnTo>
                  <a:lnTo>
                    <a:pt x="26" y="112"/>
                  </a:lnTo>
                  <a:lnTo>
                    <a:pt x="34" y="100"/>
                  </a:lnTo>
                  <a:lnTo>
                    <a:pt x="34" y="98"/>
                  </a:lnTo>
                  <a:lnTo>
                    <a:pt x="32" y="96"/>
                  </a:lnTo>
                  <a:lnTo>
                    <a:pt x="32" y="92"/>
                  </a:lnTo>
                  <a:lnTo>
                    <a:pt x="34" y="86"/>
                  </a:lnTo>
                  <a:lnTo>
                    <a:pt x="36" y="82"/>
                  </a:lnTo>
                  <a:lnTo>
                    <a:pt x="40" y="76"/>
                  </a:lnTo>
                  <a:lnTo>
                    <a:pt x="48" y="66"/>
                  </a:lnTo>
                  <a:lnTo>
                    <a:pt x="56" y="50"/>
                  </a:lnTo>
                  <a:lnTo>
                    <a:pt x="66" y="36"/>
                  </a:lnTo>
                  <a:lnTo>
                    <a:pt x="84" y="22"/>
                  </a:lnTo>
                  <a:lnTo>
                    <a:pt x="76" y="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29" name="Freeform 191"/>
            <p:cNvSpPr>
              <a:spLocks/>
            </p:cNvSpPr>
            <p:nvPr/>
          </p:nvSpPr>
          <p:spPr bwMode="gray">
            <a:xfrm>
              <a:off x="1421" y="1478"/>
              <a:ext cx="110" cy="70"/>
            </a:xfrm>
            <a:custGeom>
              <a:avLst/>
              <a:gdLst>
                <a:gd name="T0" fmla="*/ 26 w 110"/>
                <a:gd name="T1" fmla="*/ 10 h 70"/>
                <a:gd name="T2" fmla="*/ 26 w 110"/>
                <a:gd name="T3" fmla="*/ 10 h 70"/>
                <a:gd name="T4" fmla="*/ 26 w 110"/>
                <a:gd name="T5" fmla="*/ 12 h 70"/>
                <a:gd name="T6" fmla="*/ 24 w 110"/>
                <a:gd name="T7" fmla="*/ 16 h 70"/>
                <a:gd name="T8" fmla="*/ 22 w 110"/>
                <a:gd name="T9" fmla="*/ 18 h 70"/>
                <a:gd name="T10" fmla="*/ 20 w 110"/>
                <a:gd name="T11" fmla="*/ 20 h 70"/>
                <a:gd name="T12" fmla="*/ 14 w 110"/>
                <a:gd name="T13" fmla="*/ 22 h 70"/>
                <a:gd name="T14" fmla="*/ 10 w 110"/>
                <a:gd name="T15" fmla="*/ 24 h 70"/>
                <a:gd name="T16" fmla="*/ 4 w 110"/>
                <a:gd name="T17" fmla="*/ 24 h 70"/>
                <a:gd name="T18" fmla="*/ 2 w 110"/>
                <a:gd name="T19" fmla="*/ 28 h 70"/>
                <a:gd name="T20" fmla="*/ 0 w 110"/>
                <a:gd name="T21" fmla="*/ 30 h 70"/>
                <a:gd name="T22" fmla="*/ 0 w 110"/>
                <a:gd name="T23" fmla="*/ 32 h 70"/>
                <a:gd name="T24" fmla="*/ 2 w 110"/>
                <a:gd name="T25" fmla="*/ 34 h 70"/>
                <a:gd name="T26" fmla="*/ 8 w 110"/>
                <a:gd name="T27" fmla="*/ 38 h 70"/>
                <a:gd name="T28" fmla="*/ 22 w 110"/>
                <a:gd name="T29" fmla="*/ 42 h 70"/>
                <a:gd name="T30" fmla="*/ 34 w 110"/>
                <a:gd name="T31" fmla="*/ 44 h 70"/>
                <a:gd name="T32" fmla="*/ 46 w 110"/>
                <a:gd name="T33" fmla="*/ 44 h 70"/>
                <a:gd name="T34" fmla="*/ 50 w 110"/>
                <a:gd name="T35" fmla="*/ 44 h 70"/>
                <a:gd name="T36" fmla="*/ 68 w 110"/>
                <a:gd name="T37" fmla="*/ 70 h 70"/>
                <a:gd name="T38" fmla="*/ 86 w 110"/>
                <a:gd name="T39" fmla="*/ 56 h 70"/>
                <a:gd name="T40" fmla="*/ 88 w 110"/>
                <a:gd name="T41" fmla="*/ 44 h 70"/>
                <a:gd name="T42" fmla="*/ 88 w 110"/>
                <a:gd name="T43" fmla="*/ 44 h 70"/>
                <a:gd name="T44" fmla="*/ 92 w 110"/>
                <a:gd name="T45" fmla="*/ 42 h 70"/>
                <a:gd name="T46" fmla="*/ 96 w 110"/>
                <a:gd name="T47" fmla="*/ 40 h 70"/>
                <a:gd name="T48" fmla="*/ 100 w 110"/>
                <a:gd name="T49" fmla="*/ 36 h 70"/>
                <a:gd name="T50" fmla="*/ 104 w 110"/>
                <a:gd name="T51" fmla="*/ 32 h 70"/>
                <a:gd name="T52" fmla="*/ 108 w 110"/>
                <a:gd name="T53" fmla="*/ 28 h 70"/>
                <a:gd name="T54" fmla="*/ 110 w 110"/>
                <a:gd name="T55" fmla="*/ 22 h 70"/>
                <a:gd name="T56" fmla="*/ 110 w 110"/>
                <a:gd name="T57" fmla="*/ 18 h 70"/>
                <a:gd name="T58" fmla="*/ 110 w 110"/>
                <a:gd name="T59" fmla="*/ 16 h 70"/>
                <a:gd name="T60" fmla="*/ 108 w 110"/>
                <a:gd name="T61" fmla="*/ 16 h 70"/>
                <a:gd name="T62" fmla="*/ 106 w 110"/>
                <a:gd name="T63" fmla="*/ 16 h 70"/>
                <a:gd name="T64" fmla="*/ 104 w 110"/>
                <a:gd name="T65" fmla="*/ 18 h 70"/>
                <a:gd name="T66" fmla="*/ 102 w 110"/>
                <a:gd name="T67" fmla="*/ 18 h 70"/>
                <a:gd name="T68" fmla="*/ 100 w 110"/>
                <a:gd name="T69" fmla="*/ 20 h 70"/>
                <a:gd name="T70" fmla="*/ 98 w 110"/>
                <a:gd name="T71" fmla="*/ 22 h 70"/>
                <a:gd name="T72" fmla="*/ 98 w 110"/>
                <a:gd name="T73" fmla="*/ 22 h 70"/>
                <a:gd name="T74" fmla="*/ 80 w 110"/>
                <a:gd name="T75" fmla="*/ 32 h 70"/>
                <a:gd name="T76" fmla="*/ 62 w 110"/>
                <a:gd name="T77" fmla="*/ 30 h 70"/>
                <a:gd name="T78" fmla="*/ 60 w 110"/>
                <a:gd name="T79" fmla="*/ 28 h 70"/>
                <a:gd name="T80" fmla="*/ 58 w 110"/>
                <a:gd name="T81" fmla="*/ 28 h 70"/>
                <a:gd name="T82" fmla="*/ 56 w 110"/>
                <a:gd name="T83" fmla="*/ 24 h 70"/>
                <a:gd name="T84" fmla="*/ 56 w 110"/>
                <a:gd name="T85" fmla="*/ 22 h 70"/>
                <a:gd name="T86" fmla="*/ 56 w 110"/>
                <a:gd name="T87" fmla="*/ 18 h 70"/>
                <a:gd name="T88" fmla="*/ 58 w 110"/>
                <a:gd name="T89" fmla="*/ 14 h 70"/>
                <a:gd name="T90" fmla="*/ 62 w 110"/>
                <a:gd name="T91" fmla="*/ 10 h 70"/>
                <a:gd name="T92" fmla="*/ 64 w 110"/>
                <a:gd name="T93" fmla="*/ 6 h 70"/>
                <a:gd name="T94" fmla="*/ 66 w 110"/>
                <a:gd name="T95" fmla="*/ 4 h 70"/>
                <a:gd name="T96" fmla="*/ 66 w 110"/>
                <a:gd name="T97" fmla="*/ 4 h 70"/>
                <a:gd name="T98" fmla="*/ 62 w 110"/>
                <a:gd name="T99" fmla="*/ 2 h 70"/>
                <a:gd name="T100" fmla="*/ 54 w 110"/>
                <a:gd name="T101" fmla="*/ 2 h 70"/>
                <a:gd name="T102" fmla="*/ 44 w 110"/>
                <a:gd name="T103" fmla="*/ 0 h 70"/>
                <a:gd name="T104" fmla="*/ 34 w 110"/>
                <a:gd name="T105" fmla="*/ 4 h 70"/>
                <a:gd name="T106" fmla="*/ 26 w 110"/>
                <a:gd name="T107" fmla="*/ 10 h 7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110"/>
                <a:gd name="T163" fmla="*/ 0 h 70"/>
                <a:gd name="T164" fmla="*/ 110 w 110"/>
                <a:gd name="T165" fmla="*/ 70 h 70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110" h="70">
                  <a:moveTo>
                    <a:pt x="26" y="10"/>
                  </a:moveTo>
                  <a:lnTo>
                    <a:pt x="26" y="10"/>
                  </a:lnTo>
                  <a:lnTo>
                    <a:pt x="26" y="12"/>
                  </a:lnTo>
                  <a:lnTo>
                    <a:pt x="24" y="16"/>
                  </a:lnTo>
                  <a:lnTo>
                    <a:pt x="22" y="18"/>
                  </a:lnTo>
                  <a:lnTo>
                    <a:pt x="20" y="20"/>
                  </a:lnTo>
                  <a:lnTo>
                    <a:pt x="14" y="22"/>
                  </a:lnTo>
                  <a:lnTo>
                    <a:pt x="10" y="24"/>
                  </a:lnTo>
                  <a:lnTo>
                    <a:pt x="4" y="24"/>
                  </a:lnTo>
                  <a:lnTo>
                    <a:pt x="2" y="28"/>
                  </a:lnTo>
                  <a:lnTo>
                    <a:pt x="0" y="30"/>
                  </a:lnTo>
                  <a:lnTo>
                    <a:pt x="0" y="32"/>
                  </a:lnTo>
                  <a:lnTo>
                    <a:pt x="2" y="34"/>
                  </a:lnTo>
                  <a:lnTo>
                    <a:pt x="8" y="38"/>
                  </a:lnTo>
                  <a:lnTo>
                    <a:pt x="22" y="42"/>
                  </a:lnTo>
                  <a:lnTo>
                    <a:pt x="34" y="44"/>
                  </a:lnTo>
                  <a:lnTo>
                    <a:pt x="46" y="44"/>
                  </a:lnTo>
                  <a:lnTo>
                    <a:pt x="50" y="44"/>
                  </a:lnTo>
                  <a:lnTo>
                    <a:pt x="68" y="70"/>
                  </a:lnTo>
                  <a:lnTo>
                    <a:pt x="86" y="56"/>
                  </a:lnTo>
                  <a:lnTo>
                    <a:pt x="88" y="44"/>
                  </a:lnTo>
                  <a:lnTo>
                    <a:pt x="92" y="42"/>
                  </a:lnTo>
                  <a:lnTo>
                    <a:pt x="96" y="40"/>
                  </a:lnTo>
                  <a:lnTo>
                    <a:pt x="100" y="36"/>
                  </a:lnTo>
                  <a:lnTo>
                    <a:pt x="104" y="32"/>
                  </a:lnTo>
                  <a:lnTo>
                    <a:pt x="108" y="28"/>
                  </a:lnTo>
                  <a:lnTo>
                    <a:pt x="110" y="22"/>
                  </a:lnTo>
                  <a:lnTo>
                    <a:pt x="110" y="18"/>
                  </a:lnTo>
                  <a:lnTo>
                    <a:pt x="110" y="16"/>
                  </a:lnTo>
                  <a:lnTo>
                    <a:pt x="108" y="16"/>
                  </a:lnTo>
                  <a:lnTo>
                    <a:pt x="106" y="16"/>
                  </a:lnTo>
                  <a:lnTo>
                    <a:pt x="104" y="18"/>
                  </a:lnTo>
                  <a:lnTo>
                    <a:pt x="102" y="18"/>
                  </a:lnTo>
                  <a:lnTo>
                    <a:pt x="100" y="20"/>
                  </a:lnTo>
                  <a:lnTo>
                    <a:pt x="98" y="22"/>
                  </a:lnTo>
                  <a:lnTo>
                    <a:pt x="80" y="32"/>
                  </a:lnTo>
                  <a:lnTo>
                    <a:pt x="62" y="30"/>
                  </a:lnTo>
                  <a:lnTo>
                    <a:pt x="60" y="28"/>
                  </a:lnTo>
                  <a:lnTo>
                    <a:pt x="58" y="28"/>
                  </a:lnTo>
                  <a:lnTo>
                    <a:pt x="56" y="24"/>
                  </a:lnTo>
                  <a:lnTo>
                    <a:pt x="56" y="22"/>
                  </a:lnTo>
                  <a:lnTo>
                    <a:pt x="56" y="18"/>
                  </a:lnTo>
                  <a:lnTo>
                    <a:pt x="58" y="14"/>
                  </a:lnTo>
                  <a:lnTo>
                    <a:pt x="62" y="10"/>
                  </a:lnTo>
                  <a:lnTo>
                    <a:pt x="64" y="6"/>
                  </a:lnTo>
                  <a:lnTo>
                    <a:pt x="66" y="4"/>
                  </a:lnTo>
                  <a:lnTo>
                    <a:pt x="62" y="2"/>
                  </a:lnTo>
                  <a:lnTo>
                    <a:pt x="54" y="2"/>
                  </a:lnTo>
                  <a:lnTo>
                    <a:pt x="44" y="0"/>
                  </a:lnTo>
                  <a:lnTo>
                    <a:pt x="34" y="4"/>
                  </a:lnTo>
                  <a:lnTo>
                    <a:pt x="26" y="1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30" name="Freeform 192"/>
            <p:cNvSpPr>
              <a:spLocks/>
            </p:cNvSpPr>
            <p:nvPr/>
          </p:nvSpPr>
          <p:spPr bwMode="gray">
            <a:xfrm>
              <a:off x="1051" y="1494"/>
              <a:ext cx="110" cy="220"/>
            </a:xfrm>
            <a:custGeom>
              <a:avLst/>
              <a:gdLst>
                <a:gd name="T0" fmla="*/ 44 w 110"/>
                <a:gd name="T1" fmla="*/ 20 h 220"/>
                <a:gd name="T2" fmla="*/ 40 w 110"/>
                <a:gd name="T3" fmla="*/ 20 h 220"/>
                <a:gd name="T4" fmla="*/ 36 w 110"/>
                <a:gd name="T5" fmla="*/ 20 h 220"/>
                <a:gd name="T6" fmla="*/ 34 w 110"/>
                <a:gd name="T7" fmla="*/ 26 h 220"/>
                <a:gd name="T8" fmla="*/ 32 w 110"/>
                <a:gd name="T9" fmla="*/ 32 h 220"/>
                <a:gd name="T10" fmla="*/ 28 w 110"/>
                <a:gd name="T11" fmla="*/ 34 h 220"/>
                <a:gd name="T12" fmla="*/ 24 w 110"/>
                <a:gd name="T13" fmla="*/ 34 h 220"/>
                <a:gd name="T14" fmla="*/ 24 w 110"/>
                <a:gd name="T15" fmla="*/ 34 h 220"/>
                <a:gd name="T16" fmla="*/ 20 w 110"/>
                <a:gd name="T17" fmla="*/ 26 h 220"/>
                <a:gd name="T18" fmla="*/ 12 w 110"/>
                <a:gd name="T19" fmla="*/ 18 h 220"/>
                <a:gd name="T20" fmla="*/ 2 w 110"/>
                <a:gd name="T21" fmla="*/ 16 h 220"/>
                <a:gd name="T22" fmla="*/ 0 w 110"/>
                <a:gd name="T23" fmla="*/ 60 h 220"/>
                <a:gd name="T24" fmla="*/ 4 w 110"/>
                <a:gd name="T25" fmla="*/ 72 h 220"/>
                <a:gd name="T26" fmla="*/ 14 w 110"/>
                <a:gd name="T27" fmla="*/ 94 h 220"/>
                <a:gd name="T28" fmla="*/ 42 w 110"/>
                <a:gd name="T29" fmla="*/ 106 h 220"/>
                <a:gd name="T30" fmla="*/ 58 w 110"/>
                <a:gd name="T31" fmla="*/ 94 h 220"/>
                <a:gd name="T32" fmla="*/ 60 w 110"/>
                <a:gd name="T33" fmla="*/ 96 h 220"/>
                <a:gd name="T34" fmla="*/ 66 w 110"/>
                <a:gd name="T35" fmla="*/ 100 h 220"/>
                <a:gd name="T36" fmla="*/ 68 w 110"/>
                <a:gd name="T37" fmla="*/ 106 h 220"/>
                <a:gd name="T38" fmla="*/ 62 w 110"/>
                <a:gd name="T39" fmla="*/ 114 h 220"/>
                <a:gd name="T40" fmla="*/ 46 w 110"/>
                <a:gd name="T41" fmla="*/ 126 h 220"/>
                <a:gd name="T42" fmla="*/ 38 w 110"/>
                <a:gd name="T43" fmla="*/ 130 h 220"/>
                <a:gd name="T44" fmla="*/ 36 w 110"/>
                <a:gd name="T45" fmla="*/ 144 h 220"/>
                <a:gd name="T46" fmla="*/ 36 w 110"/>
                <a:gd name="T47" fmla="*/ 166 h 220"/>
                <a:gd name="T48" fmla="*/ 38 w 110"/>
                <a:gd name="T49" fmla="*/ 170 h 220"/>
                <a:gd name="T50" fmla="*/ 42 w 110"/>
                <a:gd name="T51" fmla="*/ 182 h 220"/>
                <a:gd name="T52" fmla="*/ 48 w 110"/>
                <a:gd name="T53" fmla="*/ 192 h 220"/>
                <a:gd name="T54" fmla="*/ 56 w 110"/>
                <a:gd name="T55" fmla="*/ 202 h 220"/>
                <a:gd name="T56" fmla="*/ 62 w 110"/>
                <a:gd name="T57" fmla="*/ 212 h 220"/>
                <a:gd name="T58" fmla="*/ 66 w 110"/>
                <a:gd name="T59" fmla="*/ 220 h 220"/>
                <a:gd name="T60" fmla="*/ 74 w 110"/>
                <a:gd name="T61" fmla="*/ 212 h 220"/>
                <a:gd name="T62" fmla="*/ 90 w 110"/>
                <a:gd name="T63" fmla="*/ 154 h 220"/>
                <a:gd name="T64" fmla="*/ 104 w 110"/>
                <a:gd name="T65" fmla="*/ 98 h 220"/>
                <a:gd name="T66" fmla="*/ 108 w 110"/>
                <a:gd name="T67" fmla="*/ 88 h 220"/>
                <a:gd name="T68" fmla="*/ 108 w 110"/>
                <a:gd name="T69" fmla="*/ 66 h 220"/>
                <a:gd name="T70" fmla="*/ 102 w 110"/>
                <a:gd name="T71" fmla="*/ 22 h 220"/>
                <a:gd name="T72" fmla="*/ 70 w 110"/>
                <a:gd name="T73" fmla="*/ 2 h 220"/>
                <a:gd name="T74" fmla="*/ 64 w 110"/>
                <a:gd name="T75" fmla="*/ 4 h 220"/>
                <a:gd name="T76" fmla="*/ 58 w 110"/>
                <a:gd name="T77" fmla="*/ 8 h 220"/>
                <a:gd name="T78" fmla="*/ 58 w 110"/>
                <a:gd name="T79" fmla="*/ 14 h 220"/>
                <a:gd name="T80" fmla="*/ 56 w 110"/>
                <a:gd name="T81" fmla="*/ 24 h 220"/>
                <a:gd name="T82" fmla="*/ 54 w 110"/>
                <a:gd name="T83" fmla="*/ 30 h 220"/>
                <a:gd name="T84" fmla="*/ 44 w 110"/>
                <a:gd name="T85" fmla="*/ 22 h 22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10"/>
                <a:gd name="T130" fmla="*/ 0 h 220"/>
                <a:gd name="T131" fmla="*/ 110 w 110"/>
                <a:gd name="T132" fmla="*/ 220 h 22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10" h="220">
                  <a:moveTo>
                    <a:pt x="44" y="22"/>
                  </a:moveTo>
                  <a:lnTo>
                    <a:pt x="44" y="20"/>
                  </a:lnTo>
                  <a:lnTo>
                    <a:pt x="42" y="20"/>
                  </a:lnTo>
                  <a:lnTo>
                    <a:pt x="40" y="20"/>
                  </a:lnTo>
                  <a:lnTo>
                    <a:pt x="38" y="20"/>
                  </a:lnTo>
                  <a:lnTo>
                    <a:pt x="36" y="20"/>
                  </a:lnTo>
                  <a:lnTo>
                    <a:pt x="34" y="22"/>
                  </a:lnTo>
                  <a:lnTo>
                    <a:pt x="34" y="26"/>
                  </a:lnTo>
                  <a:lnTo>
                    <a:pt x="34" y="28"/>
                  </a:lnTo>
                  <a:lnTo>
                    <a:pt x="32" y="32"/>
                  </a:lnTo>
                  <a:lnTo>
                    <a:pt x="32" y="34"/>
                  </a:lnTo>
                  <a:lnTo>
                    <a:pt x="28" y="34"/>
                  </a:lnTo>
                  <a:lnTo>
                    <a:pt x="26" y="34"/>
                  </a:lnTo>
                  <a:lnTo>
                    <a:pt x="24" y="34"/>
                  </a:lnTo>
                  <a:lnTo>
                    <a:pt x="22" y="30"/>
                  </a:lnTo>
                  <a:lnTo>
                    <a:pt x="20" y="26"/>
                  </a:lnTo>
                  <a:lnTo>
                    <a:pt x="16" y="22"/>
                  </a:lnTo>
                  <a:lnTo>
                    <a:pt x="12" y="18"/>
                  </a:lnTo>
                  <a:lnTo>
                    <a:pt x="8" y="16"/>
                  </a:lnTo>
                  <a:lnTo>
                    <a:pt x="2" y="16"/>
                  </a:lnTo>
                  <a:lnTo>
                    <a:pt x="0" y="36"/>
                  </a:lnTo>
                  <a:lnTo>
                    <a:pt x="0" y="60"/>
                  </a:lnTo>
                  <a:lnTo>
                    <a:pt x="0" y="64"/>
                  </a:lnTo>
                  <a:lnTo>
                    <a:pt x="4" y="72"/>
                  </a:lnTo>
                  <a:lnTo>
                    <a:pt x="8" y="84"/>
                  </a:lnTo>
                  <a:lnTo>
                    <a:pt x="14" y="94"/>
                  </a:lnTo>
                  <a:lnTo>
                    <a:pt x="28" y="114"/>
                  </a:lnTo>
                  <a:lnTo>
                    <a:pt x="42" y="106"/>
                  </a:lnTo>
                  <a:lnTo>
                    <a:pt x="44" y="94"/>
                  </a:lnTo>
                  <a:lnTo>
                    <a:pt x="58" y="94"/>
                  </a:lnTo>
                  <a:lnTo>
                    <a:pt x="58" y="96"/>
                  </a:lnTo>
                  <a:lnTo>
                    <a:pt x="60" y="96"/>
                  </a:lnTo>
                  <a:lnTo>
                    <a:pt x="64" y="98"/>
                  </a:lnTo>
                  <a:lnTo>
                    <a:pt x="66" y="100"/>
                  </a:lnTo>
                  <a:lnTo>
                    <a:pt x="68" y="104"/>
                  </a:lnTo>
                  <a:lnTo>
                    <a:pt x="68" y="106"/>
                  </a:lnTo>
                  <a:lnTo>
                    <a:pt x="66" y="110"/>
                  </a:lnTo>
                  <a:lnTo>
                    <a:pt x="62" y="114"/>
                  </a:lnTo>
                  <a:lnTo>
                    <a:pt x="54" y="122"/>
                  </a:lnTo>
                  <a:lnTo>
                    <a:pt x="46" y="126"/>
                  </a:lnTo>
                  <a:lnTo>
                    <a:pt x="40" y="128"/>
                  </a:lnTo>
                  <a:lnTo>
                    <a:pt x="38" y="130"/>
                  </a:lnTo>
                  <a:lnTo>
                    <a:pt x="36" y="132"/>
                  </a:lnTo>
                  <a:lnTo>
                    <a:pt x="36" y="144"/>
                  </a:lnTo>
                  <a:lnTo>
                    <a:pt x="46" y="152"/>
                  </a:lnTo>
                  <a:lnTo>
                    <a:pt x="36" y="166"/>
                  </a:lnTo>
                  <a:lnTo>
                    <a:pt x="38" y="170"/>
                  </a:lnTo>
                  <a:lnTo>
                    <a:pt x="40" y="176"/>
                  </a:lnTo>
                  <a:lnTo>
                    <a:pt x="42" y="182"/>
                  </a:lnTo>
                  <a:lnTo>
                    <a:pt x="44" y="188"/>
                  </a:lnTo>
                  <a:lnTo>
                    <a:pt x="48" y="192"/>
                  </a:lnTo>
                  <a:lnTo>
                    <a:pt x="52" y="196"/>
                  </a:lnTo>
                  <a:lnTo>
                    <a:pt x="56" y="202"/>
                  </a:lnTo>
                  <a:lnTo>
                    <a:pt x="58" y="208"/>
                  </a:lnTo>
                  <a:lnTo>
                    <a:pt x="62" y="212"/>
                  </a:lnTo>
                  <a:lnTo>
                    <a:pt x="64" y="216"/>
                  </a:lnTo>
                  <a:lnTo>
                    <a:pt x="66" y="220"/>
                  </a:lnTo>
                  <a:lnTo>
                    <a:pt x="74" y="212"/>
                  </a:lnTo>
                  <a:lnTo>
                    <a:pt x="84" y="172"/>
                  </a:lnTo>
                  <a:lnTo>
                    <a:pt x="90" y="154"/>
                  </a:lnTo>
                  <a:lnTo>
                    <a:pt x="94" y="132"/>
                  </a:lnTo>
                  <a:lnTo>
                    <a:pt x="104" y="98"/>
                  </a:lnTo>
                  <a:lnTo>
                    <a:pt x="106" y="96"/>
                  </a:lnTo>
                  <a:lnTo>
                    <a:pt x="108" y="88"/>
                  </a:lnTo>
                  <a:lnTo>
                    <a:pt x="110" y="76"/>
                  </a:lnTo>
                  <a:lnTo>
                    <a:pt x="108" y="66"/>
                  </a:lnTo>
                  <a:lnTo>
                    <a:pt x="98" y="46"/>
                  </a:lnTo>
                  <a:lnTo>
                    <a:pt x="102" y="22"/>
                  </a:lnTo>
                  <a:lnTo>
                    <a:pt x="70" y="0"/>
                  </a:lnTo>
                  <a:lnTo>
                    <a:pt x="70" y="2"/>
                  </a:lnTo>
                  <a:lnTo>
                    <a:pt x="66" y="2"/>
                  </a:lnTo>
                  <a:lnTo>
                    <a:pt x="64" y="4"/>
                  </a:lnTo>
                  <a:lnTo>
                    <a:pt x="60" y="6"/>
                  </a:lnTo>
                  <a:lnTo>
                    <a:pt x="58" y="8"/>
                  </a:lnTo>
                  <a:lnTo>
                    <a:pt x="58" y="10"/>
                  </a:lnTo>
                  <a:lnTo>
                    <a:pt x="58" y="14"/>
                  </a:lnTo>
                  <a:lnTo>
                    <a:pt x="58" y="18"/>
                  </a:lnTo>
                  <a:lnTo>
                    <a:pt x="56" y="24"/>
                  </a:lnTo>
                  <a:lnTo>
                    <a:pt x="56" y="26"/>
                  </a:lnTo>
                  <a:lnTo>
                    <a:pt x="54" y="30"/>
                  </a:lnTo>
                  <a:lnTo>
                    <a:pt x="44" y="2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31" name="Freeform 193"/>
            <p:cNvSpPr>
              <a:spLocks/>
            </p:cNvSpPr>
            <p:nvPr/>
          </p:nvSpPr>
          <p:spPr bwMode="gray">
            <a:xfrm>
              <a:off x="1139" y="1454"/>
              <a:ext cx="122" cy="94"/>
            </a:xfrm>
            <a:custGeom>
              <a:avLst/>
              <a:gdLst>
                <a:gd name="T0" fmla="*/ 22 w 122"/>
                <a:gd name="T1" fmla="*/ 0 h 94"/>
                <a:gd name="T2" fmla="*/ 14 w 122"/>
                <a:gd name="T3" fmla="*/ 20 h 94"/>
                <a:gd name="T4" fmla="*/ 0 w 122"/>
                <a:gd name="T5" fmla="*/ 32 h 94"/>
                <a:gd name="T6" fmla="*/ 0 w 122"/>
                <a:gd name="T7" fmla="*/ 32 h 94"/>
                <a:gd name="T8" fmla="*/ 2 w 122"/>
                <a:gd name="T9" fmla="*/ 36 h 94"/>
                <a:gd name="T10" fmla="*/ 4 w 122"/>
                <a:gd name="T11" fmla="*/ 40 h 94"/>
                <a:gd name="T12" fmla="*/ 6 w 122"/>
                <a:gd name="T13" fmla="*/ 46 h 94"/>
                <a:gd name="T14" fmla="*/ 10 w 122"/>
                <a:gd name="T15" fmla="*/ 50 h 94"/>
                <a:gd name="T16" fmla="*/ 12 w 122"/>
                <a:gd name="T17" fmla="*/ 52 h 94"/>
                <a:gd name="T18" fmla="*/ 14 w 122"/>
                <a:gd name="T19" fmla="*/ 54 h 94"/>
                <a:gd name="T20" fmla="*/ 18 w 122"/>
                <a:gd name="T21" fmla="*/ 54 h 94"/>
                <a:gd name="T22" fmla="*/ 22 w 122"/>
                <a:gd name="T23" fmla="*/ 56 h 94"/>
                <a:gd name="T24" fmla="*/ 26 w 122"/>
                <a:gd name="T25" fmla="*/ 56 h 94"/>
                <a:gd name="T26" fmla="*/ 28 w 122"/>
                <a:gd name="T27" fmla="*/ 56 h 94"/>
                <a:gd name="T28" fmla="*/ 30 w 122"/>
                <a:gd name="T29" fmla="*/ 58 h 94"/>
                <a:gd name="T30" fmla="*/ 32 w 122"/>
                <a:gd name="T31" fmla="*/ 60 h 94"/>
                <a:gd name="T32" fmla="*/ 30 w 122"/>
                <a:gd name="T33" fmla="*/ 62 h 94"/>
                <a:gd name="T34" fmla="*/ 28 w 122"/>
                <a:gd name="T35" fmla="*/ 66 h 94"/>
                <a:gd name="T36" fmla="*/ 24 w 122"/>
                <a:gd name="T37" fmla="*/ 70 h 94"/>
                <a:gd name="T38" fmla="*/ 24 w 122"/>
                <a:gd name="T39" fmla="*/ 74 h 94"/>
                <a:gd name="T40" fmla="*/ 26 w 122"/>
                <a:gd name="T41" fmla="*/ 80 h 94"/>
                <a:gd name="T42" fmla="*/ 28 w 122"/>
                <a:gd name="T43" fmla="*/ 82 h 94"/>
                <a:gd name="T44" fmla="*/ 32 w 122"/>
                <a:gd name="T45" fmla="*/ 86 h 94"/>
                <a:gd name="T46" fmla="*/ 36 w 122"/>
                <a:gd name="T47" fmla="*/ 88 h 94"/>
                <a:gd name="T48" fmla="*/ 40 w 122"/>
                <a:gd name="T49" fmla="*/ 88 h 94"/>
                <a:gd name="T50" fmla="*/ 50 w 122"/>
                <a:gd name="T51" fmla="*/ 88 h 94"/>
                <a:gd name="T52" fmla="*/ 64 w 122"/>
                <a:gd name="T53" fmla="*/ 88 h 94"/>
                <a:gd name="T54" fmla="*/ 80 w 122"/>
                <a:gd name="T55" fmla="*/ 94 h 94"/>
                <a:gd name="T56" fmla="*/ 122 w 122"/>
                <a:gd name="T57" fmla="*/ 42 h 94"/>
                <a:gd name="T58" fmla="*/ 114 w 122"/>
                <a:gd name="T59" fmla="*/ 24 h 94"/>
                <a:gd name="T60" fmla="*/ 92 w 122"/>
                <a:gd name="T61" fmla="*/ 20 h 94"/>
                <a:gd name="T62" fmla="*/ 56 w 122"/>
                <a:gd name="T63" fmla="*/ 0 h 94"/>
                <a:gd name="T64" fmla="*/ 54 w 122"/>
                <a:gd name="T65" fmla="*/ 12 h 94"/>
                <a:gd name="T66" fmla="*/ 40 w 122"/>
                <a:gd name="T67" fmla="*/ 10 h 94"/>
                <a:gd name="T68" fmla="*/ 22 w 122"/>
                <a:gd name="T69" fmla="*/ 0 h 9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22"/>
                <a:gd name="T106" fmla="*/ 0 h 94"/>
                <a:gd name="T107" fmla="*/ 122 w 122"/>
                <a:gd name="T108" fmla="*/ 94 h 94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22" h="94">
                  <a:moveTo>
                    <a:pt x="22" y="0"/>
                  </a:moveTo>
                  <a:lnTo>
                    <a:pt x="14" y="20"/>
                  </a:lnTo>
                  <a:lnTo>
                    <a:pt x="0" y="32"/>
                  </a:lnTo>
                  <a:lnTo>
                    <a:pt x="2" y="36"/>
                  </a:lnTo>
                  <a:lnTo>
                    <a:pt x="4" y="40"/>
                  </a:lnTo>
                  <a:lnTo>
                    <a:pt x="6" y="46"/>
                  </a:lnTo>
                  <a:lnTo>
                    <a:pt x="10" y="50"/>
                  </a:lnTo>
                  <a:lnTo>
                    <a:pt x="12" y="52"/>
                  </a:lnTo>
                  <a:lnTo>
                    <a:pt x="14" y="54"/>
                  </a:lnTo>
                  <a:lnTo>
                    <a:pt x="18" y="54"/>
                  </a:lnTo>
                  <a:lnTo>
                    <a:pt x="22" y="56"/>
                  </a:lnTo>
                  <a:lnTo>
                    <a:pt x="26" y="56"/>
                  </a:lnTo>
                  <a:lnTo>
                    <a:pt x="28" y="56"/>
                  </a:lnTo>
                  <a:lnTo>
                    <a:pt x="30" y="58"/>
                  </a:lnTo>
                  <a:lnTo>
                    <a:pt x="32" y="60"/>
                  </a:lnTo>
                  <a:lnTo>
                    <a:pt x="30" y="62"/>
                  </a:lnTo>
                  <a:lnTo>
                    <a:pt x="28" y="66"/>
                  </a:lnTo>
                  <a:lnTo>
                    <a:pt x="24" y="70"/>
                  </a:lnTo>
                  <a:lnTo>
                    <a:pt x="24" y="74"/>
                  </a:lnTo>
                  <a:lnTo>
                    <a:pt x="26" y="80"/>
                  </a:lnTo>
                  <a:lnTo>
                    <a:pt x="28" y="82"/>
                  </a:lnTo>
                  <a:lnTo>
                    <a:pt x="32" y="86"/>
                  </a:lnTo>
                  <a:lnTo>
                    <a:pt x="36" y="88"/>
                  </a:lnTo>
                  <a:lnTo>
                    <a:pt x="40" y="88"/>
                  </a:lnTo>
                  <a:lnTo>
                    <a:pt x="50" y="88"/>
                  </a:lnTo>
                  <a:lnTo>
                    <a:pt x="64" y="88"/>
                  </a:lnTo>
                  <a:lnTo>
                    <a:pt x="80" y="94"/>
                  </a:lnTo>
                  <a:lnTo>
                    <a:pt x="122" y="42"/>
                  </a:lnTo>
                  <a:lnTo>
                    <a:pt x="114" y="24"/>
                  </a:lnTo>
                  <a:lnTo>
                    <a:pt x="92" y="20"/>
                  </a:lnTo>
                  <a:lnTo>
                    <a:pt x="56" y="0"/>
                  </a:lnTo>
                  <a:lnTo>
                    <a:pt x="54" y="12"/>
                  </a:lnTo>
                  <a:lnTo>
                    <a:pt x="40" y="10"/>
                  </a:lnTo>
                  <a:lnTo>
                    <a:pt x="22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32" name="Freeform 194"/>
            <p:cNvSpPr>
              <a:spLocks/>
            </p:cNvSpPr>
            <p:nvPr/>
          </p:nvSpPr>
          <p:spPr bwMode="gray">
            <a:xfrm>
              <a:off x="1167" y="1618"/>
              <a:ext cx="46" cy="46"/>
            </a:xfrm>
            <a:custGeom>
              <a:avLst/>
              <a:gdLst>
                <a:gd name="T0" fmla="*/ 28 w 46"/>
                <a:gd name="T1" fmla="*/ 8 h 46"/>
                <a:gd name="T2" fmla="*/ 28 w 46"/>
                <a:gd name="T3" fmla="*/ 6 h 46"/>
                <a:gd name="T4" fmla="*/ 26 w 46"/>
                <a:gd name="T5" fmla="*/ 4 h 46"/>
                <a:gd name="T6" fmla="*/ 22 w 46"/>
                <a:gd name="T7" fmla="*/ 2 h 46"/>
                <a:gd name="T8" fmla="*/ 20 w 46"/>
                <a:gd name="T9" fmla="*/ 0 h 46"/>
                <a:gd name="T10" fmla="*/ 16 w 46"/>
                <a:gd name="T11" fmla="*/ 0 h 46"/>
                <a:gd name="T12" fmla="*/ 12 w 46"/>
                <a:gd name="T13" fmla="*/ 0 h 46"/>
                <a:gd name="T14" fmla="*/ 10 w 46"/>
                <a:gd name="T15" fmla="*/ 0 h 46"/>
                <a:gd name="T16" fmla="*/ 8 w 46"/>
                <a:gd name="T17" fmla="*/ 4 h 46"/>
                <a:gd name="T18" fmla="*/ 4 w 46"/>
                <a:gd name="T19" fmla="*/ 8 h 46"/>
                <a:gd name="T20" fmla="*/ 2 w 46"/>
                <a:gd name="T21" fmla="*/ 12 h 46"/>
                <a:gd name="T22" fmla="*/ 2 w 46"/>
                <a:gd name="T23" fmla="*/ 16 h 46"/>
                <a:gd name="T24" fmla="*/ 0 w 46"/>
                <a:gd name="T25" fmla="*/ 20 h 46"/>
                <a:gd name="T26" fmla="*/ 2 w 46"/>
                <a:gd name="T27" fmla="*/ 24 h 46"/>
                <a:gd name="T28" fmla="*/ 4 w 46"/>
                <a:gd name="T29" fmla="*/ 26 h 46"/>
                <a:gd name="T30" fmla="*/ 8 w 46"/>
                <a:gd name="T31" fmla="*/ 30 h 46"/>
                <a:gd name="T32" fmla="*/ 12 w 46"/>
                <a:gd name="T33" fmla="*/ 34 h 46"/>
                <a:gd name="T34" fmla="*/ 16 w 46"/>
                <a:gd name="T35" fmla="*/ 36 h 46"/>
                <a:gd name="T36" fmla="*/ 20 w 46"/>
                <a:gd name="T37" fmla="*/ 40 h 46"/>
                <a:gd name="T38" fmla="*/ 24 w 46"/>
                <a:gd name="T39" fmla="*/ 42 h 46"/>
                <a:gd name="T40" fmla="*/ 28 w 46"/>
                <a:gd name="T41" fmla="*/ 44 h 46"/>
                <a:gd name="T42" fmla="*/ 28 w 46"/>
                <a:gd name="T43" fmla="*/ 46 h 46"/>
                <a:gd name="T44" fmla="*/ 28 w 46"/>
                <a:gd name="T45" fmla="*/ 44 h 46"/>
                <a:gd name="T46" fmla="*/ 32 w 46"/>
                <a:gd name="T47" fmla="*/ 44 h 46"/>
                <a:gd name="T48" fmla="*/ 36 w 46"/>
                <a:gd name="T49" fmla="*/ 40 h 46"/>
                <a:gd name="T50" fmla="*/ 40 w 46"/>
                <a:gd name="T51" fmla="*/ 38 h 46"/>
                <a:gd name="T52" fmla="*/ 42 w 46"/>
                <a:gd name="T53" fmla="*/ 34 h 46"/>
                <a:gd name="T54" fmla="*/ 46 w 46"/>
                <a:gd name="T55" fmla="*/ 32 h 46"/>
                <a:gd name="T56" fmla="*/ 46 w 46"/>
                <a:gd name="T57" fmla="*/ 28 h 46"/>
                <a:gd name="T58" fmla="*/ 46 w 46"/>
                <a:gd name="T59" fmla="*/ 24 h 46"/>
                <a:gd name="T60" fmla="*/ 42 w 46"/>
                <a:gd name="T61" fmla="*/ 20 h 46"/>
                <a:gd name="T62" fmla="*/ 38 w 46"/>
                <a:gd name="T63" fmla="*/ 16 h 46"/>
                <a:gd name="T64" fmla="*/ 34 w 46"/>
                <a:gd name="T65" fmla="*/ 12 h 46"/>
                <a:gd name="T66" fmla="*/ 32 w 46"/>
                <a:gd name="T67" fmla="*/ 10 h 46"/>
                <a:gd name="T68" fmla="*/ 28 w 46"/>
                <a:gd name="T69" fmla="*/ 8 h 46"/>
                <a:gd name="T70" fmla="*/ 28 w 46"/>
                <a:gd name="T71" fmla="*/ 8 h 4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6"/>
                <a:gd name="T109" fmla="*/ 0 h 46"/>
                <a:gd name="T110" fmla="*/ 46 w 46"/>
                <a:gd name="T111" fmla="*/ 46 h 4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6" h="46">
                  <a:moveTo>
                    <a:pt x="28" y="8"/>
                  </a:moveTo>
                  <a:lnTo>
                    <a:pt x="28" y="6"/>
                  </a:lnTo>
                  <a:lnTo>
                    <a:pt x="26" y="4"/>
                  </a:lnTo>
                  <a:lnTo>
                    <a:pt x="22" y="2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4"/>
                  </a:lnTo>
                  <a:lnTo>
                    <a:pt x="4" y="8"/>
                  </a:lnTo>
                  <a:lnTo>
                    <a:pt x="2" y="12"/>
                  </a:lnTo>
                  <a:lnTo>
                    <a:pt x="2" y="16"/>
                  </a:lnTo>
                  <a:lnTo>
                    <a:pt x="0" y="20"/>
                  </a:lnTo>
                  <a:lnTo>
                    <a:pt x="2" y="24"/>
                  </a:lnTo>
                  <a:lnTo>
                    <a:pt x="4" y="26"/>
                  </a:lnTo>
                  <a:lnTo>
                    <a:pt x="8" y="30"/>
                  </a:lnTo>
                  <a:lnTo>
                    <a:pt x="12" y="34"/>
                  </a:lnTo>
                  <a:lnTo>
                    <a:pt x="16" y="36"/>
                  </a:lnTo>
                  <a:lnTo>
                    <a:pt x="20" y="40"/>
                  </a:lnTo>
                  <a:lnTo>
                    <a:pt x="24" y="42"/>
                  </a:lnTo>
                  <a:lnTo>
                    <a:pt x="28" y="44"/>
                  </a:lnTo>
                  <a:lnTo>
                    <a:pt x="28" y="46"/>
                  </a:lnTo>
                  <a:lnTo>
                    <a:pt x="28" y="44"/>
                  </a:lnTo>
                  <a:lnTo>
                    <a:pt x="32" y="44"/>
                  </a:lnTo>
                  <a:lnTo>
                    <a:pt x="36" y="40"/>
                  </a:lnTo>
                  <a:lnTo>
                    <a:pt x="40" y="38"/>
                  </a:lnTo>
                  <a:lnTo>
                    <a:pt x="42" y="34"/>
                  </a:lnTo>
                  <a:lnTo>
                    <a:pt x="46" y="32"/>
                  </a:lnTo>
                  <a:lnTo>
                    <a:pt x="46" y="28"/>
                  </a:lnTo>
                  <a:lnTo>
                    <a:pt x="46" y="24"/>
                  </a:lnTo>
                  <a:lnTo>
                    <a:pt x="42" y="20"/>
                  </a:lnTo>
                  <a:lnTo>
                    <a:pt x="38" y="16"/>
                  </a:lnTo>
                  <a:lnTo>
                    <a:pt x="34" y="12"/>
                  </a:lnTo>
                  <a:lnTo>
                    <a:pt x="32" y="10"/>
                  </a:lnTo>
                  <a:lnTo>
                    <a:pt x="28" y="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33" name="Freeform 195"/>
            <p:cNvSpPr>
              <a:spLocks/>
            </p:cNvSpPr>
            <p:nvPr/>
          </p:nvSpPr>
          <p:spPr bwMode="gray">
            <a:xfrm>
              <a:off x="2641" y="2278"/>
              <a:ext cx="32" cy="164"/>
            </a:xfrm>
            <a:custGeom>
              <a:avLst/>
              <a:gdLst>
                <a:gd name="T0" fmla="*/ 26 w 32"/>
                <a:gd name="T1" fmla="*/ 8 h 164"/>
                <a:gd name="T2" fmla="*/ 26 w 32"/>
                <a:gd name="T3" fmla="*/ 6 h 164"/>
                <a:gd name="T4" fmla="*/ 24 w 32"/>
                <a:gd name="T5" fmla="*/ 6 h 164"/>
                <a:gd name="T6" fmla="*/ 22 w 32"/>
                <a:gd name="T7" fmla="*/ 2 h 164"/>
                <a:gd name="T8" fmla="*/ 20 w 32"/>
                <a:gd name="T9" fmla="*/ 2 h 164"/>
                <a:gd name="T10" fmla="*/ 18 w 32"/>
                <a:gd name="T11" fmla="*/ 0 h 164"/>
                <a:gd name="T12" fmla="*/ 16 w 32"/>
                <a:gd name="T13" fmla="*/ 2 h 164"/>
                <a:gd name="T14" fmla="*/ 14 w 32"/>
                <a:gd name="T15" fmla="*/ 6 h 164"/>
                <a:gd name="T16" fmla="*/ 12 w 32"/>
                <a:gd name="T17" fmla="*/ 10 h 164"/>
                <a:gd name="T18" fmla="*/ 10 w 32"/>
                <a:gd name="T19" fmla="*/ 14 h 164"/>
                <a:gd name="T20" fmla="*/ 8 w 32"/>
                <a:gd name="T21" fmla="*/ 18 h 164"/>
                <a:gd name="T22" fmla="*/ 8 w 32"/>
                <a:gd name="T23" fmla="*/ 22 h 164"/>
                <a:gd name="T24" fmla="*/ 8 w 32"/>
                <a:gd name="T25" fmla="*/ 22 h 164"/>
                <a:gd name="T26" fmla="*/ 2 w 32"/>
                <a:gd name="T27" fmla="*/ 42 h 164"/>
                <a:gd name="T28" fmla="*/ 2 w 32"/>
                <a:gd name="T29" fmla="*/ 44 h 164"/>
                <a:gd name="T30" fmla="*/ 2 w 32"/>
                <a:gd name="T31" fmla="*/ 46 h 164"/>
                <a:gd name="T32" fmla="*/ 4 w 32"/>
                <a:gd name="T33" fmla="*/ 52 h 164"/>
                <a:gd name="T34" fmla="*/ 4 w 32"/>
                <a:gd name="T35" fmla="*/ 56 h 164"/>
                <a:gd name="T36" fmla="*/ 6 w 32"/>
                <a:gd name="T37" fmla="*/ 60 h 164"/>
                <a:gd name="T38" fmla="*/ 6 w 32"/>
                <a:gd name="T39" fmla="*/ 66 h 164"/>
                <a:gd name="T40" fmla="*/ 8 w 32"/>
                <a:gd name="T41" fmla="*/ 82 h 164"/>
                <a:gd name="T42" fmla="*/ 6 w 32"/>
                <a:gd name="T43" fmla="*/ 100 h 164"/>
                <a:gd name="T44" fmla="*/ 6 w 32"/>
                <a:gd name="T45" fmla="*/ 118 h 164"/>
                <a:gd name="T46" fmla="*/ 6 w 32"/>
                <a:gd name="T47" fmla="*/ 132 h 164"/>
                <a:gd name="T48" fmla="*/ 6 w 32"/>
                <a:gd name="T49" fmla="*/ 140 h 164"/>
                <a:gd name="T50" fmla="*/ 6 w 32"/>
                <a:gd name="T51" fmla="*/ 142 h 164"/>
                <a:gd name="T52" fmla="*/ 4 w 32"/>
                <a:gd name="T53" fmla="*/ 146 h 164"/>
                <a:gd name="T54" fmla="*/ 2 w 32"/>
                <a:gd name="T55" fmla="*/ 150 h 164"/>
                <a:gd name="T56" fmla="*/ 0 w 32"/>
                <a:gd name="T57" fmla="*/ 156 h 164"/>
                <a:gd name="T58" fmla="*/ 0 w 32"/>
                <a:gd name="T59" fmla="*/ 158 h 164"/>
                <a:gd name="T60" fmla="*/ 0 w 32"/>
                <a:gd name="T61" fmla="*/ 160 h 164"/>
                <a:gd name="T62" fmla="*/ 8 w 32"/>
                <a:gd name="T63" fmla="*/ 164 h 164"/>
                <a:gd name="T64" fmla="*/ 12 w 32"/>
                <a:gd name="T65" fmla="*/ 152 h 164"/>
                <a:gd name="T66" fmla="*/ 22 w 32"/>
                <a:gd name="T67" fmla="*/ 162 h 164"/>
                <a:gd name="T68" fmla="*/ 22 w 32"/>
                <a:gd name="T69" fmla="*/ 160 h 164"/>
                <a:gd name="T70" fmla="*/ 22 w 32"/>
                <a:gd name="T71" fmla="*/ 158 h 164"/>
                <a:gd name="T72" fmla="*/ 22 w 32"/>
                <a:gd name="T73" fmla="*/ 152 h 164"/>
                <a:gd name="T74" fmla="*/ 22 w 32"/>
                <a:gd name="T75" fmla="*/ 146 h 164"/>
                <a:gd name="T76" fmla="*/ 20 w 32"/>
                <a:gd name="T77" fmla="*/ 140 h 164"/>
                <a:gd name="T78" fmla="*/ 16 w 32"/>
                <a:gd name="T79" fmla="*/ 130 h 164"/>
                <a:gd name="T80" fmla="*/ 16 w 32"/>
                <a:gd name="T81" fmla="*/ 118 h 164"/>
                <a:gd name="T82" fmla="*/ 24 w 32"/>
                <a:gd name="T83" fmla="*/ 106 h 164"/>
                <a:gd name="T84" fmla="*/ 28 w 32"/>
                <a:gd name="T85" fmla="*/ 102 h 164"/>
                <a:gd name="T86" fmla="*/ 32 w 32"/>
                <a:gd name="T87" fmla="*/ 96 h 164"/>
                <a:gd name="T88" fmla="*/ 32 w 32"/>
                <a:gd name="T89" fmla="*/ 92 h 164"/>
                <a:gd name="T90" fmla="*/ 32 w 32"/>
                <a:gd name="T91" fmla="*/ 88 h 164"/>
                <a:gd name="T92" fmla="*/ 30 w 32"/>
                <a:gd name="T93" fmla="*/ 84 h 164"/>
                <a:gd name="T94" fmla="*/ 30 w 32"/>
                <a:gd name="T95" fmla="*/ 80 h 164"/>
                <a:gd name="T96" fmla="*/ 30 w 32"/>
                <a:gd name="T97" fmla="*/ 74 h 164"/>
                <a:gd name="T98" fmla="*/ 28 w 32"/>
                <a:gd name="T99" fmla="*/ 62 h 164"/>
                <a:gd name="T100" fmla="*/ 26 w 32"/>
                <a:gd name="T101" fmla="*/ 50 h 164"/>
                <a:gd name="T102" fmla="*/ 24 w 32"/>
                <a:gd name="T103" fmla="*/ 40 h 164"/>
                <a:gd name="T104" fmla="*/ 24 w 32"/>
                <a:gd name="T105" fmla="*/ 36 h 164"/>
                <a:gd name="T106" fmla="*/ 24 w 32"/>
                <a:gd name="T107" fmla="*/ 36 h 164"/>
                <a:gd name="T108" fmla="*/ 22 w 32"/>
                <a:gd name="T109" fmla="*/ 32 h 164"/>
                <a:gd name="T110" fmla="*/ 22 w 32"/>
                <a:gd name="T111" fmla="*/ 28 h 164"/>
                <a:gd name="T112" fmla="*/ 22 w 32"/>
                <a:gd name="T113" fmla="*/ 22 h 164"/>
                <a:gd name="T114" fmla="*/ 22 w 32"/>
                <a:gd name="T115" fmla="*/ 16 h 164"/>
                <a:gd name="T116" fmla="*/ 24 w 32"/>
                <a:gd name="T117" fmla="*/ 12 h 164"/>
                <a:gd name="T118" fmla="*/ 26 w 32"/>
                <a:gd name="T119" fmla="*/ 8 h 164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32"/>
                <a:gd name="T181" fmla="*/ 0 h 164"/>
                <a:gd name="T182" fmla="*/ 32 w 32"/>
                <a:gd name="T183" fmla="*/ 164 h 164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32" h="164">
                  <a:moveTo>
                    <a:pt x="26" y="8"/>
                  </a:moveTo>
                  <a:lnTo>
                    <a:pt x="26" y="6"/>
                  </a:lnTo>
                  <a:lnTo>
                    <a:pt x="24" y="6"/>
                  </a:lnTo>
                  <a:lnTo>
                    <a:pt x="22" y="2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6" y="2"/>
                  </a:lnTo>
                  <a:lnTo>
                    <a:pt x="14" y="6"/>
                  </a:lnTo>
                  <a:lnTo>
                    <a:pt x="12" y="10"/>
                  </a:lnTo>
                  <a:lnTo>
                    <a:pt x="10" y="14"/>
                  </a:lnTo>
                  <a:lnTo>
                    <a:pt x="8" y="18"/>
                  </a:lnTo>
                  <a:lnTo>
                    <a:pt x="8" y="22"/>
                  </a:lnTo>
                  <a:lnTo>
                    <a:pt x="2" y="42"/>
                  </a:lnTo>
                  <a:lnTo>
                    <a:pt x="2" y="44"/>
                  </a:lnTo>
                  <a:lnTo>
                    <a:pt x="2" y="46"/>
                  </a:lnTo>
                  <a:lnTo>
                    <a:pt x="4" y="52"/>
                  </a:lnTo>
                  <a:lnTo>
                    <a:pt x="4" y="56"/>
                  </a:lnTo>
                  <a:lnTo>
                    <a:pt x="6" y="60"/>
                  </a:lnTo>
                  <a:lnTo>
                    <a:pt x="6" y="66"/>
                  </a:lnTo>
                  <a:lnTo>
                    <a:pt x="8" y="82"/>
                  </a:lnTo>
                  <a:lnTo>
                    <a:pt x="6" y="100"/>
                  </a:lnTo>
                  <a:lnTo>
                    <a:pt x="6" y="118"/>
                  </a:lnTo>
                  <a:lnTo>
                    <a:pt x="6" y="132"/>
                  </a:lnTo>
                  <a:lnTo>
                    <a:pt x="6" y="140"/>
                  </a:lnTo>
                  <a:lnTo>
                    <a:pt x="6" y="142"/>
                  </a:lnTo>
                  <a:lnTo>
                    <a:pt x="4" y="146"/>
                  </a:lnTo>
                  <a:lnTo>
                    <a:pt x="2" y="150"/>
                  </a:lnTo>
                  <a:lnTo>
                    <a:pt x="0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8" y="164"/>
                  </a:lnTo>
                  <a:lnTo>
                    <a:pt x="12" y="152"/>
                  </a:lnTo>
                  <a:lnTo>
                    <a:pt x="22" y="162"/>
                  </a:lnTo>
                  <a:lnTo>
                    <a:pt x="22" y="160"/>
                  </a:lnTo>
                  <a:lnTo>
                    <a:pt x="22" y="158"/>
                  </a:lnTo>
                  <a:lnTo>
                    <a:pt x="22" y="152"/>
                  </a:lnTo>
                  <a:lnTo>
                    <a:pt x="22" y="146"/>
                  </a:lnTo>
                  <a:lnTo>
                    <a:pt x="20" y="140"/>
                  </a:lnTo>
                  <a:lnTo>
                    <a:pt x="16" y="130"/>
                  </a:lnTo>
                  <a:lnTo>
                    <a:pt x="16" y="118"/>
                  </a:lnTo>
                  <a:lnTo>
                    <a:pt x="24" y="106"/>
                  </a:lnTo>
                  <a:lnTo>
                    <a:pt x="28" y="102"/>
                  </a:lnTo>
                  <a:lnTo>
                    <a:pt x="32" y="96"/>
                  </a:lnTo>
                  <a:lnTo>
                    <a:pt x="32" y="92"/>
                  </a:lnTo>
                  <a:lnTo>
                    <a:pt x="32" y="88"/>
                  </a:lnTo>
                  <a:lnTo>
                    <a:pt x="30" y="84"/>
                  </a:lnTo>
                  <a:lnTo>
                    <a:pt x="30" y="80"/>
                  </a:lnTo>
                  <a:lnTo>
                    <a:pt x="30" y="74"/>
                  </a:lnTo>
                  <a:lnTo>
                    <a:pt x="28" y="62"/>
                  </a:lnTo>
                  <a:lnTo>
                    <a:pt x="26" y="50"/>
                  </a:lnTo>
                  <a:lnTo>
                    <a:pt x="24" y="40"/>
                  </a:lnTo>
                  <a:lnTo>
                    <a:pt x="24" y="36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22" y="22"/>
                  </a:lnTo>
                  <a:lnTo>
                    <a:pt x="22" y="16"/>
                  </a:lnTo>
                  <a:lnTo>
                    <a:pt x="24" y="12"/>
                  </a:lnTo>
                  <a:lnTo>
                    <a:pt x="26" y="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34" name="Freeform 196"/>
            <p:cNvSpPr>
              <a:spLocks/>
            </p:cNvSpPr>
            <p:nvPr/>
          </p:nvSpPr>
          <p:spPr bwMode="gray">
            <a:xfrm>
              <a:off x="1121" y="1472"/>
              <a:ext cx="2132" cy="1160"/>
            </a:xfrm>
            <a:custGeom>
              <a:avLst/>
              <a:gdLst>
                <a:gd name="T0" fmla="*/ 1494 w 2132"/>
                <a:gd name="T1" fmla="*/ 916 h 1160"/>
                <a:gd name="T2" fmla="*/ 1558 w 2132"/>
                <a:gd name="T3" fmla="*/ 688 h 1160"/>
                <a:gd name="T4" fmla="*/ 1762 w 2132"/>
                <a:gd name="T5" fmla="*/ 626 h 1160"/>
                <a:gd name="T6" fmla="*/ 1698 w 2132"/>
                <a:gd name="T7" fmla="*/ 776 h 1160"/>
                <a:gd name="T8" fmla="*/ 1790 w 2132"/>
                <a:gd name="T9" fmla="*/ 726 h 1160"/>
                <a:gd name="T10" fmla="*/ 1876 w 2132"/>
                <a:gd name="T11" fmla="*/ 654 h 1160"/>
                <a:gd name="T12" fmla="*/ 1998 w 2132"/>
                <a:gd name="T13" fmla="*/ 586 h 1160"/>
                <a:gd name="T14" fmla="*/ 2084 w 2132"/>
                <a:gd name="T15" fmla="*/ 548 h 1160"/>
                <a:gd name="T16" fmla="*/ 2074 w 2132"/>
                <a:gd name="T17" fmla="*/ 480 h 1160"/>
                <a:gd name="T18" fmla="*/ 1880 w 2132"/>
                <a:gd name="T19" fmla="*/ 370 h 1160"/>
                <a:gd name="T20" fmla="*/ 1640 w 2132"/>
                <a:gd name="T21" fmla="*/ 308 h 1160"/>
                <a:gd name="T22" fmla="*/ 1578 w 2132"/>
                <a:gd name="T23" fmla="*/ 268 h 1160"/>
                <a:gd name="T24" fmla="*/ 1412 w 2132"/>
                <a:gd name="T25" fmla="*/ 308 h 1160"/>
                <a:gd name="T26" fmla="*/ 1338 w 2132"/>
                <a:gd name="T27" fmla="*/ 230 h 1160"/>
                <a:gd name="T28" fmla="*/ 1160 w 2132"/>
                <a:gd name="T29" fmla="*/ 170 h 1160"/>
                <a:gd name="T30" fmla="*/ 1134 w 2132"/>
                <a:gd name="T31" fmla="*/ 160 h 1160"/>
                <a:gd name="T32" fmla="*/ 1086 w 2132"/>
                <a:gd name="T33" fmla="*/ 8 h 1160"/>
                <a:gd name="T34" fmla="*/ 1020 w 2132"/>
                <a:gd name="T35" fmla="*/ 108 h 1160"/>
                <a:gd name="T36" fmla="*/ 906 w 2132"/>
                <a:gd name="T37" fmla="*/ 98 h 1160"/>
                <a:gd name="T38" fmla="*/ 764 w 2132"/>
                <a:gd name="T39" fmla="*/ 244 h 1160"/>
                <a:gd name="T40" fmla="*/ 812 w 2132"/>
                <a:gd name="T41" fmla="*/ 382 h 1160"/>
                <a:gd name="T42" fmla="*/ 778 w 2132"/>
                <a:gd name="T43" fmla="*/ 298 h 1160"/>
                <a:gd name="T44" fmla="*/ 706 w 2132"/>
                <a:gd name="T45" fmla="*/ 244 h 1160"/>
                <a:gd name="T46" fmla="*/ 670 w 2132"/>
                <a:gd name="T47" fmla="*/ 318 h 1160"/>
                <a:gd name="T48" fmla="*/ 726 w 2132"/>
                <a:gd name="T49" fmla="*/ 416 h 1160"/>
                <a:gd name="T50" fmla="*/ 756 w 2132"/>
                <a:gd name="T51" fmla="*/ 470 h 1160"/>
                <a:gd name="T52" fmla="*/ 712 w 2132"/>
                <a:gd name="T53" fmla="*/ 492 h 1160"/>
                <a:gd name="T54" fmla="*/ 676 w 2132"/>
                <a:gd name="T55" fmla="*/ 424 h 1160"/>
                <a:gd name="T56" fmla="*/ 648 w 2132"/>
                <a:gd name="T57" fmla="*/ 466 h 1160"/>
                <a:gd name="T58" fmla="*/ 656 w 2132"/>
                <a:gd name="T59" fmla="*/ 368 h 1160"/>
                <a:gd name="T60" fmla="*/ 610 w 2132"/>
                <a:gd name="T61" fmla="*/ 280 h 1160"/>
                <a:gd name="T62" fmla="*/ 552 w 2132"/>
                <a:gd name="T63" fmla="*/ 374 h 1160"/>
                <a:gd name="T64" fmla="*/ 390 w 2132"/>
                <a:gd name="T65" fmla="*/ 422 h 1160"/>
                <a:gd name="T66" fmla="*/ 328 w 2132"/>
                <a:gd name="T67" fmla="*/ 410 h 1160"/>
                <a:gd name="T68" fmla="*/ 302 w 2132"/>
                <a:gd name="T69" fmla="*/ 490 h 1160"/>
                <a:gd name="T70" fmla="*/ 208 w 2132"/>
                <a:gd name="T71" fmla="*/ 560 h 1160"/>
                <a:gd name="T72" fmla="*/ 258 w 2132"/>
                <a:gd name="T73" fmla="*/ 480 h 1160"/>
                <a:gd name="T74" fmla="*/ 162 w 2132"/>
                <a:gd name="T75" fmla="*/ 368 h 1160"/>
                <a:gd name="T76" fmla="*/ 134 w 2132"/>
                <a:gd name="T77" fmla="*/ 606 h 1160"/>
                <a:gd name="T78" fmla="*/ 54 w 2132"/>
                <a:gd name="T79" fmla="*/ 674 h 1160"/>
                <a:gd name="T80" fmla="*/ 28 w 2132"/>
                <a:gd name="T81" fmla="*/ 730 h 1160"/>
                <a:gd name="T82" fmla="*/ 42 w 2132"/>
                <a:gd name="T83" fmla="*/ 810 h 1160"/>
                <a:gd name="T84" fmla="*/ 38 w 2132"/>
                <a:gd name="T85" fmla="*/ 892 h 1160"/>
                <a:gd name="T86" fmla="*/ 60 w 2132"/>
                <a:gd name="T87" fmla="*/ 918 h 1160"/>
                <a:gd name="T88" fmla="*/ 114 w 2132"/>
                <a:gd name="T89" fmla="*/ 970 h 1160"/>
                <a:gd name="T90" fmla="*/ 174 w 2132"/>
                <a:gd name="T91" fmla="*/ 998 h 1160"/>
                <a:gd name="T92" fmla="*/ 212 w 2132"/>
                <a:gd name="T93" fmla="*/ 974 h 1160"/>
                <a:gd name="T94" fmla="*/ 236 w 2132"/>
                <a:gd name="T95" fmla="*/ 1020 h 1160"/>
                <a:gd name="T96" fmla="*/ 316 w 2132"/>
                <a:gd name="T97" fmla="*/ 1092 h 1160"/>
                <a:gd name="T98" fmla="*/ 348 w 2132"/>
                <a:gd name="T99" fmla="*/ 1034 h 1160"/>
                <a:gd name="T100" fmla="*/ 390 w 2132"/>
                <a:gd name="T101" fmla="*/ 992 h 1160"/>
                <a:gd name="T102" fmla="*/ 410 w 2132"/>
                <a:gd name="T103" fmla="*/ 1058 h 1160"/>
                <a:gd name="T104" fmla="*/ 452 w 2132"/>
                <a:gd name="T105" fmla="*/ 1122 h 1160"/>
                <a:gd name="T106" fmla="*/ 560 w 2132"/>
                <a:gd name="T107" fmla="*/ 1128 h 1160"/>
                <a:gd name="T108" fmla="*/ 660 w 2132"/>
                <a:gd name="T109" fmla="*/ 1104 h 1160"/>
                <a:gd name="T110" fmla="*/ 732 w 2132"/>
                <a:gd name="T111" fmla="*/ 1050 h 1160"/>
                <a:gd name="T112" fmla="*/ 752 w 2132"/>
                <a:gd name="T113" fmla="*/ 994 h 1160"/>
                <a:gd name="T114" fmla="*/ 834 w 2132"/>
                <a:gd name="T115" fmla="*/ 912 h 1160"/>
                <a:gd name="T116" fmla="*/ 964 w 2132"/>
                <a:gd name="T117" fmla="*/ 912 h 1160"/>
                <a:gd name="T118" fmla="*/ 1168 w 2132"/>
                <a:gd name="T119" fmla="*/ 880 h 1160"/>
                <a:gd name="T120" fmla="*/ 1354 w 2132"/>
                <a:gd name="T121" fmla="*/ 904 h 1160"/>
                <a:gd name="T122" fmla="*/ 1432 w 2132"/>
                <a:gd name="T123" fmla="*/ 908 h 116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2132"/>
                <a:gd name="T187" fmla="*/ 0 h 1160"/>
                <a:gd name="T188" fmla="*/ 2132 w 2132"/>
                <a:gd name="T189" fmla="*/ 1160 h 116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2132" h="1160">
                  <a:moveTo>
                    <a:pt x="1396" y="998"/>
                  </a:moveTo>
                  <a:lnTo>
                    <a:pt x="1398" y="994"/>
                  </a:lnTo>
                  <a:lnTo>
                    <a:pt x="1398" y="996"/>
                  </a:lnTo>
                  <a:lnTo>
                    <a:pt x="1396" y="1000"/>
                  </a:lnTo>
                  <a:lnTo>
                    <a:pt x="1396" y="1002"/>
                  </a:lnTo>
                  <a:lnTo>
                    <a:pt x="1394" y="1006"/>
                  </a:lnTo>
                  <a:lnTo>
                    <a:pt x="1394" y="1010"/>
                  </a:lnTo>
                  <a:lnTo>
                    <a:pt x="1394" y="1012"/>
                  </a:lnTo>
                  <a:lnTo>
                    <a:pt x="1392" y="1012"/>
                  </a:lnTo>
                  <a:lnTo>
                    <a:pt x="1394" y="1018"/>
                  </a:lnTo>
                  <a:lnTo>
                    <a:pt x="1398" y="1024"/>
                  </a:lnTo>
                  <a:lnTo>
                    <a:pt x="1402" y="1028"/>
                  </a:lnTo>
                  <a:lnTo>
                    <a:pt x="1406" y="1030"/>
                  </a:lnTo>
                  <a:lnTo>
                    <a:pt x="1410" y="1032"/>
                  </a:lnTo>
                  <a:lnTo>
                    <a:pt x="1412" y="1034"/>
                  </a:lnTo>
                  <a:lnTo>
                    <a:pt x="1414" y="1034"/>
                  </a:lnTo>
                  <a:lnTo>
                    <a:pt x="1424" y="1026"/>
                  </a:lnTo>
                  <a:lnTo>
                    <a:pt x="1436" y="1010"/>
                  </a:lnTo>
                  <a:lnTo>
                    <a:pt x="1450" y="992"/>
                  </a:lnTo>
                  <a:lnTo>
                    <a:pt x="1464" y="970"/>
                  </a:lnTo>
                  <a:lnTo>
                    <a:pt x="1476" y="950"/>
                  </a:lnTo>
                  <a:lnTo>
                    <a:pt x="1486" y="932"/>
                  </a:lnTo>
                  <a:lnTo>
                    <a:pt x="1492" y="920"/>
                  </a:lnTo>
                  <a:lnTo>
                    <a:pt x="1494" y="916"/>
                  </a:lnTo>
                  <a:lnTo>
                    <a:pt x="1496" y="898"/>
                  </a:lnTo>
                  <a:lnTo>
                    <a:pt x="1502" y="884"/>
                  </a:lnTo>
                  <a:lnTo>
                    <a:pt x="1506" y="876"/>
                  </a:lnTo>
                  <a:lnTo>
                    <a:pt x="1510" y="872"/>
                  </a:lnTo>
                  <a:lnTo>
                    <a:pt x="1512" y="846"/>
                  </a:lnTo>
                  <a:lnTo>
                    <a:pt x="1514" y="842"/>
                  </a:lnTo>
                  <a:lnTo>
                    <a:pt x="1516" y="830"/>
                  </a:lnTo>
                  <a:lnTo>
                    <a:pt x="1514" y="818"/>
                  </a:lnTo>
                  <a:lnTo>
                    <a:pt x="1510" y="808"/>
                  </a:lnTo>
                  <a:lnTo>
                    <a:pt x="1500" y="804"/>
                  </a:lnTo>
                  <a:lnTo>
                    <a:pt x="1494" y="804"/>
                  </a:lnTo>
                  <a:lnTo>
                    <a:pt x="1486" y="806"/>
                  </a:lnTo>
                  <a:lnTo>
                    <a:pt x="1478" y="808"/>
                  </a:lnTo>
                  <a:lnTo>
                    <a:pt x="1472" y="808"/>
                  </a:lnTo>
                  <a:lnTo>
                    <a:pt x="1466" y="806"/>
                  </a:lnTo>
                  <a:lnTo>
                    <a:pt x="1462" y="802"/>
                  </a:lnTo>
                  <a:lnTo>
                    <a:pt x="1460" y="800"/>
                  </a:lnTo>
                  <a:lnTo>
                    <a:pt x="1458" y="798"/>
                  </a:lnTo>
                  <a:lnTo>
                    <a:pt x="1456" y="798"/>
                  </a:lnTo>
                  <a:lnTo>
                    <a:pt x="1444" y="794"/>
                  </a:lnTo>
                  <a:lnTo>
                    <a:pt x="1470" y="770"/>
                  </a:lnTo>
                  <a:lnTo>
                    <a:pt x="1472" y="762"/>
                  </a:lnTo>
                  <a:lnTo>
                    <a:pt x="1494" y="738"/>
                  </a:lnTo>
                  <a:lnTo>
                    <a:pt x="1542" y="686"/>
                  </a:lnTo>
                  <a:lnTo>
                    <a:pt x="1546" y="686"/>
                  </a:lnTo>
                  <a:lnTo>
                    <a:pt x="1558" y="688"/>
                  </a:lnTo>
                  <a:lnTo>
                    <a:pt x="1572" y="692"/>
                  </a:lnTo>
                  <a:lnTo>
                    <a:pt x="1588" y="694"/>
                  </a:lnTo>
                  <a:lnTo>
                    <a:pt x="1602" y="698"/>
                  </a:lnTo>
                  <a:lnTo>
                    <a:pt x="1608" y="698"/>
                  </a:lnTo>
                  <a:lnTo>
                    <a:pt x="1612" y="698"/>
                  </a:lnTo>
                  <a:lnTo>
                    <a:pt x="1612" y="694"/>
                  </a:lnTo>
                  <a:lnTo>
                    <a:pt x="1612" y="692"/>
                  </a:lnTo>
                  <a:lnTo>
                    <a:pt x="1612" y="688"/>
                  </a:lnTo>
                  <a:lnTo>
                    <a:pt x="1612" y="686"/>
                  </a:lnTo>
                  <a:lnTo>
                    <a:pt x="1622" y="680"/>
                  </a:lnTo>
                  <a:lnTo>
                    <a:pt x="1634" y="682"/>
                  </a:lnTo>
                  <a:lnTo>
                    <a:pt x="1642" y="682"/>
                  </a:lnTo>
                  <a:lnTo>
                    <a:pt x="1650" y="700"/>
                  </a:lnTo>
                  <a:lnTo>
                    <a:pt x="1694" y="686"/>
                  </a:lnTo>
                  <a:lnTo>
                    <a:pt x="1694" y="676"/>
                  </a:lnTo>
                  <a:lnTo>
                    <a:pt x="1732" y="642"/>
                  </a:lnTo>
                  <a:lnTo>
                    <a:pt x="1734" y="642"/>
                  </a:lnTo>
                  <a:lnTo>
                    <a:pt x="1736" y="640"/>
                  </a:lnTo>
                  <a:lnTo>
                    <a:pt x="1738" y="636"/>
                  </a:lnTo>
                  <a:lnTo>
                    <a:pt x="1742" y="634"/>
                  </a:lnTo>
                  <a:lnTo>
                    <a:pt x="1746" y="630"/>
                  </a:lnTo>
                  <a:lnTo>
                    <a:pt x="1750" y="628"/>
                  </a:lnTo>
                  <a:lnTo>
                    <a:pt x="1756" y="626"/>
                  </a:lnTo>
                  <a:lnTo>
                    <a:pt x="1760" y="624"/>
                  </a:lnTo>
                  <a:lnTo>
                    <a:pt x="1762" y="626"/>
                  </a:lnTo>
                  <a:lnTo>
                    <a:pt x="1764" y="628"/>
                  </a:lnTo>
                  <a:lnTo>
                    <a:pt x="1764" y="632"/>
                  </a:lnTo>
                  <a:lnTo>
                    <a:pt x="1760" y="638"/>
                  </a:lnTo>
                  <a:lnTo>
                    <a:pt x="1758" y="644"/>
                  </a:lnTo>
                  <a:lnTo>
                    <a:pt x="1754" y="648"/>
                  </a:lnTo>
                  <a:lnTo>
                    <a:pt x="1754" y="652"/>
                  </a:lnTo>
                  <a:lnTo>
                    <a:pt x="1754" y="654"/>
                  </a:lnTo>
                  <a:lnTo>
                    <a:pt x="1758" y="654"/>
                  </a:lnTo>
                  <a:lnTo>
                    <a:pt x="1760" y="654"/>
                  </a:lnTo>
                  <a:lnTo>
                    <a:pt x="1764" y="654"/>
                  </a:lnTo>
                  <a:lnTo>
                    <a:pt x="1768" y="652"/>
                  </a:lnTo>
                  <a:lnTo>
                    <a:pt x="1770" y="650"/>
                  </a:lnTo>
                  <a:lnTo>
                    <a:pt x="1776" y="644"/>
                  </a:lnTo>
                  <a:lnTo>
                    <a:pt x="1784" y="634"/>
                  </a:lnTo>
                  <a:lnTo>
                    <a:pt x="1790" y="624"/>
                  </a:lnTo>
                  <a:lnTo>
                    <a:pt x="1796" y="616"/>
                  </a:lnTo>
                  <a:lnTo>
                    <a:pt x="1798" y="614"/>
                  </a:lnTo>
                  <a:lnTo>
                    <a:pt x="1792" y="626"/>
                  </a:lnTo>
                  <a:lnTo>
                    <a:pt x="1792" y="638"/>
                  </a:lnTo>
                  <a:lnTo>
                    <a:pt x="1794" y="648"/>
                  </a:lnTo>
                  <a:lnTo>
                    <a:pt x="1796" y="652"/>
                  </a:lnTo>
                  <a:lnTo>
                    <a:pt x="1762" y="676"/>
                  </a:lnTo>
                  <a:lnTo>
                    <a:pt x="1752" y="706"/>
                  </a:lnTo>
                  <a:lnTo>
                    <a:pt x="1714" y="736"/>
                  </a:lnTo>
                  <a:lnTo>
                    <a:pt x="1698" y="776"/>
                  </a:lnTo>
                  <a:lnTo>
                    <a:pt x="1696" y="780"/>
                  </a:lnTo>
                  <a:lnTo>
                    <a:pt x="1696" y="784"/>
                  </a:lnTo>
                  <a:lnTo>
                    <a:pt x="1694" y="790"/>
                  </a:lnTo>
                  <a:lnTo>
                    <a:pt x="1696" y="798"/>
                  </a:lnTo>
                  <a:lnTo>
                    <a:pt x="1698" y="806"/>
                  </a:lnTo>
                  <a:lnTo>
                    <a:pt x="1702" y="820"/>
                  </a:lnTo>
                  <a:lnTo>
                    <a:pt x="1708" y="838"/>
                  </a:lnTo>
                  <a:lnTo>
                    <a:pt x="1712" y="854"/>
                  </a:lnTo>
                  <a:lnTo>
                    <a:pt x="1718" y="868"/>
                  </a:lnTo>
                  <a:lnTo>
                    <a:pt x="1718" y="874"/>
                  </a:lnTo>
                  <a:lnTo>
                    <a:pt x="1736" y="848"/>
                  </a:lnTo>
                  <a:lnTo>
                    <a:pt x="1766" y="802"/>
                  </a:lnTo>
                  <a:lnTo>
                    <a:pt x="1782" y="798"/>
                  </a:lnTo>
                  <a:lnTo>
                    <a:pt x="1780" y="794"/>
                  </a:lnTo>
                  <a:lnTo>
                    <a:pt x="1780" y="784"/>
                  </a:lnTo>
                  <a:lnTo>
                    <a:pt x="1782" y="772"/>
                  </a:lnTo>
                  <a:lnTo>
                    <a:pt x="1786" y="758"/>
                  </a:lnTo>
                  <a:lnTo>
                    <a:pt x="1790" y="750"/>
                  </a:lnTo>
                  <a:lnTo>
                    <a:pt x="1792" y="744"/>
                  </a:lnTo>
                  <a:lnTo>
                    <a:pt x="1792" y="740"/>
                  </a:lnTo>
                  <a:lnTo>
                    <a:pt x="1792" y="736"/>
                  </a:lnTo>
                  <a:lnTo>
                    <a:pt x="1792" y="732"/>
                  </a:lnTo>
                  <a:lnTo>
                    <a:pt x="1792" y="730"/>
                  </a:lnTo>
                  <a:lnTo>
                    <a:pt x="1790" y="730"/>
                  </a:lnTo>
                  <a:lnTo>
                    <a:pt x="1790" y="728"/>
                  </a:lnTo>
                  <a:lnTo>
                    <a:pt x="1790" y="726"/>
                  </a:lnTo>
                  <a:lnTo>
                    <a:pt x="1788" y="724"/>
                  </a:lnTo>
                  <a:lnTo>
                    <a:pt x="1786" y="720"/>
                  </a:lnTo>
                  <a:lnTo>
                    <a:pt x="1786" y="716"/>
                  </a:lnTo>
                  <a:lnTo>
                    <a:pt x="1786" y="712"/>
                  </a:lnTo>
                  <a:lnTo>
                    <a:pt x="1790" y="708"/>
                  </a:lnTo>
                  <a:lnTo>
                    <a:pt x="1792" y="704"/>
                  </a:lnTo>
                  <a:lnTo>
                    <a:pt x="1796" y="702"/>
                  </a:lnTo>
                  <a:lnTo>
                    <a:pt x="1802" y="702"/>
                  </a:lnTo>
                  <a:lnTo>
                    <a:pt x="1812" y="700"/>
                  </a:lnTo>
                  <a:lnTo>
                    <a:pt x="1816" y="698"/>
                  </a:lnTo>
                  <a:lnTo>
                    <a:pt x="1818" y="696"/>
                  </a:lnTo>
                  <a:lnTo>
                    <a:pt x="1820" y="692"/>
                  </a:lnTo>
                  <a:lnTo>
                    <a:pt x="1820" y="688"/>
                  </a:lnTo>
                  <a:lnTo>
                    <a:pt x="1820" y="684"/>
                  </a:lnTo>
                  <a:lnTo>
                    <a:pt x="1820" y="680"/>
                  </a:lnTo>
                  <a:lnTo>
                    <a:pt x="1820" y="678"/>
                  </a:lnTo>
                  <a:lnTo>
                    <a:pt x="1822" y="676"/>
                  </a:lnTo>
                  <a:lnTo>
                    <a:pt x="1824" y="676"/>
                  </a:lnTo>
                  <a:lnTo>
                    <a:pt x="1832" y="676"/>
                  </a:lnTo>
                  <a:lnTo>
                    <a:pt x="1838" y="674"/>
                  </a:lnTo>
                  <a:lnTo>
                    <a:pt x="1846" y="670"/>
                  </a:lnTo>
                  <a:lnTo>
                    <a:pt x="1858" y="660"/>
                  </a:lnTo>
                  <a:lnTo>
                    <a:pt x="1862" y="656"/>
                  </a:lnTo>
                  <a:lnTo>
                    <a:pt x="1868" y="654"/>
                  </a:lnTo>
                  <a:lnTo>
                    <a:pt x="1872" y="654"/>
                  </a:lnTo>
                  <a:lnTo>
                    <a:pt x="1876" y="654"/>
                  </a:lnTo>
                  <a:lnTo>
                    <a:pt x="1880" y="656"/>
                  </a:lnTo>
                  <a:lnTo>
                    <a:pt x="1882" y="660"/>
                  </a:lnTo>
                  <a:lnTo>
                    <a:pt x="1884" y="662"/>
                  </a:lnTo>
                  <a:lnTo>
                    <a:pt x="1884" y="664"/>
                  </a:lnTo>
                  <a:lnTo>
                    <a:pt x="1906" y="656"/>
                  </a:lnTo>
                  <a:lnTo>
                    <a:pt x="1914" y="642"/>
                  </a:lnTo>
                  <a:lnTo>
                    <a:pt x="1926" y="630"/>
                  </a:lnTo>
                  <a:lnTo>
                    <a:pt x="1944" y="622"/>
                  </a:lnTo>
                  <a:lnTo>
                    <a:pt x="1948" y="610"/>
                  </a:lnTo>
                  <a:lnTo>
                    <a:pt x="1964" y="610"/>
                  </a:lnTo>
                  <a:lnTo>
                    <a:pt x="1966" y="610"/>
                  </a:lnTo>
                  <a:lnTo>
                    <a:pt x="1970" y="610"/>
                  </a:lnTo>
                  <a:lnTo>
                    <a:pt x="1974" y="610"/>
                  </a:lnTo>
                  <a:lnTo>
                    <a:pt x="1978" y="610"/>
                  </a:lnTo>
                  <a:lnTo>
                    <a:pt x="1982" y="612"/>
                  </a:lnTo>
                  <a:lnTo>
                    <a:pt x="1986" y="612"/>
                  </a:lnTo>
                  <a:lnTo>
                    <a:pt x="1988" y="610"/>
                  </a:lnTo>
                  <a:lnTo>
                    <a:pt x="1992" y="608"/>
                  </a:lnTo>
                  <a:lnTo>
                    <a:pt x="1996" y="604"/>
                  </a:lnTo>
                  <a:lnTo>
                    <a:pt x="2000" y="602"/>
                  </a:lnTo>
                  <a:lnTo>
                    <a:pt x="2002" y="598"/>
                  </a:lnTo>
                  <a:lnTo>
                    <a:pt x="2004" y="596"/>
                  </a:lnTo>
                  <a:lnTo>
                    <a:pt x="2006" y="596"/>
                  </a:lnTo>
                  <a:lnTo>
                    <a:pt x="2004" y="592"/>
                  </a:lnTo>
                  <a:lnTo>
                    <a:pt x="1998" y="586"/>
                  </a:lnTo>
                  <a:lnTo>
                    <a:pt x="1990" y="576"/>
                  </a:lnTo>
                  <a:lnTo>
                    <a:pt x="1984" y="568"/>
                  </a:lnTo>
                  <a:lnTo>
                    <a:pt x="1978" y="562"/>
                  </a:lnTo>
                  <a:lnTo>
                    <a:pt x="1974" y="560"/>
                  </a:lnTo>
                  <a:lnTo>
                    <a:pt x="1972" y="556"/>
                  </a:lnTo>
                  <a:lnTo>
                    <a:pt x="1972" y="552"/>
                  </a:lnTo>
                  <a:lnTo>
                    <a:pt x="1972" y="550"/>
                  </a:lnTo>
                  <a:lnTo>
                    <a:pt x="1972" y="546"/>
                  </a:lnTo>
                  <a:lnTo>
                    <a:pt x="1974" y="546"/>
                  </a:lnTo>
                  <a:lnTo>
                    <a:pt x="1978" y="546"/>
                  </a:lnTo>
                  <a:lnTo>
                    <a:pt x="1982" y="546"/>
                  </a:lnTo>
                  <a:lnTo>
                    <a:pt x="1986" y="546"/>
                  </a:lnTo>
                  <a:lnTo>
                    <a:pt x="1988" y="544"/>
                  </a:lnTo>
                  <a:lnTo>
                    <a:pt x="1992" y="542"/>
                  </a:lnTo>
                  <a:lnTo>
                    <a:pt x="1994" y="540"/>
                  </a:lnTo>
                  <a:lnTo>
                    <a:pt x="2016" y="518"/>
                  </a:lnTo>
                  <a:lnTo>
                    <a:pt x="2014" y="502"/>
                  </a:lnTo>
                  <a:lnTo>
                    <a:pt x="2024" y="494"/>
                  </a:lnTo>
                  <a:lnTo>
                    <a:pt x="2032" y="512"/>
                  </a:lnTo>
                  <a:lnTo>
                    <a:pt x="2050" y="518"/>
                  </a:lnTo>
                  <a:lnTo>
                    <a:pt x="2054" y="520"/>
                  </a:lnTo>
                  <a:lnTo>
                    <a:pt x="2060" y="526"/>
                  </a:lnTo>
                  <a:lnTo>
                    <a:pt x="2068" y="534"/>
                  </a:lnTo>
                  <a:lnTo>
                    <a:pt x="2076" y="542"/>
                  </a:lnTo>
                  <a:lnTo>
                    <a:pt x="2084" y="548"/>
                  </a:lnTo>
                  <a:lnTo>
                    <a:pt x="2088" y="550"/>
                  </a:lnTo>
                  <a:lnTo>
                    <a:pt x="2090" y="552"/>
                  </a:lnTo>
                  <a:lnTo>
                    <a:pt x="2094" y="550"/>
                  </a:lnTo>
                  <a:lnTo>
                    <a:pt x="2096" y="550"/>
                  </a:lnTo>
                  <a:lnTo>
                    <a:pt x="2100" y="524"/>
                  </a:lnTo>
                  <a:lnTo>
                    <a:pt x="2100" y="518"/>
                  </a:lnTo>
                  <a:lnTo>
                    <a:pt x="2102" y="518"/>
                  </a:lnTo>
                  <a:lnTo>
                    <a:pt x="2106" y="518"/>
                  </a:lnTo>
                  <a:lnTo>
                    <a:pt x="2110" y="518"/>
                  </a:lnTo>
                  <a:lnTo>
                    <a:pt x="2116" y="518"/>
                  </a:lnTo>
                  <a:lnTo>
                    <a:pt x="2122" y="516"/>
                  </a:lnTo>
                  <a:lnTo>
                    <a:pt x="2126" y="512"/>
                  </a:lnTo>
                  <a:lnTo>
                    <a:pt x="2130" y="508"/>
                  </a:lnTo>
                  <a:lnTo>
                    <a:pt x="2132" y="500"/>
                  </a:lnTo>
                  <a:lnTo>
                    <a:pt x="2124" y="494"/>
                  </a:lnTo>
                  <a:lnTo>
                    <a:pt x="2114" y="488"/>
                  </a:lnTo>
                  <a:lnTo>
                    <a:pt x="2102" y="482"/>
                  </a:lnTo>
                  <a:lnTo>
                    <a:pt x="2092" y="476"/>
                  </a:lnTo>
                  <a:lnTo>
                    <a:pt x="2088" y="472"/>
                  </a:lnTo>
                  <a:lnTo>
                    <a:pt x="2084" y="472"/>
                  </a:lnTo>
                  <a:lnTo>
                    <a:pt x="2080" y="474"/>
                  </a:lnTo>
                  <a:lnTo>
                    <a:pt x="2078" y="474"/>
                  </a:lnTo>
                  <a:lnTo>
                    <a:pt x="2076" y="478"/>
                  </a:lnTo>
                  <a:lnTo>
                    <a:pt x="2074" y="478"/>
                  </a:lnTo>
                  <a:lnTo>
                    <a:pt x="2074" y="480"/>
                  </a:lnTo>
                  <a:lnTo>
                    <a:pt x="2066" y="464"/>
                  </a:lnTo>
                  <a:lnTo>
                    <a:pt x="2054" y="446"/>
                  </a:lnTo>
                  <a:lnTo>
                    <a:pt x="2040" y="432"/>
                  </a:lnTo>
                  <a:lnTo>
                    <a:pt x="2024" y="420"/>
                  </a:lnTo>
                  <a:lnTo>
                    <a:pt x="2010" y="412"/>
                  </a:lnTo>
                  <a:lnTo>
                    <a:pt x="1998" y="408"/>
                  </a:lnTo>
                  <a:lnTo>
                    <a:pt x="1994" y="406"/>
                  </a:lnTo>
                  <a:lnTo>
                    <a:pt x="1960" y="376"/>
                  </a:lnTo>
                  <a:lnTo>
                    <a:pt x="1954" y="376"/>
                  </a:lnTo>
                  <a:lnTo>
                    <a:pt x="1942" y="376"/>
                  </a:lnTo>
                  <a:lnTo>
                    <a:pt x="1930" y="374"/>
                  </a:lnTo>
                  <a:lnTo>
                    <a:pt x="1922" y="372"/>
                  </a:lnTo>
                  <a:lnTo>
                    <a:pt x="1920" y="370"/>
                  </a:lnTo>
                  <a:lnTo>
                    <a:pt x="1916" y="366"/>
                  </a:lnTo>
                  <a:lnTo>
                    <a:pt x="1910" y="366"/>
                  </a:lnTo>
                  <a:lnTo>
                    <a:pt x="1906" y="364"/>
                  </a:lnTo>
                  <a:lnTo>
                    <a:pt x="1902" y="364"/>
                  </a:lnTo>
                  <a:lnTo>
                    <a:pt x="1900" y="388"/>
                  </a:lnTo>
                  <a:lnTo>
                    <a:pt x="1900" y="406"/>
                  </a:lnTo>
                  <a:lnTo>
                    <a:pt x="1896" y="414"/>
                  </a:lnTo>
                  <a:lnTo>
                    <a:pt x="1884" y="416"/>
                  </a:lnTo>
                  <a:lnTo>
                    <a:pt x="1884" y="408"/>
                  </a:lnTo>
                  <a:lnTo>
                    <a:pt x="1866" y="386"/>
                  </a:lnTo>
                  <a:lnTo>
                    <a:pt x="1880" y="376"/>
                  </a:lnTo>
                  <a:lnTo>
                    <a:pt x="1880" y="370"/>
                  </a:lnTo>
                  <a:lnTo>
                    <a:pt x="1842" y="386"/>
                  </a:lnTo>
                  <a:lnTo>
                    <a:pt x="1834" y="382"/>
                  </a:lnTo>
                  <a:lnTo>
                    <a:pt x="1790" y="378"/>
                  </a:lnTo>
                  <a:lnTo>
                    <a:pt x="1774" y="398"/>
                  </a:lnTo>
                  <a:lnTo>
                    <a:pt x="1762" y="380"/>
                  </a:lnTo>
                  <a:lnTo>
                    <a:pt x="1762" y="378"/>
                  </a:lnTo>
                  <a:lnTo>
                    <a:pt x="1764" y="370"/>
                  </a:lnTo>
                  <a:lnTo>
                    <a:pt x="1762" y="358"/>
                  </a:lnTo>
                  <a:lnTo>
                    <a:pt x="1758" y="342"/>
                  </a:lnTo>
                  <a:lnTo>
                    <a:pt x="1748" y="332"/>
                  </a:lnTo>
                  <a:lnTo>
                    <a:pt x="1734" y="326"/>
                  </a:lnTo>
                  <a:lnTo>
                    <a:pt x="1722" y="326"/>
                  </a:lnTo>
                  <a:lnTo>
                    <a:pt x="1712" y="326"/>
                  </a:lnTo>
                  <a:lnTo>
                    <a:pt x="1710" y="328"/>
                  </a:lnTo>
                  <a:lnTo>
                    <a:pt x="1704" y="328"/>
                  </a:lnTo>
                  <a:lnTo>
                    <a:pt x="1690" y="330"/>
                  </a:lnTo>
                  <a:lnTo>
                    <a:pt x="1676" y="330"/>
                  </a:lnTo>
                  <a:lnTo>
                    <a:pt x="1664" y="328"/>
                  </a:lnTo>
                  <a:lnTo>
                    <a:pt x="1660" y="324"/>
                  </a:lnTo>
                  <a:lnTo>
                    <a:pt x="1654" y="322"/>
                  </a:lnTo>
                  <a:lnTo>
                    <a:pt x="1650" y="322"/>
                  </a:lnTo>
                  <a:lnTo>
                    <a:pt x="1648" y="324"/>
                  </a:lnTo>
                  <a:lnTo>
                    <a:pt x="1646" y="324"/>
                  </a:lnTo>
                  <a:lnTo>
                    <a:pt x="1646" y="314"/>
                  </a:lnTo>
                  <a:lnTo>
                    <a:pt x="1638" y="310"/>
                  </a:lnTo>
                  <a:lnTo>
                    <a:pt x="1640" y="308"/>
                  </a:lnTo>
                  <a:lnTo>
                    <a:pt x="1640" y="304"/>
                  </a:lnTo>
                  <a:lnTo>
                    <a:pt x="1638" y="298"/>
                  </a:lnTo>
                  <a:lnTo>
                    <a:pt x="1636" y="290"/>
                  </a:lnTo>
                  <a:lnTo>
                    <a:pt x="1634" y="282"/>
                  </a:lnTo>
                  <a:lnTo>
                    <a:pt x="1630" y="278"/>
                  </a:lnTo>
                  <a:lnTo>
                    <a:pt x="1626" y="276"/>
                  </a:lnTo>
                  <a:lnTo>
                    <a:pt x="1622" y="276"/>
                  </a:lnTo>
                  <a:lnTo>
                    <a:pt x="1618" y="278"/>
                  </a:lnTo>
                  <a:lnTo>
                    <a:pt x="1614" y="280"/>
                  </a:lnTo>
                  <a:lnTo>
                    <a:pt x="1610" y="282"/>
                  </a:lnTo>
                  <a:lnTo>
                    <a:pt x="1606" y="286"/>
                  </a:lnTo>
                  <a:lnTo>
                    <a:pt x="1604" y="288"/>
                  </a:lnTo>
                  <a:lnTo>
                    <a:pt x="1602" y="288"/>
                  </a:lnTo>
                  <a:lnTo>
                    <a:pt x="1600" y="288"/>
                  </a:lnTo>
                  <a:lnTo>
                    <a:pt x="1598" y="290"/>
                  </a:lnTo>
                  <a:lnTo>
                    <a:pt x="1596" y="288"/>
                  </a:lnTo>
                  <a:lnTo>
                    <a:pt x="1594" y="288"/>
                  </a:lnTo>
                  <a:lnTo>
                    <a:pt x="1592" y="286"/>
                  </a:lnTo>
                  <a:lnTo>
                    <a:pt x="1592" y="282"/>
                  </a:lnTo>
                  <a:lnTo>
                    <a:pt x="1592" y="280"/>
                  </a:lnTo>
                  <a:lnTo>
                    <a:pt x="1592" y="276"/>
                  </a:lnTo>
                  <a:lnTo>
                    <a:pt x="1590" y="272"/>
                  </a:lnTo>
                  <a:lnTo>
                    <a:pt x="1588" y="270"/>
                  </a:lnTo>
                  <a:lnTo>
                    <a:pt x="1584" y="268"/>
                  </a:lnTo>
                  <a:lnTo>
                    <a:pt x="1578" y="268"/>
                  </a:lnTo>
                  <a:lnTo>
                    <a:pt x="1566" y="266"/>
                  </a:lnTo>
                  <a:lnTo>
                    <a:pt x="1552" y="264"/>
                  </a:lnTo>
                  <a:lnTo>
                    <a:pt x="1538" y="260"/>
                  </a:lnTo>
                  <a:lnTo>
                    <a:pt x="1528" y="256"/>
                  </a:lnTo>
                  <a:lnTo>
                    <a:pt x="1524" y="256"/>
                  </a:lnTo>
                  <a:lnTo>
                    <a:pt x="1528" y="260"/>
                  </a:lnTo>
                  <a:lnTo>
                    <a:pt x="1526" y="264"/>
                  </a:lnTo>
                  <a:lnTo>
                    <a:pt x="1524" y="268"/>
                  </a:lnTo>
                  <a:lnTo>
                    <a:pt x="1518" y="270"/>
                  </a:lnTo>
                  <a:lnTo>
                    <a:pt x="1512" y="272"/>
                  </a:lnTo>
                  <a:lnTo>
                    <a:pt x="1504" y="276"/>
                  </a:lnTo>
                  <a:lnTo>
                    <a:pt x="1502" y="286"/>
                  </a:lnTo>
                  <a:lnTo>
                    <a:pt x="1502" y="296"/>
                  </a:lnTo>
                  <a:lnTo>
                    <a:pt x="1502" y="306"/>
                  </a:lnTo>
                  <a:lnTo>
                    <a:pt x="1502" y="310"/>
                  </a:lnTo>
                  <a:lnTo>
                    <a:pt x="1494" y="312"/>
                  </a:lnTo>
                  <a:lnTo>
                    <a:pt x="1482" y="318"/>
                  </a:lnTo>
                  <a:lnTo>
                    <a:pt x="1460" y="304"/>
                  </a:lnTo>
                  <a:lnTo>
                    <a:pt x="1452" y="310"/>
                  </a:lnTo>
                  <a:lnTo>
                    <a:pt x="1438" y="310"/>
                  </a:lnTo>
                  <a:lnTo>
                    <a:pt x="1422" y="294"/>
                  </a:lnTo>
                  <a:lnTo>
                    <a:pt x="1420" y="296"/>
                  </a:lnTo>
                  <a:lnTo>
                    <a:pt x="1418" y="300"/>
                  </a:lnTo>
                  <a:lnTo>
                    <a:pt x="1416" y="304"/>
                  </a:lnTo>
                  <a:lnTo>
                    <a:pt x="1412" y="308"/>
                  </a:lnTo>
                  <a:lnTo>
                    <a:pt x="1410" y="312"/>
                  </a:lnTo>
                  <a:lnTo>
                    <a:pt x="1410" y="316"/>
                  </a:lnTo>
                  <a:lnTo>
                    <a:pt x="1408" y="320"/>
                  </a:lnTo>
                  <a:lnTo>
                    <a:pt x="1404" y="324"/>
                  </a:lnTo>
                  <a:lnTo>
                    <a:pt x="1402" y="328"/>
                  </a:lnTo>
                  <a:lnTo>
                    <a:pt x="1398" y="330"/>
                  </a:lnTo>
                  <a:lnTo>
                    <a:pt x="1396" y="334"/>
                  </a:lnTo>
                  <a:lnTo>
                    <a:pt x="1392" y="320"/>
                  </a:lnTo>
                  <a:lnTo>
                    <a:pt x="1384" y="304"/>
                  </a:lnTo>
                  <a:lnTo>
                    <a:pt x="1384" y="274"/>
                  </a:lnTo>
                  <a:lnTo>
                    <a:pt x="1388" y="254"/>
                  </a:lnTo>
                  <a:lnTo>
                    <a:pt x="1386" y="248"/>
                  </a:lnTo>
                  <a:lnTo>
                    <a:pt x="1384" y="246"/>
                  </a:lnTo>
                  <a:lnTo>
                    <a:pt x="1382" y="244"/>
                  </a:lnTo>
                  <a:lnTo>
                    <a:pt x="1378" y="242"/>
                  </a:lnTo>
                  <a:lnTo>
                    <a:pt x="1374" y="242"/>
                  </a:lnTo>
                  <a:lnTo>
                    <a:pt x="1372" y="244"/>
                  </a:lnTo>
                  <a:lnTo>
                    <a:pt x="1370" y="244"/>
                  </a:lnTo>
                  <a:lnTo>
                    <a:pt x="1368" y="244"/>
                  </a:lnTo>
                  <a:lnTo>
                    <a:pt x="1366" y="240"/>
                  </a:lnTo>
                  <a:lnTo>
                    <a:pt x="1362" y="238"/>
                  </a:lnTo>
                  <a:lnTo>
                    <a:pt x="1356" y="234"/>
                  </a:lnTo>
                  <a:lnTo>
                    <a:pt x="1348" y="232"/>
                  </a:lnTo>
                  <a:lnTo>
                    <a:pt x="1338" y="230"/>
                  </a:lnTo>
                  <a:lnTo>
                    <a:pt x="1332" y="230"/>
                  </a:lnTo>
                  <a:lnTo>
                    <a:pt x="1326" y="228"/>
                  </a:lnTo>
                  <a:lnTo>
                    <a:pt x="1322" y="228"/>
                  </a:lnTo>
                  <a:lnTo>
                    <a:pt x="1320" y="230"/>
                  </a:lnTo>
                  <a:lnTo>
                    <a:pt x="1316" y="232"/>
                  </a:lnTo>
                  <a:lnTo>
                    <a:pt x="1312" y="234"/>
                  </a:lnTo>
                  <a:lnTo>
                    <a:pt x="1308" y="238"/>
                  </a:lnTo>
                  <a:lnTo>
                    <a:pt x="1296" y="242"/>
                  </a:lnTo>
                  <a:lnTo>
                    <a:pt x="1284" y="240"/>
                  </a:lnTo>
                  <a:lnTo>
                    <a:pt x="1272" y="238"/>
                  </a:lnTo>
                  <a:lnTo>
                    <a:pt x="1262" y="236"/>
                  </a:lnTo>
                  <a:lnTo>
                    <a:pt x="1258" y="234"/>
                  </a:lnTo>
                  <a:lnTo>
                    <a:pt x="1224" y="216"/>
                  </a:lnTo>
                  <a:lnTo>
                    <a:pt x="1210" y="216"/>
                  </a:lnTo>
                  <a:lnTo>
                    <a:pt x="1194" y="214"/>
                  </a:lnTo>
                  <a:lnTo>
                    <a:pt x="1182" y="208"/>
                  </a:lnTo>
                  <a:lnTo>
                    <a:pt x="1172" y="204"/>
                  </a:lnTo>
                  <a:lnTo>
                    <a:pt x="1168" y="202"/>
                  </a:lnTo>
                  <a:lnTo>
                    <a:pt x="1160" y="196"/>
                  </a:lnTo>
                  <a:lnTo>
                    <a:pt x="1156" y="190"/>
                  </a:lnTo>
                  <a:lnTo>
                    <a:pt x="1164" y="186"/>
                  </a:lnTo>
                  <a:lnTo>
                    <a:pt x="1166" y="184"/>
                  </a:lnTo>
                  <a:lnTo>
                    <a:pt x="1166" y="182"/>
                  </a:lnTo>
                  <a:lnTo>
                    <a:pt x="1166" y="178"/>
                  </a:lnTo>
                  <a:lnTo>
                    <a:pt x="1164" y="172"/>
                  </a:lnTo>
                  <a:lnTo>
                    <a:pt x="1160" y="170"/>
                  </a:lnTo>
                  <a:lnTo>
                    <a:pt x="1158" y="168"/>
                  </a:lnTo>
                  <a:lnTo>
                    <a:pt x="1156" y="168"/>
                  </a:lnTo>
                  <a:lnTo>
                    <a:pt x="1152" y="170"/>
                  </a:lnTo>
                  <a:lnTo>
                    <a:pt x="1150" y="170"/>
                  </a:lnTo>
                  <a:lnTo>
                    <a:pt x="1148" y="172"/>
                  </a:lnTo>
                  <a:lnTo>
                    <a:pt x="1146" y="174"/>
                  </a:lnTo>
                  <a:lnTo>
                    <a:pt x="1144" y="176"/>
                  </a:lnTo>
                  <a:lnTo>
                    <a:pt x="1142" y="180"/>
                  </a:lnTo>
                  <a:lnTo>
                    <a:pt x="1140" y="184"/>
                  </a:lnTo>
                  <a:lnTo>
                    <a:pt x="1136" y="190"/>
                  </a:lnTo>
                  <a:lnTo>
                    <a:pt x="1132" y="194"/>
                  </a:lnTo>
                  <a:lnTo>
                    <a:pt x="1128" y="198"/>
                  </a:lnTo>
                  <a:lnTo>
                    <a:pt x="1126" y="200"/>
                  </a:lnTo>
                  <a:lnTo>
                    <a:pt x="1120" y="202"/>
                  </a:lnTo>
                  <a:lnTo>
                    <a:pt x="1116" y="206"/>
                  </a:lnTo>
                  <a:lnTo>
                    <a:pt x="1112" y="210"/>
                  </a:lnTo>
                  <a:lnTo>
                    <a:pt x="1110" y="216"/>
                  </a:lnTo>
                  <a:lnTo>
                    <a:pt x="1108" y="220"/>
                  </a:lnTo>
                  <a:lnTo>
                    <a:pt x="1106" y="222"/>
                  </a:lnTo>
                  <a:lnTo>
                    <a:pt x="1104" y="224"/>
                  </a:lnTo>
                  <a:lnTo>
                    <a:pt x="1096" y="224"/>
                  </a:lnTo>
                  <a:lnTo>
                    <a:pt x="1092" y="204"/>
                  </a:lnTo>
                  <a:lnTo>
                    <a:pt x="1084" y="194"/>
                  </a:lnTo>
                  <a:lnTo>
                    <a:pt x="1108" y="192"/>
                  </a:lnTo>
                  <a:lnTo>
                    <a:pt x="1134" y="160"/>
                  </a:lnTo>
                  <a:lnTo>
                    <a:pt x="1150" y="144"/>
                  </a:lnTo>
                  <a:lnTo>
                    <a:pt x="1158" y="130"/>
                  </a:lnTo>
                  <a:lnTo>
                    <a:pt x="1162" y="122"/>
                  </a:lnTo>
                  <a:lnTo>
                    <a:pt x="1164" y="120"/>
                  </a:lnTo>
                  <a:lnTo>
                    <a:pt x="1164" y="96"/>
                  </a:lnTo>
                  <a:lnTo>
                    <a:pt x="1166" y="78"/>
                  </a:lnTo>
                  <a:lnTo>
                    <a:pt x="1160" y="64"/>
                  </a:lnTo>
                  <a:lnTo>
                    <a:pt x="1148" y="54"/>
                  </a:lnTo>
                  <a:lnTo>
                    <a:pt x="1134" y="52"/>
                  </a:lnTo>
                  <a:lnTo>
                    <a:pt x="1122" y="56"/>
                  </a:lnTo>
                  <a:lnTo>
                    <a:pt x="1108" y="64"/>
                  </a:lnTo>
                  <a:lnTo>
                    <a:pt x="1098" y="68"/>
                  </a:lnTo>
                  <a:lnTo>
                    <a:pt x="1090" y="70"/>
                  </a:lnTo>
                  <a:lnTo>
                    <a:pt x="1084" y="70"/>
                  </a:lnTo>
                  <a:lnTo>
                    <a:pt x="1080" y="70"/>
                  </a:lnTo>
                  <a:lnTo>
                    <a:pt x="1078" y="52"/>
                  </a:lnTo>
                  <a:lnTo>
                    <a:pt x="1070" y="46"/>
                  </a:lnTo>
                  <a:lnTo>
                    <a:pt x="1080" y="20"/>
                  </a:lnTo>
                  <a:lnTo>
                    <a:pt x="1082" y="20"/>
                  </a:lnTo>
                  <a:lnTo>
                    <a:pt x="1084" y="18"/>
                  </a:lnTo>
                  <a:lnTo>
                    <a:pt x="1086" y="18"/>
                  </a:lnTo>
                  <a:lnTo>
                    <a:pt x="1088" y="16"/>
                  </a:lnTo>
                  <a:lnTo>
                    <a:pt x="1088" y="14"/>
                  </a:lnTo>
                  <a:lnTo>
                    <a:pt x="1088" y="10"/>
                  </a:lnTo>
                  <a:lnTo>
                    <a:pt x="1086" y="8"/>
                  </a:lnTo>
                  <a:lnTo>
                    <a:pt x="1080" y="4"/>
                  </a:lnTo>
                  <a:lnTo>
                    <a:pt x="1068" y="0"/>
                  </a:lnTo>
                  <a:lnTo>
                    <a:pt x="1056" y="4"/>
                  </a:lnTo>
                  <a:lnTo>
                    <a:pt x="1048" y="10"/>
                  </a:lnTo>
                  <a:lnTo>
                    <a:pt x="1042" y="16"/>
                  </a:lnTo>
                  <a:lnTo>
                    <a:pt x="1038" y="22"/>
                  </a:lnTo>
                  <a:lnTo>
                    <a:pt x="1030" y="32"/>
                  </a:lnTo>
                  <a:lnTo>
                    <a:pt x="1022" y="42"/>
                  </a:lnTo>
                  <a:lnTo>
                    <a:pt x="1016" y="50"/>
                  </a:lnTo>
                  <a:lnTo>
                    <a:pt x="1012" y="54"/>
                  </a:lnTo>
                  <a:lnTo>
                    <a:pt x="1016" y="62"/>
                  </a:lnTo>
                  <a:lnTo>
                    <a:pt x="1008" y="76"/>
                  </a:lnTo>
                  <a:lnTo>
                    <a:pt x="990" y="68"/>
                  </a:lnTo>
                  <a:lnTo>
                    <a:pt x="988" y="68"/>
                  </a:lnTo>
                  <a:lnTo>
                    <a:pt x="986" y="68"/>
                  </a:lnTo>
                  <a:lnTo>
                    <a:pt x="986" y="70"/>
                  </a:lnTo>
                  <a:lnTo>
                    <a:pt x="988" y="72"/>
                  </a:lnTo>
                  <a:lnTo>
                    <a:pt x="990" y="74"/>
                  </a:lnTo>
                  <a:lnTo>
                    <a:pt x="992" y="76"/>
                  </a:lnTo>
                  <a:lnTo>
                    <a:pt x="992" y="78"/>
                  </a:lnTo>
                  <a:lnTo>
                    <a:pt x="994" y="78"/>
                  </a:lnTo>
                  <a:lnTo>
                    <a:pt x="1020" y="98"/>
                  </a:lnTo>
                  <a:lnTo>
                    <a:pt x="1020" y="100"/>
                  </a:lnTo>
                  <a:lnTo>
                    <a:pt x="1020" y="102"/>
                  </a:lnTo>
                  <a:lnTo>
                    <a:pt x="1020" y="108"/>
                  </a:lnTo>
                  <a:lnTo>
                    <a:pt x="1020" y="114"/>
                  </a:lnTo>
                  <a:lnTo>
                    <a:pt x="1020" y="122"/>
                  </a:lnTo>
                  <a:lnTo>
                    <a:pt x="1018" y="126"/>
                  </a:lnTo>
                  <a:lnTo>
                    <a:pt x="1014" y="130"/>
                  </a:lnTo>
                  <a:lnTo>
                    <a:pt x="1010" y="128"/>
                  </a:lnTo>
                  <a:lnTo>
                    <a:pt x="1006" y="126"/>
                  </a:lnTo>
                  <a:lnTo>
                    <a:pt x="1002" y="120"/>
                  </a:lnTo>
                  <a:lnTo>
                    <a:pt x="998" y="112"/>
                  </a:lnTo>
                  <a:lnTo>
                    <a:pt x="992" y="100"/>
                  </a:lnTo>
                  <a:lnTo>
                    <a:pt x="980" y="92"/>
                  </a:lnTo>
                  <a:lnTo>
                    <a:pt x="966" y="90"/>
                  </a:lnTo>
                  <a:lnTo>
                    <a:pt x="952" y="92"/>
                  </a:lnTo>
                  <a:lnTo>
                    <a:pt x="944" y="92"/>
                  </a:lnTo>
                  <a:lnTo>
                    <a:pt x="940" y="92"/>
                  </a:lnTo>
                  <a:lnTo>
                    <a:pt x="936" y="92"/>
                  </a:lnTo>
                  <a:lnTo>
                    <a:pt x="932" y="90"/>
                  </a:lnTo>
                  <a:lnTo>
                    <a:pt x="930" y="88"/>
                  </a:lnTo>
                  <a:lnTo>
                    <a:pt x="930" y="86"/>
                  </a:lnTo>
                  <a:lnTo>
                    <a:pt x="930" y="84"/>
                  </a:lnTo>
                  <a:lnTo>
                    <a:pt x="928" y="84"/>
                  </a:lnTo>
                  <a:lnTo>
                    <a:pt x="924" y="86"/>
                  </a:lnTo>
                  <a:lnTo>
                    <a:pt x="920" y="88"/>
                  </a:lnTo>
                  <a:lnTo>
                    <a:pt x="914" y="92"/>
                  </a:lnTo>
                  <a:lnTo>
                    <a:pt x="910" y="94"/>
                  </a:lnTo>
                  <a:lnTo>
                    <a:pt x="906" y="98"/>
                  </a:lnTo>
                  <a:lnTo>
                    <a:pt x="902" y="100"/>
                  </a:lnTo>
                  <a:lnTo>
                    <a:pt x="898" y="104"/>
                  </a:lnTo>
                  <a:lnTo>
                    <a:pt x="892" y="110"/>
                  </a:lnTo>
                  <a:lnTo>
                    <a:pt x="884" y="114"/>
                  </a:lnTo>
                  <a:lnTo>
                    <a:pt x="872" y="116"/>
                  </a:lnTo>
                  <a:lnTo>
                    <a:pt x="864" y="122"/>
                  </a:lnTo>
                  <a:lnTo>
                    <a:pt x="856" y="132"/>
                  </a:lnTo>
                  <a:lnTo>
                    <a:pt x="850" y="146"/>
                  </a:lnTo>
                  <a:lnTo>
                    <a:pt x="846" y="158"/>
                  </a:lnTo>
                  <a:lnTo>
                    <a:pt x="844" y="162"/>
                  </a:lnTo>
                  <a:lnTo>
                    <a:pt x="842" y="168"/>
                  </a:lnTo>
                  <a:lnTo>
                    <a:pt x="836" y="172"/>
                  </a:lnTo>
                  <a:lnTo>
                    <a:pt x="830" y="176"/>
                  </a:lnTo>
                  <a:lnTo>
                    <a:pt x="826" y="180"/>
                  </a:lnTo>
                  <a:lnTo>
                    <a:pt x="822" y="182"/>
                  </a:lnTo>
                  <a:lnTo>
                    <a:pt x="818" y="184"/>
                  </a:lnTo>
                  <a:lnTo>
                    <a:pt x="818" y="188"/>
                  </a:lnTo>
                  <a:lnTo>
                    <a:pt x="820" y="190"/>
                  </a:lnTo>
                  <a:lnTo>
                    <a:pt x="822" y="192"/>
                  </a:lnTo>
                  <a:lnTo>
                    <a:pt x="822" y="196"/>
                  </a:lnTo>
                  <a:lnTo>
                    <a:pt x="818" y="202"/>
                  </a:lnTo>
                  <a:lnTo>
                    <a:pt x="804" y="208"/>
                  </a:lnTo>
                  <a:lnTo>
                    <a:pt x="782" y="214"/>
                  </a:lnTo>
                  <a:lnTo>
                    <a:pt x="772" y="220"/>
                  </a:lnTo>
                  <a:lnTo>
                    <a:pt x="768" y="232"/>
                  </a:lnTo>
                  <a:lnTo>
                    <a:pt x="764" y="244"/>
                  </a:lnTo>
                  <a:lnTo>
                    <a:pt x="766" y="256"/>
                  </a:lnTo>
                  <a:lnTo>
                    <a:pt x="766" y="266"/>
                  </a:lnTo>
                  <a:lnTo>
                    <a:pt x="766" y="272"/>
                  </a:lnTo>
                  <a:lnTo>
                    <a:pt x="768" y="276"/>
                  </a:lnTo>
                  <a:lnTo>
                    <a:pt x="772" y="276"/>
                  </a:lnTo>
                  <a:lnTo>
                    <a:pt x="776" y="278"/>
                  </a:lnTo>
                  <a:lnTo>
                    <a:pt x="782" y="278"/>
                  </a:lnTo>
                  <a:lnTo>
                    <a:pt x="784" y="278"/>
                  </a:lnTo>
                  <a:lnTo>
                    <a:pt x="786" y="278"/>
                  </a:lnTo>
                  <a:lnTo>
                    <a:pt x="786" y="282"/>
                  </a:lnTo>
                  <a:lnTo>
                    <a:pt x="788" y="284"/>
                  </a:lnTo>
                  <a:lnTo>
                    <a:pt x="792" y="288"/>
                  </a:lnTo>
                  <a:lnTo>
                    <a:pt x="796" y="292"/>
                  </a:lnTo>
                  <a:lnTo>
                    <a:pt x="800" y="294"/>
                  </a:lnTo>
                  <a:lnTo>
                    <a:pt x="802" y="296"/>
                  </a:lnTo>
                  <a:lnTo>
                    <a:pt x="804" y="298"/>
                  </a:lnTo>
                  <a:lnTo>
                    <a:pt x="804" y="344"/>
                  </a:lnTo>
                  <a:lnTo>
                    <a:pt x="800" y="352"/>
                  </a:lnTo>
                  <a:lnTo>
                    <a:pt x="800" y="358"/>
                  </a:lnTo>
                  <a:lnTo>
                    <a:pt x="800" y="364"/>
                  </a:lnTo>
                  <a:lnTo>
                    <a:pt x="802" y="368"/>
                  </a:lnTo>
                  <a:lnTo>
                    <a:pt x="806" y="372"/>
                  </a:lnTo>
                  <a:lnTo>
                    <a:pt x="808" y="374"/>
                  </a:lnTo>
                  <a:lnTo>
                    <a:pt x="810" y="376"/>
                  </a:lnTo>
                  <a:lnTo>
                    <a:pt x="812" y="376"/>
                  </a:lnTo>
                  <a:lnTo>
                    <a:pt x="812" y="382"/>
                  </a:lnTo>
                  <a:lnTo>
                    <a:pt x="800" y="380"/>
                  </a:lnTo>
                  <a:lnTo>
                    <a:pt x="796" y="378"/>
                  </a:lnTo>
                  <a:lnTo>
                    <a:pt x="792" y="374"/>
                  </a:lnTo>
                  <a:lnTo>
                    <a:pt x="788" y="370"/>
                  </a:lnTo>
                  <a:lnTo>
                    <a:pt x="784" y="366"/>
                  </a:lnTo>
                  <a:lnTo>
                    <a:pt x="782" y="360"/>
                  </a:lnTo>
                  <a:lnTo>
                    <a:pt x="782" y="356"/>
                  </a:lnTo>
                  <a:lnTo>
                    <a:pt x="782" y="352"/>
                  </a:lnTo>
                  <a:lnTo>
                    <a:pt x="784" y="348"/>
                  </a:lnTo>
                  <a:lnTo>
                    <a:pt x="784" y="344"/>
                  </a:lnTo>
                  <a:lnTo>
                    <a:pt x="782" y="340"/>
                  </a:lnTo>
                  <a:lnTo>
                    <a:pt x="778" y="338"/>
                  </a:lnTo>
                  <a:lnTo>
                    <a:pt x="776" y="338"/>
                  </a:lnTo>
                  <a:lnTo>
                    <a:pt x="776" y="336"/>
                  </a:lnTo>
                  <a:lnTo>
                    <a:pt x="776" y="334"/>
                  </a:lnTo>
                  <a:lnTo>
                    <a:pt x="778" y="332"/>
                  </a:lnTo>
                  <a:lnTo>
                    <a:pt x="782" y="326"/>
                  </a:lnTo>
                  <a:lnTo>
                    <a:pt x="784" y="322"/>
                  </a:lnTo>
                  <a:lnTo>
                    <a:pt x="788" y="316"/>
                  </a:lnTo>
                  <a:lnTo>
                    <a:pt x="790" y="308"/>
                  </a:lnTo>
                  <a:lnTo>
                    <a:pt x="790" y="304"/>
                  </a:lnTo>
                  <a:lnTo>
                    <a:pt x="788" y="300"/>
                  </a:lnTo>
                  <a:lnTo>
                    <a:pt x="788" y="298"/>
                  </a:lnTo>
                  <a:lnTo>
                    <a:pt x="786" y="298"/>
                  </a:lnTo>
                  <a:lnTo>
                    <a:pt x="782" y="298"/>
                  </a:lnTo>
                  <a:lnTo>
                    <a:pt x="778" y="298"/>
                  </a:lnTo>
                  <a:lnTo>
                    <a:pt x="774" y="298"/>
                  </a:lnTo>
                  <a:lnTo>
                    <a:pt x="768" y="296"/>
                  </a:lnTo>
                  <a:lnTo>
                    <a:pt x="766" y="294"/>
                  </a:lnTo>
                  <a:lnTo>
                    <a:pt x="764" y="292"/>
                  </a:lnTo>
                  <a:lnTo>
                    <a:pt x="762" y="290"/>
                  </a:lnTo>
                  <a:lnTo>
                    <a:pt x="758" y="290"/>
                  </a:lnTo>
                  <a:lnTo>
                    <a:pt x="754" y="290"/>
                  </a:lnTo>
                  <a:lnTo>
                    <a:pt x="750" y="288"/>
                  </a:lnTo>
                  <a:lnTo>
                    <a:pt x="744" y="286"/>
                  </a:lnTo>
                  <a:lnTo>
                    <a:pt x="738" y="284"/>
                  </a:lnTo>
                  <a:lnTo>
                    <a:pt x="732" y="280"/>
                  </a:lnTo>
                  <a:lnTo>
                    <a:pt x="728" y="276"/>
                  </a:lnTo>
                  <a:lnTo>
                    <a:pt x="726" y="276"/>
                  </a:lnTo>
                  <a:lnTo>
                    <a:pt x="724" y="274"/>
                  </a:lnTo>
                  <a:lnTo>
                    <a:pt x="722" y="276"/>
                  </a:lnTo>
                  <a:lnTo>
                    <a:pt x="720" y="278"/>
                  </a:lnTo>
                  <a:lnTo>
                    <a:pt x="718" y="280"/>
                  </a:lnTo>
                  <a:lnTo>
                    <a:pt x="718" y="282"/>
                  </a:lnTo>
                  <a:lnTo>
                    <a:pt x="716" y="282"/>
                  </a:lnTo>
                  <a:lnTo>
                    <a:pt x="712" y="278"/>
                  </a:lnTo>
                  <a:lnTo>
                    <a:pt x="710" y="270"/>
                  </a:lnTo>
                  <a:lnTo>
                    <a:pt x="710" y="260"/>
                  </a:lnTo>
                  <a:lnTo>
                    <a:pt x="710" y="250"/>
                  </a:lnTo>
                  <a:lnTo>
                    <a:pt x="708" y="246"/>
                  </a:lnTo>
                  <a:lnTo>
                    <a:pt x="706" y="244"/>
                  </a:lnTo>
                  <a:lnTo>
                    <a:pt x="704" y="244"/>
                  </a:lnTo>
                  <a:lnTo>
                    <a:pt x="700" y="242"/>
                  </a:lnTo>
                  <a:lnTo>
                    <a:pt x="696" y="242"/>
                  </a:lnTo>
                  <a:lnTo>
                    <a:pt x="694" y="244"/>
                  </a:lnTo>
                  <a:lnTo>
                    <a:pt x="692" y="244"/>
                  </a:lnTo>
                  <a:lnTo>
                    <a:pt x="690" y="244"/>
                  </a:lnTo>
                  <a:lnTo>
                    <a:pt x="688" y="246"/>
                  </a:lnTo>
                  <a:lnTo>
                    <a:pt x="684" y="248"/>
                  </a:lnTo>
                  <a:lnTo>
                    <a:pt x="684" y="250"/>
                  </a:lnTo>
                  <a:lnTo>
                    <a:pt x="684" y="254"/>
                  </a:lnTo>
                  <a:lnTo>
                    <a:pt x="684" y="258"/>
                  </a:lnTo>
                  <a:lnTo>
                    <a:pt x="686" y="262"/>
                  </a:lnTo>
                  <a:lnTo>
                    <a:pt x="686" y="266"/>
                  </a:lnTo>
                  <a:lnTo>
                    <a:pt x="688" y="270"/>
                  </a:lnTo>
                  <a:lnTo>
                    <a:pt x="690" y="274"/>
                  </a:lnTo>
                  <a:lnTo>
                    <a:pt x="690" y="278"/>
                  </a:lnTo>
                  <a:lnTo>
                    <a:pt x="690" y="282"/>
                  </a:lnTo>
                  <a:lnTo>
                    <a:pt x="690" y="284"/>
                  </a:lnTo>
                  <a:lnTo>
                    <a:pt x="686" y="288"/>
                  </a:lnTo>
                  <a:lnTo>
                    <a:pt x="682" y="290"/>
                  </a:lnTo>
                  <a:lnTo>
                    <a:pt x="676" y="292"/>
                  </a:lnTo>
                  <a:lnTo>
                    <a:pt x="672" y="298"/>
                  </a:lnTo>
                  <a:lnTo>
                    <a:pt x="670" y="304"/>
                  </a:lnTo>
                  <a:lnTo>
                    <a:pt x="668" y="308"/>
                  </a:lnTo>
                  <a:lnTo>
                    <a:pt x="670" y="314"/>
                  </a:lnTo>
                  <a:lnTo>
                    <a:pt x="670" y="318"/>
                  </a:lnTo>
                  <a:lnTo>
                    <a:pt x="672" y="320"/>
                  </a:lnTo>
                  <a:lnTo>
                    <a:pt x="674" y="322"/>
                  </a:lnTo>
                  <a:lnTo>
                    <a:pt x="678" y="324"/>
                  </a:lnTo>
                  <a:lnTo>
                    <a:pt x="680" y="326"/>
                  </a:lnTo>
                  <a:lnTo>
                    <a:pt x="680" y="330"/>
                  </a:lnTo>
                  <a:lnTo>
                    <a:pt x="682" y="332"/>
                  </a:lnTo>
                  <a:lnTo>
                    <a:pt x="680" y="338"/>
                  </a:lnTo>
                  <a:lnTo>
                    <a:pt x="680" y="344"/>
                  </a:lnTo>
                  <a:lnTo>
                    <a:pt x="678" y="350"/>
                  </a:lnTo>
                  <a:lnTo>
                    <a:pt x="674" y="354"/>
                  </a:lnTo>
                  <a:lnTo>
                    <a:pt x="670" y="364"/>
                  </a:lnTo>
                  <a:lnTo>
                    <a:pt x="670" y="378"/>
                  </a:lnTo>
                  <a:lnTo>
                    <a:pt x="668" y="392"/>
                  </a:lnTo>
                  <a:lnTo>
                    <a:pt x="668" y="398"/>
                  </a:lnTo>
                  <a:lnTo>
                    <a:pt x="684" y="400"/>
                  </a:lnTo>
                  <a:lnTo>
                    <a:pt x="698" y="390"/>
                  </a:lnTo>
                  <a:lnTo>
                    <a:pt x="704" y="390"/>
                  </a:lnTo>
                  <a:lnTo>
                    <a:pt x="710" y="390"/>
                  </a:lnTo>
                  <a:lnTo>
                    <a:pt x="714" y="392"/>
                  </a:lnTo>
                  <a:lnTo>
                    <a:pt x="716" y="394"/>
                  </a:lnTo>
                  <a:lnTo>
                    <a:pt x="718" y="398"/>
                  </a:lnTo>
                  <a:lnTo>
                    <a:pt x="720" y="400"/>
                  </a:lnTo>
                  <a:lnTo>
                    <a:pt x="722" y="402"/>
                  </a:lnTo>
                  <a:lnTo>
                    <a:pt x="722" y="404"/>
                  </a:lnTo>
                  <a:lnTo>
                    <a:pt x="724" y="406"/>
                  </a:lnTo>
                  <a:lnTo>
                    <a:pt x="726" y="416"/>
                  </a:lnTo>
                  <a:lnTo>
                    <a:pt x="730" y="428"/>
                  </a:lnTo>
                  <a:lnTo>
                    <a:pt x="732" y="438"/>
                  </a:lnTo>
                  <a:lnTo>
                    <a:pt x="732" y="444"/>
                  </a:lnTo>
                  <a:lnTo>
                    <a:pt x="734" y="446"/>
                  </a:lnTo>
                  <a:lnTo>
                    <a:pt x="736" y="448"/>
                  </a:lnTo>
                  <a:lnTo>
                    <a:pt x="738" y="450"/>
                  </a:lnTo>
                  <a:lnTo>
                    <a:pt x="740" y="450"/>
                  </a:lnTo>
                  <a:lnTo>
                    <a:pt x="742" y="450"/>
                  </a:lnTo>
                  <a:lnTo>
                    <a:pt x="746" y="448"/>
                  </a:lnTo>
                  <a:lnTo>
                    <a:pt x="748" y="448"/>
                  </a:lnTo>
                  <a:lnTo>
                    <a:pt x="752" y="448"/>
                  </a:lnTo>
                  <a:lnTo>
                    <a:pt x="754" y="450"/>
                  </a:lnTo>
                  <a:lnTo>
                    <a:pt x="758" y="452"/>
                  </a:lnTo>
                  <a:lnTo>
                    <a:pt x="760" y="454"/>
                  </a:lnTo>
                  <a:lnTo>
                    <a:pt x="766" y="456"/>
                  </a:lnTo>
                  <a:lnTo>
                    <a:pt x="770" y="458"/>
                  </a:lnTo>
                  <a:lnTo>
                    <a:pt x="774" y="458"/>
                  </a:lnTo>
                  <a:lnTo>
                    <a:pt x="772" y="462"/>
                  </a:lnTo>
                  <a:lnTo>
                    <a:pt x="768" y="466"/>
                  </a:lnTo>
                  <a:lnTo>
                    <a:pt x="764" y="468"/>
                  </a:lnTo>
                  <a:lnTo>
                    <a:pt x="760" y="468"/>
                  </a:lnTo>
                  <a:lnTo>
                    <a:pt x="758" y="470"/>
                  </a:lnTo>
                  <a:lnTo>
                    <a:pt x="756" y="470"/>
                  </a:lnTo>
                  <a:lnTo>
                    <a:pt x="752" y="470"/>
                  </a:lnTo>
                  <a:lnTo>
                    <a:pt x="750" y="472"/>
                  </a:lnTo>
                  <a:lnTo>
                    <a:pt x="748" y="476"/>
                  </a:lnTo>
                  <a:lnTo>
                    <a:pt x="746" y="480"/>
                  </a:lnTo>
                  <a:lnTo>
                    <a:pt x="746" y="484"/>
                  </a:lnTo>
                  <a:lnTo>
                    <a:pt x="748" y="486"/>
                  </a:lnTo>
                  <a:lnTo>
                    <a:pt x="752" y="496"/>
                  </a:lnTo>
                  <a:lnTo>
                    <a:pt x="752" y="510"/>
                  </a:lnTo>
                  <a:lnTo>
                    <a:pt x="752" y="520"/>
                  </a:lnTo>
                  <a:lnTo>
                    <a:pt x="750" y="522"/>
                  </a:lnTo>
                  <a:lnTo>
                    <a:pt x="746" y="524"/>
                  </a:lnTo>
                  <a:lnTo>
                    <a:pt x="744" y="522"/>
                  </a:lnTo>
                  <a:lnTo>
                    <a:pt x="740" y="520"/>
                  </a:lnTo>
                  <a:lnTo>
                    <a:pt x="738" y="516"/>
                  </a:lnTo>
                  <a:lnTo>
                    <a:pt x="738" y="510"/>
                  </a:lnTo>
                  <a:lnTo>
                    <a:pt x="736" y="498"/>
                  </a:lnTo>
                  <a:lnTo>
                    <a:pt x="730" y="484"/>
                  </a:lnTo>
                  <a:lnTo>
                    <a:pt x="726" y="476"/>
                  </a:lnTo>
                  <a:lnTo>
                    <a:pt x="724" y="474"/>
                  </a:lnTo>
                  <a:lnTo>
                    <a:pt x="722" y="474"/>
                  </a:lnTo>
                  <a:lnTo>
                    <a:pt x="720" y="476"/>
                  </a:lnTo>
                  <a:lnTo>
                    <a:pt x="718" y="480"/>
                  </a:lnTo>
                  <a:lnTo>
                    <a:pt x="716" y="482"/>
                  </a:lnTo>
                  <a:lnTo>
                    <a:pt x="716" y="484"/>
                  </a:lnTo>
                  <a:lnTo>
                    <a:pt x="714" y="488"/>
                  </a:lnTo>
                  <a:lnTo>
                    <a:pt x="712" y="492"/>
                  </a:lnTo>
                  <a:lnTo>
                    <a:pt x="710" y="494"/>
                  </a:lnTo>
                  <a:lnTo>
                    <a:pt x="706" y="494"/>
                  </a:lnTo>
                  <a:lnTo>
                    <a:pt x="704" y="494"/>
                  </a:lnTo>
                  <a:lnTo>
                    <a:pt x="704" y="492"/>
                  </a:lnTo>
                  <a:lnTo>
                    <a:pt x="704" y="490"/>
                  </a:lnTo>
                  <a:lnTo>
                    <a:pt x="704" y="488"/>
                  </a:lnTo>
                  <a:lnTo>
                    <a:pt x="706" y="486"/>
                  </a:lnTo>
                  <a:lnTo>
                    <a:pt x="708" y="476"/>
                  </a:lnTo>
                  <a:lnTo>
                    <a:pt x="710" y="460"/>
                  </a:lnTo>
                  <a:lnTo>
                    <a:pt x="712" y="442"/>
                  </a:lnTo>
                  <a:lnTo>
                    <a:pt x="712" y="424"/>
                  </a:lnTo>
                  <a:lnTo>
                    <a:pt x="712" y="412"/>
                  </a:lnTo>
                  <a:lnTo>
                    <a:pt x="710" y="408"/>
                  </a:lnTo>
                  <a:lnTo>
                    <a:pt x="706" y="398"/>
                  </a:lnTo>
                  <a:lnTo>
                    <a:pt x="698" y="408"/>
                  </a:lnTo>
                  <a:lnTo>
                    <a:pt x="696" y="410"/>
                  </a:lnTo>
                  <a:lnTo>
                    <a:pt x="692" y="410"/>
                  </a:lnTo>
                  <a:lnTo>
                    <a:pt x="686" y="410"/>
                  </a:lnTo>
                  <a:lnTo>
                    <a:pt x="682" y="412"/>
                  </a:lnTo>
                  <a:lnTo>
                    <a:pt x="680" y="414"/>
                  </a:lnTo>
                  <a:lnTo>
                    <a:pt x="678" y="416"/>
                  </a:lnTo>
                  <a:lnTo>
                    <a:pt x="678" y="418"/>
                  </a:lnTo>
                  <a:lnTo>
                    <a:pt x="676" y="424"/>
                  </a:lnTo>
                  <a:lnTo>
                    <a:pt x="676" y="440"/>
                  </a:lnTo>
                  <a:lnTo>
                    <a:pt x="676" y="456"/>
                  </a:lnTo>
                  <a:lnTo>
                    <a:pt x="676" y="468"/>
                  </a:lnTo>
                  <a:lnTo>
                    <a:pt x="674" y="474"/>
                  </a:lnTo>
                  <a:lnTo>
                    <a:pt x="674" y="478"/>
                  </a:lnTo>
                  <a:lnTo>
                    <a:pt x="670" y="482"/>
                  </a:lnTo>
                  <a:lnTo>
                    <a:pt x="666" y="486"/>
                  </a:lnTo>
                  <a:lnTo>
                    <a:pt x="662" y="486"/>
                  </a:lnTo>
                  <a:lnTo>
                    <a:pt x="658" y="486"/>
                  </a:lnTo>
                  <a:lnTo>
                    <a:pt x="652" y="488"/>
                  </a:lnTo>
                  <a:lnTo>
                    <a:pt x="648" y="490"/>
                  </a:lnTo>
                  <a:lnTo>
                    <a:pt x="646" y="492"/>
                  </a:lnTo>
                  <a:lnTo>
                    <a:pt x="632" y="494"/>
                  </a:lnTo>
                  <a:lnTo>
                    <a:pt x="618" y="490"/>
                  </a:lnTo>
                  <a:lnTo>
                    <a:pt x="606" y="486"/>
                  </a:lnTo>
                  <a:lnTo>
                    <a:pt x="602" y="484"/>
                  </a:lnTo>
                  <a:lnTo>
                    <a:pt x="610" y="480"/>
                  </a:lnTo>
                  <a:lnTo>
                    <a:pt x="622" y="478"/>
                  </a:lnTo>
                  <a:lnTo>
                    <a:pt x="636" y="476"/>
                  </a:lnTo>
                  <a:lnTo>
                    <a:pt x="642" y="476"/>
                  </a:lnTo>
                  <a:lnTo>
                    <a:pt x="646" y="474"/>
                  </a:lnTo>
                  <a:lnTo>
                    <a:pt x="648" y="472"/>
                  </a:lnTo>
                  <a:lnTo>
                    <a:pt x="648" y="468"/>
                  </a:lnTo>
                  <a:lnTo>
                    <a:pt x="648" y="466"/>
                  </a:lnTo>
                  <a:lnTo>
                    <a:pt x="646" y="462"/>
                  </a:lnTo>
                  <a:lnTo>
                    <a:pt x="646" y="458"/>
                  </a:lnTo>
                  <a:lnTo>
                    <a:pt x="646" y="456"/>
                  </a:lnTo>
                  <a:lnTo>
                    <a:pt x="646" y="454"/>
                  </a:lnTo>
                  <a:lnTo>
                    <a:pt x="648" y="452"/>
                  </a:lnTo>
                  <a:lnTo>
                    <a:pt x="650" y="448"/>
                  </a:lnTo>
                  <a:lnTo>
                    <a:pt x="652" y="444"/>
                  </a:lnTo>
                  <a:lnTo>
                    <a:pt x="656" y="440"/>
                  </a:lnTo>
                  <a:lnTo>
                    <a:pt x="660" y="434"/>
                  </a:lnTo>
                  <a:lnTo>
                    <a:pt x="662" y="430"/>
                  </a:lnTo>
                  <a:lnTo>
                    <a:pt x="664" y="428"/>
                  </a:lnTo>
                  <a:lnTo>
                    <a:pt x="664" y="426"/>
                  </a:lnTo>
                  <a:lnTo>
                    <a:pt x="668" y="422"/>
                  </a:lnTo>
                  <a:lnTo>
                    <a:pt x="668" y="418"/>
                  </a:lnTo>
                  <a:lnTo>
                    <a:pt x="668" y="416"/>
                  </a:lnTo>
                  <a:lnTo>
                    <a:pt x="666" y="416"/>
                  </a:lnTo>
                  <a:lnTo>
                    <a:pt x="666" y="414"/>
                  </a:lnTo>
                  <a:lnTo>
                    <a:pt x="664" y="414"/>
                  </a:lnTo>
                  <a:lnTo>
                    <a:pt x="662" y="414"/>
                  </a:lnTo>
                  <a:lnTo>
                    <a:pt x="660" y="412"/>
                  </a:lnTo>
                  <a:lnTo>
                    <a:pt x="658" y="412"/>
                  </a:lnTo>
                  <a:lnTo>
                    <a:pt x="656" y="410"/>
                  </a:lnTo>
                  <a:lnTo>
                    <a:pt x="656" y="408"/>
                  </a:lnTo>
                  <a:lnTo>
                    <a:pt x="656" y="400"/>
                  </a:lnTo>
                  <a:lnTo>
                    <a:pt x="656" y="384"/>
                  </a:lnTo>
                  <a:lnTo>
                    <a:pt x="656" y="368"/>
                  </a:lnTo>
                  <a:lnTo>
                    <a:pt x="656" y="354"/>
                  </a:lnTo>
                  <a:lnTo>
                    <a:pt x="656" y="348"/>
                  </a:lnTo>
                  <a:lnTo>
                    <a:pt x="658" y="342"/>
                  </a:lnTo>
                  <a:lnTo>
                    <a:pt x="658" y="336"/>
                  </a:lnTo>
                  <a:lnTo>
                    <a:pt x="656" y="330"/>
                  </a:lnTo>
                  <a:lnTo>
                    <a:pt x="654" y="324"/>
                  </a:lnTo>
                  <a:lnTo>
                    <a:pt x="652" y="320"/>
                  </a:lnTo>
                  <a:lnTo>
                    <a:pt x="650" y="318"/>
                  </a:lnTo>
                  <a:lnTo>
                    <a:pt x="650" y="292"/>
                  </a:lnTo>
                  <a:lnTo>
                    <a:pt x="656" y="286"/>
                  </a:lnTo>
                  <a:lnTo>
                    <a:pt x="658" y="274"/>
                  </a:lnTo>
                  <a:lnTo>
                    <a:pt x="670" y="262"/>
                  </a:lnTo>
                  <a:lnTo>
                    <a:pt x="672" y="258"/>
                  </a:lnTo>
                  <a:lnTo>
                    <a:pt x="670" y="256"/>
                  </a:lnTo>
                  <a:lnTo>
                    <a:pt x="666" y="252"/>
                  </a:lnTo>
                  <a:lnTo>
                    <a:pt x="664" y="250"/>
                  </a:lnTo>
                  <a:lnTo>
                    <a:pt x="660" y="250"/>
                  </a:lnTo>
                  <a:lnTo>
                    <a:pt x="660" y="248"/>
                  </a:lnTo>
                  <a:lnTo>
                    <a:pt x="634" y="252"/>
                  </a:lnTo>
                  <a:lnTo>
                    <a:pt x="630" y="246"/>
                  </a:lnTo>
                  <a:lnTo>
                    <a:pt x="620" y="250"/>
                  </a:lnTo>
                  <a:lnTo>
                    <a:pt x="614" y="258"/>
                  </a:lnTo>
                  <a:lnTo>
                    <a:pt x="610" y="268"/>
                  </a:lnTo>
                  <a:lnTo>
                    <a:pt x="610" y="278"/>
                  </a:lnTo>
                  <a:lnTo>
                    <a:pt x="610" y="280"/>
                  </a:lnTo>
                  <a:lnTo>
                    <a:pt x="608" y="286"/>
                  </a:lnTo>
                  <a:lnTo>
                    <a:pt x="604" y="292"/>
                  </a:lnTo>
                  <a:lnTo>
                    <a:pt x="602" y="296"/>
                  </a:lnTo>
                  <a:lnTo>
                    <a:pt x="598" y="300"/>
                  </a:lnTo>
                  <a:lnTo>
                    <a:pt x="594" y="302"/>
                  </a:lnTo>
                  <a:lnTo>
                    <a:pt x="592" y="304"/>
                  </a:lnTo>
                  <a:lnTo>
                    <a:pt x="584" y="316"/>
                  </a:lnTo>
                  <a:lnTo>
                    <a:pt x="580" y="332"/>
                  </a:lnTo>
                  <a:lnTo>
                    <a:pt x="580" y="350"/>
                  </a:lnTo>
                  <a:lnTo>
                    <a:pt x="582" y="364"/>
                  </a:lnTo>
                  <a:lnTo>
                    <a:pt x="582" y="370"/>
                  </a:lnTo>
                  <a:lnTo>
                    <a:pt x="584" y="374"/>
                  </a:lnTo>
                  <a:lnTo>
                    <a:pt x="586" y="376"/>
                  </a:lnTo>
                  <a:lnTo>
                    <a:pt x="586" y="382"/>
                  </a:lnTo>
                  <a:lnTo>
                    <a:pt x="588" y="386"/>
                  </a:lnTo>
                  <a:lnTo>
                    <a:pt x="590" y="392"/>
                  </a:lnTo>
                  <a:lnTo>
                    <a:pt x="590" y="396"/>
                  </a:lnTo>
                  <a:lnTo>
                    <a:pt x="590" y="400"/>
                  </a:lnTo>
                  <a:lnTo>
                    <a:pt x="588" y="402"/>
                  </a:lnTo>
                  <a:lnTo>
                    <a:pt x="586" y="404"/>
                  </a:lnTo>
                  <a:lnTo>
                    <a:pt x="584" y="404"/>
                  </a:lnTo>
                  <a:lnTo>
                    <a:pt x="552" y="374"/>
                  </a:lnTo>
                  <a:lnTo>
                    <a:pt x="516" y="370"/>
                  </a:lnTo>
                  <a:lnTo>
                    <a:pt x="512" y="380"/>
                  </a:lnTo>
                  <a:lnTo>
                    <a:pt x="516" y="388"/>
                  </a:lnTo>
                  <a:lnTo>
                    <a:pt x="516" y="404"/>
                  </a:lnTo>
                  <a:lnTo>
                    <a:pt x="494" y="420"/>
                  </a:lnTo>
                  <a:lnTo>
                    <a:pt x="496" y="410"/>
                  </a:lnTo>
                  <a:lnTo>
                    <a:pt x="496" y="402"/>
                  </a:lnTo>
                  <a:lnTo>
                    <a:pt x="498" y="398"/>
                  </a:lnTo>
                  <a:lnTo>
                    <a:pt x="498" y="396"/>
                  </a:lnTo>
                  <a:lnTo>
                    <a:pt x="490" y="396"/>
                  </a:lnTo>
                  <a:lnTo>
                    <a:pt x="482" y="404"/>
                  </a:lnTo>
                  <a:lnTo>
                    <a:pt x="478" y="414"/>
                  </a:lnTo>
                  <a:lnTo>
                    <a:pt x="456" y="412"/>
                  </a:lnTo>
                  <a:lnTo>
                    <a:pt x="448" y="412"/>
                  </a:lnTo>
                  <a:lnTo>
                    <a:pt x="442" y="414"/>
                  </a:lnTo>
                  <a:lnTo>
                    <a:pt x="438" y="416"/>
                  </a:lnTo>
                  <a:lnTo>
                    <a:pt x="434" y="418"/>
                  </a:lnTo>
                  <a:lnTo>
                    <a:pt x="432" y="420"/>
                  </a:lnTo>
                  <a:lnTo>
                    <a:pt x="432" y="400"/>
                  </a:lnTo>
                  <a:lnTo>
                    <a:pt x="426" y="400"/>
                  </a:lnTo>
                  <a:lnTo>
                    <a:pt x="420" y="404"/>
                  </a:lnTo>
                  <a:lnTo>
                    <a:pt x="410" y="410"/>
                  </a:lnTo>
                  <a:lnTo>
                    <a:pt x="400" y="416"/>
                  </a:lnTo>
                  <a:lnTo>
                    <a:pt x="392" y="420"/>
                  </a:lnTo>
                  <a:lnTo>
                    <a:pt x="390" y="422"/>
                  </a:lnTo>
                  <a:lnTo>
                    <a:pt x="372" y="428"/>
                  </a:lnTo>
                  <a:lnTo>
                    <a:pt x="360" y="436"/>
                  </a:lnTo>
                  <a:lnTo>
                    <a:pt x="352" y="448"/>
                  </a:lnTo>
                  <a:lnTo>
                    <a:pt x="350" y="456"/>
                  </a:lnTo>
                  <a:lnTo>
                    <a:pt x="350" y="458"/>
                  </a:lnTo>
                  <a:lnTo>
                    <a:pt x="348" y="466"/>
                  </a:lnTo>
                  <a:lnTo>
                    <a:pt x="348" y="470"/>
                  </a:lnTo>
                  <a:lnTo>
                    <a:pt x="346" y="470"/>
                  </a:lnTo>
                  <a:lnTo>
                    <a:pt x="344" y="472"/>
                  </a:lnTo>
                  <a:lnTo>
                    <a:pt x="342" y="470"/>
                  </a:lnTo>
                  <a:lnTo>
                    <a:pt x="340" y="470"/>
                  </a:lnTo>
                  <a:lnTo>
                    <a:pt x="340" y="468"/>
                  </a:lnTo>
                  <a:lnTo>
                    <a:pt x="338" y="466"/>
                  </a:lnTo>
                  <a:lnTo>
                    <a:pt x="324" y="460"/>
                  </a:lnTo>
                  <a:lnTo>
                    <a:pt x="324" y="446"/>
                  </a:lnTo>
                  <a:lnTo>
                    <a:pt x="330" y="440"/>
                  </a:lnTo>
                  <a:lnTo>
                    <a:pt x="334" y="436"/>
                  </a:lnTo>
                  <a:lnTo>
                    <a:pt x="336" y="432"/>
                  </a:lnTo>
                  <a:lnTo>
                    <a:pt x="336" y="428"/>
                  </a:lnTo>
                  <a:lnTo>
                    <a:pt x="336" y="426"/>
                  </a:lnTo>
                  <a:lnTo>
                    <a:pt x="336" y="424"/>
                  </a:lnTo>
                  <a:lnTo>
                    <a:pt x="334" y="424"/>
                  </a:lnTo>
                  <a:lnTo>
                    <a:pt x="334" y="418"/>
                  </a:lnTo>
                  <a:lnTo>
                    <a:pt x="330" y="414"/>
                  </a:lnTo>
                  <a:lnTo>
                    <a:pt x="328" y="410"/>
                  </a:lnTo>
                  <a:lnTo>
                    <a:pt x="322" y="408"/>
                  </a:lnTo>
                  <a:lnTo>
                    <a:pt x="318" y="406"/>
                  </a:lnTo>
                  <a:lnTo>
                    <a:pt x="314" y="404"/>
                  </a:lnTo>
                  <a:lnTo>
                    <a:pt x="310" y="404"/>
                  </a:lnTo>
                  <a:lnTo>
                    <a:pt x="308" y="404"/>
                  </a:lnTo>
                  <a:lnTo>
                    <a:pt x="306" y="404"/>
                  </a:lnTo>
                  <a:lnTo>
                    <a:pt x="304" y="406"/>
                  </a:lnTo>
                  <a:lnTo>
                    <a:pt x="300" y="406"/>
                  </a:lnTo>
                  <a:lnTo>
                    <a:pt x="296" y="408"/>
                  </a:lnTo>
                  <a:lnTo>
                    <a:pt x="292" y="408"/>
                  </a:lnTo>
                  <a:lnTo>
                    <a:pt x="290" y="408"/>
                  </a:lnTo>
                  <a:lnTo>
                    <a:pt x="288" y="408"/>
                  </a:lnTo>
                  <a:lnTo>
                    <a:pt x="300" y="416"/>
                  </a:lnTo>
                  <a:lnTo>
                    <a:pt x="300" y="440"/>
                  </a:lnTo>
                  <a:lnTo>
                    <a:pt x="300" y="454"/>
                  </a:lnTo>
                  <a:lnTo>
                    <a:pt x="302" y="454"/>
                  </a:lnTo>
                  <a:lnTo>
                    <a:pt x="302" y="456"/>
                  </a:lnTo>
                  <a:lnTo>
                    <a:pt x="304" y="460"/>
                  </a:lnTo>
                  <a:lnTo>
                    <a:pt x="306" y="462"/>
                  </a:lnTo>
                  <a:lnTo>
                    <a:pt x="306" y="464"/>
                  </a:lnTo>
                  <a:lnTo>
                    <a:pt x="308" y="466"/>
                  </a:lnTo>
                  <a:lnTo>
                    <a:pt x="306" y="476"/>
                  </a:lnTo>
                  <a:lnTo>
                    <a:pt x="306" y="482"/>
                  </a:lnTo>
                  <a:lnTo>
                    <a:pt x="304" y="486"/>
                  </a:lnTo>
                  <a:lnTo>
                    <a:pt x="302" y="490"/>
                  </a:lnTo>
                  <a:lnTo>
                    <a:pt x="292" y="486"/>
                  </a:lnTo>
                  <a:lnTo>
                    <a:pt x="284" y="480"/>
                  </a:lnTo>
                  <a:lnTo>
                    <a:pt x="278" y="480"/>
                  </a:lnTo>
                  <a:lnTo>
                    <a:pt x="262" y="498"/>
                  </a:lnTo>
                  <a:lnTo>
                    <a:pt x="246" y="510"/>
                  </a:lnTo>
                  <a:lnTo>
                    <a:pt x="244" y="514"/>
                  </a:lnTo>
                  <a:lnTo>
                    <a:pt x="244" y="518"/>
                  </a:lnTo>
                  <a:lnTo>
                    <a:pt x="248" y="522"/>
                  </a:lnTo>
                  <a:lnTo>
                    <a:pt x="250" y="524"/>
                  </a:lnTo>
                  <a:lnTo>
                    <a:pt x="254" y="528"/>
                  </a:lnTo>
                  <a:lnTo>
                    <a:pt x="256" y="530"/>
                  </a:lnTo>
                  <a:lnTo>
                    <a:pt x="258" y="530"/>
                  </a:lnTo>
                  <a:lnTo>
                    <a:pt x="256" y="538"/>
                  </a:lnTo>
                  <a:lnTo>
                    <a:pt x="232" y="540"/>
                  </a:lnTo>
                  <a:lnTo>
                    <a:pt x="220" y="526"/>
                  </a:lnTo>
                  <a:lnTo>
                    <a:pt x="216" y="514"/>
                  </a:lnTo>
                  <a:lnTo>
                    <a:pt x="206" y="508"/>
                  </a:lnTo>
                  <a:lnTo>
                    <a:pt x="202" y="518"/>
                  </a:lnTo>
                  <a:lnTo>
                    <a:pt x="208" y="534"/>
                  </a:lnTo>
                  <a:lnTo>
                    <a:pt x="218" y="554"/>
                  </a:lnTo>
                  <a:lnTo>
                    <a:pt x="218" y="558"/>
                  </a:lnTo>
                  <a:lnTo>
                    <a:pt x="216" y="560"/>
                  </a:lnTo>
                  <a:lnTo>
                    <a:pt x="216" y="562"/>
                  </a:lnTo>
                  <a:lnTo>
                    <a:pt x="212" y="562"/>
                  </a:lnTo>
                  <a:lnTo>
                    <a:pt x="210" y="560"/>
                  </a:lnTo>
                  <a:lnTo>
                    <a:pt x="208" y="560"/>
                  </a:lnTo>
                  <a:lnTo>
                    <a:pt x="198" y="548"/>
                  </a:lnTo>
                  <a:lnTo>
                    <a:pt x="182" y="540"/>
                  </a:lnTo>
                  <a:lnTo>
                    <a:pt x="182" y="536"/>
                  </a:lnTo>
                  <a:lnTo>
                    <a:pt x="182" y="532"/>
                  </a:lnTo>
                  <a:lnTo>
                    <a:pt x="182" y="528"/>
                  </a:lnTo>
                  <a:lnTo>
                    <a:pt x="182" y="524"/>
                  </a:lnTo>
                  <a:lnTo>
                    <a:pt x="184" y="520"/>
                  </a:lnTo>
                  <a:lnTo>
                    <a:pt x="186" y="518"/>
                  </a:lnTo>
                  <a:lnTo>
                    <a:pt x="186" y="514"/>
                  </a:lnTo>
                  <a:lnTo>
                    <a:pt x="186" y="510"/>
                  </a:lnTo>
                  <a:lnTo>
                    <a:pt x="186" y="508"/>
                  </a:lnTo>
                  <a:lnTo>
                    <a:pt x="186" y="504"/>
                  </a:lnTo>
                  <a:lnTo>
                    <a:pt x="162" y="484"/>
                  </a:lnTo>
                  <a:lnTo>
                    <a:pt x="156" y="468"/>
                  </a:lnTo>
                  <a:lnTo>
                    <a:pt x="176" y="476"/>
                  </a:lnTo>
                  <a:lnTo>
                    <a:pt x="182" y="482"/>
                  </a:lnTo>
                  <a:lnTo>
                    <a:pt x="198" y="488"/>
                  </a:lnTo>
                  <a:lnTo>
                    <a:pt x="210" y="498"/>
                  </a:lnTo>
                  <a:lnTo>
                    <a:pt x="220" y="502"/>
                  </a:lnTo>
                  <a:lnTo>
                    <a:pt x="232" y="500"/>
                  </a:lnTo>
                  <a:lnTo>
                    <a:pt x="242" y="496"/>
                  </a:lnTo>
                  <a:lnTo>
                    <a:pt x="246" y="494"/>
                  </a:lnTo>
                  <a:lnTo>
                    <a:pt x="258" y="480"/>
                  </a:lnTo>
                  <a:lnTo>
                    <a:pt x="266" y="466"/>
                  </a:lnTo>
                  <a:lnTo>
                    <a:pt x="268" y="452"/>
                  </a:lnTo>
                  <a:lnTo>
                    <a:pt x="268" y="446"/>
                  </a:lnTo>
                  <a:lnTo>
                    <a:pt x="266" y="442"/>
                  </a:lnTo>
                  <a:lnTo>
                    <a:pt x="262" y="438"/>
                  </a:lnTo>
                  <a:lnTo>
                    <a:pt x="256" y="436"/>
                  </a:lnTo>
                  <a:lnTo>
                    <a:pt x="252" y="432"/>
                  </a:lnTo>
                  <a:lnTo>
                    <a:pt x="246" y="432"/>
                  </a:lnTo>
                  <a:lnTo>
                    <a:pt x="242" y="430"/>
                  </a:lnTo>
                  <a:lnTo>
                    <a:pt x="238" y="430"/>
                  </a:lnTo>
                  <a:lnTo>
                    <a:pt x="236" y="428"/>
                  </a:lnTo>
                  <a:lnTo>
                    <a:pt x="230" y="412"/>
                  </a:lnTo>
                  <a:lnTo>
                    <a:pt x="218" y="396"/>
                  </a:lnTo>
                  <a:lnTo>
                    <a:pt x="204" y="388"/>
                  </a:lnTo>
                  <a:lnTo>
                    <a:pt x="190" y="384"/>
                  </a:lnTo>
                  <a:lnTo>
                    <a:pt x="176" y="382"/>
                  </a:lnTo>
                  <a:lnTo>
                    <a:pt x="168" y="382"/>
                  </a:lnTo>
                  <a:lnTo>
                    <a:pt x="164" y="382"/>
                  </a:lnTo>
                  <a:lnTo>
                    <a:pt x="162" y="380"/>
                  </a:lnTo>
                  <a:lnTo>
                    <a:pt x="160" y="376"/>
                  </a:lnTo>
                  <a:lnTo>
                    <a:pt x="156" y="374"/>
                  </a:lnTo>
                  <a:lnTo>
                    <a:pt x="154" y="372"/>
                  </a:lnTo>
                  <a:lnTo>
                    <a:pt x="150" y="372"/>
                  </a:lnTo>
                  <a:lnTo>
                    <a:pt x="150" y="370"/>
                  </a:lnTo>
                  <a:lnTo>
                    <a:pt x="152" y="364"/>
                  </a:lnTo>
                  <a:lnTo>
                    <a:pt x="162" y="368"/>
                  </a:lnTo>
                  <a:lnTo>
                    <a:pt x="168" y="364"/>
                  </a:lnTo>
                  <a:lnTo>
                    <a:pt x="148" y="354"/>
                  </a:lnTo>
                  <a:lnTo>
                    <a:pt x="140" y="364"/>
                  </a:lnTo>
                  <a:lnTo>
                    <a:pt x="132" y="364"/>
                  </a:lnTo>
                  <a:lnTo>
                    <a:pt x="132" y="370"/>
                  </a:lnTo>
                  <a:lnTo>
                    <a:pt x="130" y="374"/>
                  </a:lnTo>
                  <a:lnTo>
                    <a:pt x="128" y="378"/>
                  </a:lnTo>
                  <a:lnTo>
                    <a:pt x="124" y="380"/>
                  </a:lnTo>
                  <a:lnTo>
                    <a:pt x="122" y="382"/>
                  </a:lnTo>
                  <a:lnTo>
                    <a:pt x="120" y="384"/>
                  </a:lnTo>
                  <a:lnTo>
                    <a:pt x="118" y="384"/>
                  </a:lnTo>
                  <a:lnTo>
                    <a:pt x="110" y="402"/>
                  </a:lnTo>
                  <a:lnTo>
                    <a:pt x="110" y="420"/>
                  </a:lnTo>
                  <a:lnTo>
                    <a:pt x="130" y="440"/>
                  </a:lnTo>
                  <a:lnTo>
                    <a:pt x="130" y="470"/>
                  </a:lnTo>
                  <a:lnTo>
                    <a:pt x="118" y="484"/>
                  </a:lnTo>
                  <a:lnTo>
                    <a:pt x="126" y="502"/>
                  </a:lnTo>
                  <a:lnTo>
                    <a:pt x="122" y="556"/>
                  </a:lnTo>
                  <a:lnTo>
                    <a:pt x="122" y="562"/>
                  </a:lnTo>
                  <a:lnTo>
                    <a:pt x="122" y="568"/>
                  </a:lnTo>
                  <a:lnTo>
                    <a:pt x="124" y="572"/>
                  </a:lnTo>
                  <a:lnTo>
                    <a:pt x="126" y="574"/>
                  </a:lnTo>
                  <a:lnTo>
                    <a:pt x="126" y="576"/>
                  </a:lnTo>
                  <a:lnTo>
                    <a:pt x="132" y="592"/>
                  </a:lnTo>
                  <a:lnTo>
                    <a:pt x="134" y="606"/>
                  </a:lnTo>
                  <a:lnTo>
                    <a:pt x="132" y="614"/>
                  </a:lnTo>
                  <a:lnTo>
                    <a:pt x="130" y="616"/>
                  </a:lnTo>
                  <a:lnTo>
                    <a:pt x="96" y="650"/>
                  </a:lnTo>
                  <a:lnTo>
                    <a:pt x="100" y="654"/>
                  </a:lnTo>
                  <a:lnTo>
                    <a:pt x="106" y="658"/>
                  </a:lnTo>
                  <a:lnTo>
                    <a:pt x="110" y="660"/>
                  </a:lnTo>
                  <a:lnTo>
                    <a:pt x="116" y="662"/>
                  </a:lnTo>
                  <a:lnTo>
                    <a:pt x="122" y="662"/>
                  </a:lnTo>
                  <a:lnTo>
                    <a:pt x="124" y="662"/>
                  </a:lnTo>
                  <a:lnTo>
                    <a:pt x="126" y="662"/>
                  </a:lnTo>
                  <a:lnTo>
                    <a:pt x="122" y="662"/>
                  </a:lnTo>
                  <a:lnTo>
                    <a:pt x="118" y="664"/>
                  </a:lnTo>
                  <a:lnTo>
                    <a:pt x="114" y="666"/>
                  </a:lnTo>
                  <a:lnTo>
                    <a:pt x="112" y="668"/>
                  </a:lnTo>
                  <a:lnTo>
                    <a:pt x="110" y="668"/>
                  </a:lnTo>
                  <a:lnTo>
                    <a:pt x="104" y="668"/>
                  </a:lnTo>
                  <a:lnTo>
                    <a:pt x="98" y="670"/>
                  </a:lnTo>
                  <a:lnTo>
                    <a:pt x="94" y="672"/>
                  </a:lnTo>
                  <a:lnTo>
                    <a:pt x="90" y="674"/>
                  </a:lnTo>
                  <a:lnTo>
                    <a:pt x="86" y="676"/>
                  </a:lnTo>
                  <a:lnTo>
                    <a:pt x="84" y="678"/>
                  </a:lnTo>
                  <a:lnTo>
                    <a:pt x="78" y="674"/>
                  </a:lnTo>
                  <a:lnTo>
                    <a:pt x="68" y="672"/>
                  </a:lnTo>
                  <a:lnTo>
                    <a:pt x="60" y="672"/>
                  </a:lnTo>
                  <a:lnTo>
                    <a:pt x="54" y="674"/>
                  </a:lnTo>
                  <a:lnTo>
                    <a:pt x="50" y="678"/>
                  </a:lnTo>
                  <a:lnTo>
                    <a:pt x="46" y="680"/>
                  </a:lnTo>
                  <a:lnTo>
                    <a:pt x="44" y="682"/>
                  </a:lnTo>
                  <a:lnTo>
                    <a:pt x="44" y="684"/>
                  </a:lnTo>
                  <a:lnTo>
                    <a:pt x="42" y="686"/>
                  </a:lnTo>
                  <a:lnTo>
                    <a:pt x="40" y="690"/>
                  </a:lnTo>
                  <a:lnTo>
                    <a:pt x="40" y="694"/>
                  </a:lnTo>
                  <a:lnTo>
                    <a:pt x="40" y="698"/>
                  </a:lnTo>
                  <a:lnTo>
                    <a:pt x="40" y="702"/>
                  </a:lnTo>
                  <a:lnTo>
                    <a:pt x="40" y="704"/>
                  </a:lnTo>
                  <a:lnTo>
                    <a:pt x="40" y="706"/>
                  </a:lnTo>
                  <a:lnTo>
                    <a:pt x="46" y="710"/>
                  </a:lnTo>
                  <a:lnTo>
                    <a:pt x="48" y="720"/>
                  </a:lnTo>
                  <a:lnTo>
                    <a:pt x="48" y="726"/>
                  </a:lnTo>
                  <a:lnTo>
                    <a:pt x="48" y="730"/>
                  </a:lnTo>
                  <a:lnTo>
                    <a:pt x="46" y="734"/>
                  </a:lnTo>
                  <a:lnTo>
                    <a:pt x="46" y="736"/>
                  </a:lnTo>
                  <a:lnTo>
                    <a:pt x="44" y="738"/>
                  </a:lnTo>
                  <a:lnTo>
                    <a:pt x="42" y="738"/>
                  </a:lnTo>
                  <a:lnTo>
                    <a:pt x="38" y="736"/>
                  </a:lnTo>
                  <a:lnTo>
                    <a:pt x="34" y="734"/>
                  </a:lnTo>
                  <a:lnTo>
                    <a:pt x="30" y="732"/>
                  </a:lnTo>
                  <a:lnTo>
                    <a:pt x="30" y="730"/>
                  </a:lnTo>
                  <a:lnTo>
                    <a:pt x="28" y="730"/>
                  </a:lnTo>
                  <a:lnTo>
                    <a:pt x="20" y="722"/>
                  </a:lnTo>
                  <a:lnTo>
                    <a:pt x="8" y="736"/>
                  </a:lnTo>
                  <a:lnTo>
                    <a:pt x="4" y="738"/>
                  </a:lnTo>
                  <a:lnTo>
                    <a:pt x="4" y="744"/>
                  </a:lnTo>
                  <a:lnTo>
                    <a:pt x="2" y="750"/>
                  </a:lnTo>
                  <a:lnTo>
                    <a:pt x="2" y="756"/>
                  </a:lnTo>
                  <a:lnTo>
                    <a:pt x="0" y="764"/>
                  </a:lnTo>
                  <a:lnTo>
                    <a:pt x="0" y="778"/>
                  </a:lnTo>
                  <a:lnTo>
                    <a:pt x="2" y="780"/>
                  </a:lnTo>
                  <a:lnTo>
                    <a:pt x="4" y="782"/>
                  </a:lnTo>
                  <a:lnTo>
                    <a:pt x="8" y="782"/>
                  </a:lnTo>
                  <a:lnTo>
                    <a:pt x="14" y="782"/>
                  </a:lnTo>
                  <a:lnTo>
                    <a:pt x="18" y="782"/>
                  </a:lnTo>
                  <a:lnTo>
                    <a:pt x="20" y="780"/>
                  </a:lnTo>
                  <a:lnTo>
                    <a:pt x="22" y="780"/>
                  </a:lnTo>
                  <a:lnTo>
                    <a:pt x="22" y="782"/>
                  </a:lnTo>
                  <a:lnTo>
                    <a:pt x="24" y="784"/>
                  </a:lnTo>
                  <a:lnTo>
                    <a:pt x="26" y="786"/>
                  </a:lnTo>
                  <a:lnTo>
                    <a:pt x="30" y="788"/>
                  </a:lnTo>
                  <a:lnTo>
                    <a:pt x="32" y="790"/>
                  </a:lnTo>
                  <a:lnTo>
                    <a:pt x="34" y="792"/>
                  </a:lnTo>
                  <a:lnTo>
                    <a:pt x="36" y="796"/>
                  </a:lnTo>
                  <a:lnTo>
                    <a:pt x="38" y="802"/>
                  </a:lnTo>
                  <a:lnTo>
                    <a:pt x="40" y="806"/>
                  </a:lnTo>
                  <a:lnTo>
                    <a:pt x="42" y="810"/>
                  </a:lnTo>
                  <a:lnTo>
                    <a:pt x="44" y="814"/>
                  </a:lnTo>
                  <a:lnTo>
                    <a:pt x="46" y="820"/>
                  </a:lnTo>
                  <a:lnTo>
                    <a:pt x="44" y="824"/>
                  </a:lnTo>
                  <a:lnTo>
                    <a:pt x="42" y="828"/>
                  </a:lnTo>
                  <a:lnTo>
                    <a:pt x="40" y="830"/>
                  </a:lnTo>
                  <a:lnTo>
                    <a:pt x="38" y="832"/>
                  </a:lnTo>
                  <a:lnTo>
                    <a:pt x="36" y="832"/>
                  </a:lnTo>
                  <a:lnTo>
                    <a:pt x="40" y="834"/>
                  </a:lnTo>
                  <a:lnTo>
                    <a:pt x="42" y="838"/>
                  </a:lnTo>
                  <a:lnTo>
                    <a:pt x="46" y="842"/>
                  </a:lnTo>
                  <a:lnTo>
                    <a:pt x="50" y="846"/>
                  </a:lnTo>
                  <a:lnTo>
                    <a:pt x="52" y="852"/>
                  </a:lnTo>
                  <a:lnTo>
                    <a:pt x="54" y="856"/>
                  </a:lnTo>
                  <a:lnTo>
                    <a:pt x="56" y="858"/>
                  </a:lnTo>
                  <a:lnTo>
                    <a:pt x="56" y="860"/>
                  </a:lnTo>
                  <a:lnTo>
                    <a:pt x="58" y="866"/>
                  </a:lnTo>
                  <a:lnTo>
                    <a:pt x="60" y="872"/>
                  </a:lnTo>
                  <a:lnTo>
                    <a:pt x="62" y="874"/>
                  </a:lnTo>
                  <a:lnTo>
                    <a:pt x="62" y="876"/>
                  </a:lnTo>
                  <a:lnTo>
                    <a:pt x="60" y="878"/>
                  </a:lnTo>
                  <a:lnTo>
                    <a:pt x="38" y="892"/>
                  </a:lnTo>
                  <a:lnTo>
                    <a:pt x="38" y="894"/>
                  </a:lnTo>
                  <a:lnTo>
                    <a:pt x="36" y="894"/>
                  </a:lnTo>
                  <a:lnTo>
                    <a:pt x="34" y="894"/>
                  </a:lnTo>
                  <a:lnTo>
                    <a:pt x="32" y="892"/>
                  </a:lnTo>
                  <a:lnTo>
                    <a:pt x="32" y="894"/>
                  </a:lnTo>
                  <a:lnTo>
                    <a:pt x="30" y="898"/>
                  </a:lnTo>
                  <a:lnTo>
                    <a:pt x="28" y="902"/>
                  </a:lnTo>
                  <a:lnTo>
                    <a:pt x="30" y="906"/>
                  </a:lnTo>
                  <a:lnTo>
                    <a:pt x="30" y="908"/>
                  </a:lnTo>
                  <a:lnTo>
                    <a:pt x="32" y="908"/>
                  </a:lnTo>
                  <a:lnTo>
                    <a:pt x="28" y="908"/>
                  </a:lnTo>
                  <a:lnTo>
                    <a:pt x="26" y="910"/>
                  </a:lnTo>
                  <a:lnTo>
                    <a:pt x="24" y="910"/>
                  </a:lnTo>
                  <a:lnTo>
                    <a:pt x="22" y="912"/>
                  </a:lnTo>
                  <a:lnTo>
                    <a:pt x="28" y="918"/>
                  </a:lnTo>
                  <a:lnTo>
                    <a:pt x="30" y="916"/>
                  </a:lnTo>
                  <a:lnTo>
                    <a:pt x="34" y="914"/>
                  </a:lnTo>
                  <a:lnTo>
                    <a:pt x="40" y="914"/>
                  </a:lnTo>
                  <a:lnTo>
                    <a:pt x="46" y="914"/>
                  </a:lnTo>
                  <a:lnTo>
                    <a:pt x="50" y="914"/>
                  </a:lnTo>
                  <a:lnTo>
                    <a:pt x="56" y="916"/>
                  </a:lnTo>
                  <a:lnTo>
                    <a:pt x="58" y="916"/>
                  </a:lnTo>
                  <a:lnTo>
                    <a:pt x="60" y="918"/>
                  </a:lnTo>
                  <a:lnTo>
                    <a:pt x="64" y="918"/>
                  </a:lnTo>
                  <a:lnTo>
                    <a:pt x="68" y="918"/>
                  </a:lnTo>
                  <a:lnTo>
                    <a:pt x="74" y="918"/>
                  </a:lnTo>
                  <a:lnTo>
                    <a:pt x="76" y="916"/>
                  </a:lnTo>
                  <a:lnTo>
                    <a:pt x="78" y="916"/>
                  </a:lnTo>
                  <a:lnTo>
                    <a:pt x="80" y="912"/>
                  </a:lnTo>
                  <a:lnTo>
                    <a:pt x="84" y="914"/>
                  </a:lnTo>
                  <a:lnTo>
                    <a:pt x="88" y="916"/>
                  </a:lnTo>
                  <a:lnTo>
                    <a:pt x="92" y="918"/>
                  </a:lnTo>
                  <a:lnTo>
                    <a:pt x="96" y="922"/>
                  </a:lnTo>
                  <a:lnTo>
                    <a:pt x="100" y="926"/>
                  </a:lnTo>
                  <a:lnTo>
                    <a:pt x="100" y="928"/>
                  </a:lnTo>
                  <a:lnTo>
                    <a:pt x="102" y="930"/>
                  </a:lnTo>
                  <a:lnTo>
                    <a:pt x="104" y="934"/>
                  </a:lnTo>
                  <a:lnTo>
                    <a:pt x="106" y="940"/>
                  </a:lnTo>
                  <a:lnTo>
                    <a:pt x="106" y="946"/>
                  </a:lnTo>
                  <a:lnTo>
                    <a:pt x="106" y="952"/>
                  </a:lnTo>
                  <a:lnTo>
                    <a:pt x="104" y="960"/>
                  </a:lnTo>
                  <a:lnTo>
                    <a:pt x="104" y="966"/>
                  </a:lnTo>
                  <a:lnTo>
                    <a:pt x="104" y="970"/>
                  </a:lnTo>
                  <a:lnTo>
                    <a:pt x="106" y="972"/>
                  </a:lnTo>
                  <a:lnTo>
                    <a:pt x="108" y="974"/>
                  </a:lnTo>
                  <a:lnTo>
                    <a:pt x="110" y="976"/>
                  </a:lnTo>
                  <a:lnTo>
                    <a:pt x="112" y="972"/>
                  </a:lnTo>
                  <a:lnTo>
                    <a:pt x="114" y="970"/>
                  </a:lnTo>
                  <a:lnTo>
                    <a:pt x="116" y="970"/>
                  </a:lnTo>
                  <a:lnTo>
                    <a:pt x="120" y="968"/>
                  </a:lnTo>
                  <a:lnTo>
                    <a:pt x="124" y="966"/>
                  </a:lnTo>
                  <a:lnTo>
                    <a:pt x="128" y="966"/>
                  </a:lnTo>
                  <a:lnTo>
                    <a:pt x="130" y="966"/>
                  </a:lnTo>
                  <a:lnTo>
                    <a:pt x="140" y="964"/>
                  </a:lnTo>
                  <a:lnTo>
                    <a:pt x="150" y="968"/>
                  </a:lnTo>
                  <a:lnTo>
                    <a:pt x="158" y="972"/>
                  </a:lnTo>
                  <a:lnTo>
                    <a:pt x="162" y="974"/>
                  </a:lnTo>
                  <a:lnTo>
                    <a:pt x="158" y="976"/>
                  </a:lnTo>
                  <a:lnTo>
                    <a:pt x="164" y="976"/>
                  </a:lnTo>
                  <a:lnTo>
                    <a:pt x="170" y="974"/>
                  </a:lnTo>
                  <a:lnTo>
                    <a:pt x="174" y="974"/>
                  </a:lnTo>
                  <a:lnTo>
                    <a:pt x="176" y="976"/>
                  </a:lnTo>
                  <a:lnTo>
                    <a:pt x="180" y="976"/>
                  </a:lnTo>
                  <a:lnTo>
                    <a:pt x="180" y="978"/>
                  </a:lnTo>
                  <a:lnTo>
                    <a:pt x="182" y="978"/>
                  </a:lnTo>
                  <a:lnTo>
                    <a:pt x="180" y="978"/>
                  </a:lnTo>
                  <a:lnTo>
                    <a:pt x="178" y="980"/>
                  </a:lnTo>
                  <a:lnTo>
                    <a:pt x="176" y="984"/>
                  </a:lnTo>
                  <a:lnTo>
                    <a:pt x="174" y="986"/>
                  </a:lnTo>
                  <a:lnTo>
                    <a:pt x="174" y="988"/>
                  </a:lnTo>
                  <a:lnTo>
                    <a:pt x="174" y="990"/>
                  </a:lnTo>
                  <a:lnTo>
                    <a:pt x="174" y="992"/>
                  </a:lnTo>
                  <a:lnTo>
                    <a:pt x="174" y="998"/>
                  </a:lnTo>
                  <a:lnTo>
                    <a:pt x="178" y="1000"/>
                  </a:lnTo>
                  <a:lnTo>
                    <a:pt x="182" y="998"/>
                  </a:lnTo>
                  <a:lnTo>
                    <a:pt x="186" y="996"/>
                  </a:lnTo>
                  <a:lnTo>
                    <a:pt x="190" y="992"/>
                  </a:lnTo>
                  <a:lnTo>
                    <a:pt x="192" y="988"/>
                  </a:lnTo>
                  <a:lnTo>
                    <a:pt x="194" y="986"/>
                  </a:lnTo>
                  <a:lnTo>
                    <a:pt x="194" y="984"/>
                  </a:lnTo>
                  <a:lnTo>
                    <a:pt x="192" y="984"/>
                  </a:lnTo>
                  <a:lnTo>
                    <a:pt x="190" y="982"/>
                  </a:lnTo>
                  <a:lnTo>
                    <a:pt x="188" y="980"/>
                  </a:lnTo>
                  <a:lnTo>
                    <a:pt x="186" y="978"/>
                  </a:lnTo>
                  <a:lnTo>
                    <a:pt x="186" y="974"/>
                  </a:lnTo>
                  <a:lnTo>
                    <a:pt x="186" y="972"/>
                  </a:lnTo>
                  <a:lnTo>
                    <a:pt x="186" y="970"/>
                  </a:lnTo>
                  <a:lnTo>
                    <a:pt x="188" y="966"/>
                  </a:lnTo>
                  <a:lnTo>
                    <a:pt x="192" y="964"/>
                  </a:lnTo>
                  <a:lnTo>
                    <a:pt x="196" y="962"/>
                  </a:lnTo>
                  <a:lnTo>
                    <a:pt x="200" y="960"/>
                  </a:lnTo>
                  <a:lnTo>
                    <a:pt x="202" y="960"/>
                  </a:lnTo>
                  <a:lnTo>
                    <a:pt x="206" y="958"/>
                  </a:lnTo>
                  <a:lnTo>
                    <a:pt x="210" y="960"/>
                  </a:lnTo>
                  <a:lnTo>
                    <a:pt x="214" y="962"/>
                  </a:lnTo>
                  <a:lnTo>
                    <a:pt x="216" y="968"/>
                  </a:lnTo>
                  <a:lnTo>
                    <a:pt x="216" y="972"/>
                  </a:lnTo>
                  <a:lnTo>
                    <a:pt x="214" y="974"/>
                  </a:lnTo>
                  <a:lnTo>
                    <a:pt x="212" y="974"/>
                  </a:lnTo>
                  <a:lnTo>
                    <a:pt x="210" y="976"/>
                  </a:lnTo>
                  <a:lnTo>
                    <a:pt x="206" y="976"/>
                  </a:lnTo>
                  <a:lnTo>
                    <a:pt x="202" y="976"/>
                  </a:lnTo>
                  <a:lnTo>
                    <a:pt x="200" y="978"/>
                  </a:lnTo>
                  <a:lnTo>
                    <a:pt x="200" y="980"/>
                  </a:lnTo>
                  <a:lnTo>
                    <a:pt x="198" y="984"/>
                  </a:lnTo>
                  <a:lnTo>
                    <a:pt x="200" y="988"/>
                  </a:lnTo>
                  <a:lnTo>
                    <a:pt x="200" y="990"/>
                  </a:lnTo>
                  <a:lnTo>
                    <a:pt x="202" y="992"/>
                  </a:lnTo>
                  <a:lnTo>
                    <a:pt x="204" y="994"/>
                  </a:lnTo>
                  <a:lnTo>
                    <a:pt x="208" y="996"/>
                  </a:lnTo>
                  <a:lnTo>
                    <a:pt x="210" y="998"/>
                  </a:lnTo>
                  <a:lnTo>
                    <a:pt x="214" y="1000"/>
                  </a:lnTo>
                  <a:lnTo>
                    <a:pt x="216" y="1002"/>
                  </a:lnTo>
                  <a:lnTo>
                    <a:pt x="218" y="1002"/>
                  </a:lnTo>
                  <a:lnTo>
                    <a:pt x="218" y="1004"/>
                  </a:lnTo>
                  <a:lnTo>
                    <a:pt x="220" y="1008"/>
                  </a:lnTo>
                  <a:lnTo>
                    <a:pt x="222" y="1010"/>
                  </a:lnTo>
                  <a:lnTo>
                    <a:pt x="224" y="1012"/>
                  </a:lnTo>
                  <a:lnTo>
                    <a:pt x="226" y="1014"/>
                  </a:lnTo>
                  <a:lnTo>
                    <a:pt x="228" y="1014"/>
                  </a:lnTo>
                  <a:lnTo>
                    <a:pt x="228" y="1016"/>
                  </a:lnTo>
                  <a:lnTo>
                    <a:pt x="232" y="1018"/>
                  </a:lnTo>
                  <a:lnTo>
                    <a:pt x="236" y="1020"/>
                  </a:lnTo>
                  <a:lnTo>
                    <a:pt x="242" y="1024"/>
                  </a:lnTo>
                  <a:lnTo>
                    <a:pt x="246" y="1028"/>
                  </a:lnTo>
                  <a:lnTo>
                    <a:pt x="250" y="1030"/>
                  </a:lnTo>
                  <a:lnTo>
                    <a:pt x="254" y="1032"/>
                  </a:lnTo>
                  <a:lnTo>
                    <a:pt x="256" y="1040"/>
                  </a:lnTo>
                  <a:lnTo>
                    <a:pt x="256" y="1046"/>
                  </a:lnTo>
                  <a:lnTo>
                    <a:pt x="256" y="1052"/>
                  </a:lnTo>
                  <a:lnTo>
                    <a:pt x="252" y="1058"/>
                  </a:lnTo>
                  <a:lnTo>
                    <a:pt x="250" y="1062"/>
                  </a:lnTo>
                  <a:lnTo>
                    <a:pt x="252" y="1064"/>
                  </a:lnTo>
                  <a:lnTo>
                    <a:pt x="256" y="1066"/>
                  </a:lnTo>
                  <a:lnTo>
                    <a:pt x="260" y="1068"/>
                  </a:lnTo>
                  <a:lnTo>
                    <a:pt x="264" y="1070"/>
                  </a:lnTo>
                  <a:lnTo>
                    <a:pt x="266" y="1072"/>
                  </a:lnTo>
                  <a:lnTo>
                    <a:pt x="268" y="1072"/>
                  </a:lnTo>
                  <a:lnTo>
                    <a:pt x="270" y="1074"/>
                  </a:lnTo>
                  <a:lnTo>
                    <a:pt x="274" y="1076"/>
                  </a:lnTo>
                  <a:lnTo>
                    <a:pt x="278" y="1080"/>
                  </a:lnTo>
                  <a:lnTo>
                    <a:pt x="282" y="1086"/>
                  </a:lnTo>
                  <a:lnTo>
                    <a:pt x="304" y="1090"/>
                  </a:lnTo>
                  <a:lnTo>
                    <a:pt x="306" y="1092"/>
                  </a:lnTo>
                  <a:lnTo>
                    <a:pt x="310" y="1094"/>
                  </a:lnTo>
                  <a:lnTo>
                    <a:pt x="312" y="1094"/>
                  </a:lnTo>
                  <a:lnTo>
                    <a:pt x="316" y="1092"/>
                  </a:lnTo>
                  <a:lnTo>
                    <a:pt x="318" y="1092"/>
                  </a:lnTo>
                  <a:lnTo>
                    <a:pt x="320" y="1092"/>
                  </a:lnTo>
                  <a:lnTo>
                    <a:pt x="334" y="1076"/>
                  </a:lnTo>
                  <a:lnTo>
                    <a:pt x="336" y="1080"/>
                  </a:lnTo>
                  <a:lnTo>
                    <a:pt x="338" y="1082"/>
                  </a:lnTo>
                  <a:lnTo>
                    <a:pt x="340" y="1086"/>
                  </a:lnTo>
                  <a:lnTo>
                    <a:pt x="344" y="1088"/>
                  </a:lnTo>
                  <a:lnTo>
                    <a:pt x="350" y="1098"/>
                  </a:lnTo>
                  <a:lnTo>
                    <a:pt x="350" y="1096"/>
                  </a:lnTo>
                  <a:lnTo>
                    <a:pt x="348" y="1088"/>
                  </a:lnTo>
                  <a:lnTo>
                    <a:pt x="346" y="1078"/>
                  </a:lnTo>
                  <a:lnTo>
                    <a:pt x="346" y="1070"/>
                  </a:lnTo>
                  <a:lnTo>
                    <a:pt x="346" y="1064"/>
                  </a:lnTo>
                  <a:lnTo>
                    <a:pt x="352" y="1062"/>
                  </a:lnTo>
                  <a:lnTo>
                    <a:pt x="350" y="1060"/>
                  </a:lnTo>
                  <a:lnTo>
                    <a:pt x="348" y="1056"/>
                  </a:lnTo>
                  <a:lnTo>
                    <a:pt x="346" y="1052"/>
                  </a:lnTo>
                  <a:lnTo>
                    <a:pt x="346" y="1048"/>
                  </a:lnTo>
                  <a:lnTo>
                    <a:pt x="344" y="1044"/>
                  </a:lnTo>
                  <a:lnTo>
                    <a:pt x="346" y="1040"/>
                  </a:lnTo>
                  <a:lnTo>
                    <a:pt x="348" y="1036"/>
                  </a:lnTo>
                  <a:lnTo>
                    <a:pt x="350" y="1034"/>
                  </a:lnTo>
                  <a:lnTo>
                    <a:pt x="348" y="1034"/>
                  </a:lnTo>
                  <a:lnTo>
                    <a:pt x="346" y="1032"/>
                  </a:lnTo>
                  <a:lnTo>
                    <a:pt x="342" y="1030"/>
                  </a:lnTo>
                  <a:lnTo>
                    <a:pt x="338" y="1028"/>
                  </a:lnTo>
                  <a:lnTo>
                    <a:pt x="334" y="1022"/>
                  </a:lnTo>
                  <a:lnTo>
                    <a:pt x="332" y="1016"/>
                  </a:lnTo>
                  <a:lnTo>
                    <a:pt x="330" y="1008"/>
                  </a:lnTo>
                  <a:lnTo>
                    <a:pt x="326" y="992"/>
                  </a:lnTo>
                  <a:lnTo>
                    <a:pt x="330" y="976"/>
                  </a:lnTo>
                  <a:lnTo>
                    <a:pt x="334" y="972"/>
                  </a:lnTo>
                  <a:lnTo>
                    <a:pt x="344" y="964"/>
                  </a:lnTo>
                  <a:lnTo>
                    <a:pt x="358" y="956"/>
                  </a:lnTo>
                  <a:lnTo>
                    <a:pt x="378" y="952"/>
                  </a:lnTo>
                  <a:lnTo>
                    <a:pt x="382" y="954"/>
                  </a:lnTo>
                  <a:lnTo>
                    <a:pt x="390" y="956"/>
                  </a:lnTo>
                  <a:lnTo>
                    <a:pt x="400" y="960"/>
                  </a:lnTo>
                  <a:lnTo>
                    <a:pt x="408" y="966"/>
                  </a:lnTo>
                  <a:lnTo>
                    <a:pt x="410" y="976"/>
                  </a:lnTo>
                  <a:lnTo>
                    <a:pt x="410" y="978"/>
                  </a:lnTo>
                  <a:lnTo>
                    <a:pt x="408" y="982"/>
                  </a:lnTo>
                  <a:lnTo>
                    <a:pt x="406" y="984"/>
                  </a:lnTo>
                  <a:lnTo>
                    <a:pt x="404" y="988"/>
                  </a:lnTo>
                  <a:lnTo>
                    <a:pt x="400" y="990"/>
                  </a:lnTo>
                  <a:lnTo>
                    <a:pt x="394" y="992"/>
                  </a:lnTo>
                  <a:lnTo>
                    <a:pt x="392" y="992"/>
                  </a:lnTo>
                  <a:lnTo>
                    <a:pt x="390" y="992"/>
                  </a:lnTo>
                  <a:lnTo>
                    <a:pt x="384" y="992"/>
                  </a:lnTo>
                  <a:lnTo>
                    <a:pt x="380" y="992"/>
                  </a:lnTo>
                  <a:lnTo>
                    <a:pt x="374" y="994"/>
                  </a:lnTo>
                  <a:lnTo>
                    <a:pt x="372" y="996"/>
                  </a:lnTo>
                  <a:lnTo>
                    <a:pt x="370" y="998"/>
                  </a:lnTo>
                  <a:lnTo>
                    <a:pt x="370" y="1000"/>
                  </a:lnTo>
                  <a:lnTo>
                    <a:pt x="368" y="1004"/>
                  </a:lnTo>
                  <a:lnTo>
                    <a:pt x="368" y="1008"/>
                  </a:lnTo>
                  <a:lnTo>
                    <a:pt x="378" y="1026"/>
                  </a:lnTo>
                  <a:lnTo>
                    <a:pt x="384" y="1028"/>
                  </a:lnTo>
                  <a:lnTo>
                    <a:pt x="386" y="1028"/>
                  </a:lnTo>
                  <a:lnTo>
                    <a:pt x="388" y="1030"/>
                  </a:lnTo>
                  <a:lnTo>
                    <a:pt x="390" y="1032"/>
                  </a:lnTo>
                  <a:lnTo>
                    <a:pt x="390" y="1036"/>
                  </a:lnTo>
                  <a:lnTo>
                    <a:pt x="390" y="1050"/>
                  </a:lnTo>
                  <a:lnTo>
                    <a:pt x="392" y="1052"/>
                  </a:lnTo>
                  <a:lnTo>
                    <a:pt x="394" y="1054"/>
                  </a:lnTo>
                  <a:lnTo>
                    <a:pt x="396" y="1054"/>
                  </a:lnTo>
                  <a:lnTo>
                    <a:pt x="398" y="1052"/>
                  </a:lnTo>
                  <a:lnTo>
                    <a:pt x="400" y="1050"/>
                  </a:lnTo>
                  <a:lnTo>
                    <a:pt x="402" y="1050"/>
                  </a:lnTo>
                  <a:lnTo>
                    <a:pt x="404" y="1050"/>
                  </a:lnTo>
                  <a:lnTo>
                    <a:pt x="406" y="1052"/>
                  </a:lnTo>
                  <a:lnTo>
                    <a:pt x="408" y="1054"/>
                  </a:lnTo>
                  <a:lnTo>
                    <a:pt x="410" y="1058"/>
                  </a:lnTo>
                  <a:lnTo>
                    <a:pt x="412" y="1060"/>
                  </a:lnTo>
                  <a:lnTo>
                    <a:pt x="412" y="1062"/>
                  </a:lnTo>
                  <a:lnTo>
                    <a:pt x="410" y="1070"/>
                  </a:lnTo>
                  <a:lnTo>
                    <a:pt x="406" y="1070"/>
                  </a:lnTo>
                  <a:lnTo>
                    <a:pt x="402" y="1070"/>
                  </a:lnTo>
                  <a:lnTo>
                    <a:pt x="400" y="1070"/>
                  </a:lnTo>
                  <a:lnTo>
                    <a:pt x="398" y="1072"/>
                  </a:lnTo>
                  <a:lnTo>
                    <a:pt x="396" y="1072"/>
                  </a:lnTo>
                  <a:lnTo>
                    <a:pt x="394" y="1076"/>
                  </a:lnTo>
                  <a:lnTo>
                    <a:pt x="394" y="1078"/>
                  </a:lnTo>
                  <a:lnTo>
                    <a:pt x="396" y="1084"/>
                  </a:lnTo>
                  <a:lnTo>
                    <a:pt x="398" y="1086"/>
                  </a:lnTo>
                  <a:lnTo>
                    <a:pt x="400" y="1088"/>
                  </a:lnTo>
                  <a:lnTo>
                    <a:pt x="402" y="1104"/>
                  </a:lnTo>
                  <a:lnTo>
                    <a:pt x="404" y="1106"/>
                  </a:lnTo>
                  <a:lnTo>
                    <a:pt x="406" y="1108"/>
                  </a:lnTo>
                  <a:lnTo>
                    <a:pt x="408" y="1110"/>
                  </a:lnTo>
                  <a:lnTo>
                    <a:pt x="408" y="1114"/>
                  </a:lnTo>
                  <a:lnTo>
                    <a:pt x="408" y="1130"/>
                  </a:lnTo>
                  <a:lnTo>
                    <a:pt x="426" y="1120"/>
                  </a:lnTo>
                  <a:lnTo>
                    <a:pt x="442" y="1120"/>
                  </a:lnTo>
                  <a:lnTo>
                    <a:pt x="452" y="1122"/>
                  </a:lnTo>
                  <a:lnTo>
                    <a:pt x="454" y="1124"/>
                  </a:lnTo>
                  <a:lnTo>
                    <a:pt x="458" y="1124"/>
                  </a:lnTo>
                  <a:lnTo>
                    <a:pt x="462" y="1126"/>
                  </a:lnTo>
                  <a:lnTo>
                    <a:pt x="464" y="1126"/>
                  </a:lnTo>
                  <a:lnTo>
                    <a:pt x="466" y="1128"/>
                  </a:lnTo>
                  <a:lnTo>
                    <a:pt x="478" y="1130"/>
                  </a:lnTo>
                  <a:lnTo>
                    <a:pt x="488" y="1138"/>
                  </a:lnTo>
                  <a:lnTo>
                    <a:pt x="494" y="1146"/>
                  </a:lnTo>
                  <a:lnTo>
                    <a:pt x="496" y="1152"/>
                  </a:lnTo>
                  <a:lnTo>
                    <a:pt x="498" y="1156"/>
                  </a:lnTo>
                  <a:lnTo>
                    <a:pt x="498" y="1160"/>
                  </a:lnTo>
                  <a:lnTo>
                    <a:pt x="508" y="1160"/>
                  </a:lnTo>
                  <a:lnTo>
                    <a:pt x="516" y="1158"/>
                  </a:lnTo>
                  <a:lnTo>
                    <a:pt x="520" y="1150"/>
                  </a:lnTo>
                  <a:lnTo>
                    <a:pt x="522" y="1148"/>
                  </a:lnTo>
                  <a:lnTo>
                    <a:pt x="524" y="1148"/>
                  </a:lnTo>
                  <a:lnTo>
                    <a:pt x="530" y="1144"/>
                  </a:lnTo>
                  <a:lnTo>
                    <a:pt x="534" y="1142"/>
                  </a:lnTo>
                  <a:lnTo>
                    <a:pt x="540" y="1138"/>
                  </a:lnTo>
                  <a:lnTo>
                    <a:pt x="542" y="1132"/>
                  </a:lnTo>
                  <a:lnTo>
                    <a:pt x="546" y="1126"/>
                  </a:lnTo>
                  <a:lnTo>
                    <a:pt x="550" y="1126"/>
                  </a:lnTo>
                  <a:lnTo>
                    <a:pt x="554" y="1128"/>
                  </a:lnTo>
                  <a:lnTo>
                    <a:pt x="556" y="1128"/>
                  </a:lnTo>
                  <a:lnTo>
                    <a:pt x="560" y="1128"/>
                  </a:lnTo>
                  <a:lnTo>
                    <a:pt x="566" y="1128"/>
                  </a:lnTo>
                  <a:lnTo>
                    <a:pt x="580" y="1130"/>
                  </a:lnTo>
                  <a:lnTo>
                    <a:pt x="594" y="1128"/>
                  </a:lnTo>
                  <a:lnTo>
                    <a:pt x="610" y="1118"/>
                  </a:lnTo>
                  <a:lnTo>
                    <a:pt x="618" y="1118"/>
                  </a:lnTo>
                  <a:lnTo>
                    <a:pt x="626" y="1126"/>
                  </a:lnTo>
                  <a:lnTo>
                    <a:pt x="628" y="1126"/>
                  </a:lnTo>
                  <a:lnTo>
                    <a:pt x="630" y="1128"/>
                  </a:lnTo>
                  <a:lnTo>
                    <a:pt x="632" y="1130"/>
                  </a:lnTo>
                  <a:lnTo>
                    <a:pt x="636" y="1134"/>
                  </a:lnTo>
                  <a:lnTo>
                    <a:pt x="640" y="1136"/>
                  </a:lnTo>
                  <a:lnTo>
                    <a:pt x="644" y="1138"/>
                  </a:lnTo>
                  <a:lnTo>
                    <a:pt x="650" y="1138"/>
                  </a:lnTo>
                  <a:lnTo>
                    <a:pt x="682" y="1138"/>
                  </a:lnTo>
                  <a:lnTo>
                    <a:pt x="680" y="1138"/>
                  </a:lnTo>
                  <a:lnTo>
                    <a:pt x="678" y="1136"/>
                  </a:lnTo>
                  <a:lnTo>
                    <a:pt x="676" y="1132"/>
                  </a:lnTo>
                  <a:lnTo>
                    <a:pt x="674" y="1128"/>
                  </a:lnTo>
                  <a:lnTo>
                    <a:pt x="672" y="1124"/>
                  </a:lnTo>
                  <a:lnTo>
                    <a:pt x="670" y="1118"/>
                  </a:lnTo>
                  <a:lnTo>
                    <a:pt x="672" y="1114"/>
                  </a:lnTo>
                  <a:lnTo>
                    <a:pt x="670" y="1114"/>
                  </a:lnTo>
                  <a:lnTo>
                    <a:pt x="670" y="1110"/>
                  </a:lnTo>
                  <a:lnTo>
                    <a:pt x="666" y="1108"/>
                  </a:lnTo>
                  <a:lnTo>
                    <a:pt x="664" y="1106"/>
                  </a:lnTo>
                  <a:lnTo>
                    <a:pt x="660" y="1104"/>
                  </a:lnTo>
                  <a:lnTo>
                    <a:pt x="658" y="1104"/>
                  </a:lnTo>
                  <a:lnTo>
                    <a:pt x="656" y="1102"/>
                  </a:lnTo>
                  <a:lnTo>
                    <a:pt x="654" y="1096"/>
                  </a:lnTo>
                  <a:lnTo>
                    <a:pt x="654" y="1094"/>
                  </a:lnTo>
                  <a:lnTo>
                    <a:pt x="654" y="1090"/>
                  </a:lnTo>
                  <a:lnTo>
                    <a:pt x="654" y="1088"/>
                  </a:lnTo>
                  <a:lnTo>
                    <a:pt x="656" y="1084"/>
                  </a:lnTo>
                  <a:lnTo>
                    <a:pt x="658" y="1080"/>
                  </a:lnTo>
                  <a:lnTo>
                    <a:pt x="662" y="1078"/>
                  </a:lnTo>
                  <a:lnTo>
                    <a:pt x="666" y="1076"/>
                  </a:lnTo>
                  <a:lnTo>
                    <a:pt x="672" y="1076"/>
                  </a:lnTo>
                  <a:lnTo>
                    <a:pt x="682" y="1078"/>
                  </a:lnTo>
                  <a:lnTo>
                    <a:pt x="694" y="1070"/>
                  </a:lnTo>
                  <a:lnTo>
                    <a:pt x="696" y="1068"/>
                  </a:lnTo>
                  <a:lnTo>
                    <a:pt x="700" y="1066"/>
                  </a:lnTo>
                  <a:lnTo>
                    <a:pt x="704" y="1064"/>
                  </a:lnTo>
                  <a:lnTo>
                    <a:pt x="708" y="1064"/>
                  </a:lnTo>
                  <a:lnTo>
                    <a:pt x="712" y="1064"/>
                  </a:lnTo>
                  <a:lnTo>
                    <a:pt x="714" y="1064"/>
                  </a:lnTo>
                  <a:lnTo>
                    <a:pt x="720" y="1062"/>
                  </a:lnTo>
                  <a:lnTo>
                    <a:pt x="724" y="1060"/>
                  </a:lnTo>
                  <a:lnTo>
                    <a:pt x="728" y="1056"/>
                  </a:lnTo>
                  <a:lnTo>
                    <a:pt x="732" y="1050"/>
                  </a:lnTo>
                  <a:lnTo>
                    <a:pt x="736" y="1044"/>
                  </a:lnTo>
                  <a:lnTo>
                    <a:pt x="736" y="1042"/>
                  </a:lnTo>
                  <a:lnTo>
                    <a:pt x="736" y="1040"/>
                  </a:lnTo>
                  <a:lnTo>
                    <a:pt x="738" y="1038"/>
                  </a:lnTo>
                  <a:lnTo>
                    <a:pt x="738" y="1034"/>
                  </a:lnTo>
                  <a:lnTo>
                    <a:pt x="740" y="1032"/>
                  </a:lnTo>
                  <a:lnTo>
                    <a:pt x="738" y="1028"/>
                  </a:lnTo>
                  <a:lnTo>
                    <a:pt x="738" y="1026"/>
                  </a:lnTo>
                  <a:lnTo>
                    <a:pt x="734" y="1026"/>
                  </a:lnTo>
                  <a:lnTo>
                    <a:pt x="732" y="1022"/>
                  </a:lnTo>
                  <a:lnTo>
                    <a:pt x="730" y="1020"/>
                  </a:lnTo>
                  <a:lnTo>
                    <a:pt x="728" y="1016"/>
                  </a:lnTo>
                  <a:lnTo>
                    <a:pt x="728" y="1012"/>
                  </a:lnTo>
                  <a:lnTo>
                    <a:pt x="728" y="1010"/>
                  </a:lnTo>
                  <a:lnTo>
                    <a:pt x="734" y="1006"/>
                  </a:lnTo>
                  <a:lnTo>
                    <a:pt x="738" y="1006"/>
                  </a:lnTo>
                  <a:lnTo>
                    <a:pt x="740" y="1006"/>
                  </a:lnTo>
                  <a:lnTo>
                    <a:pt x="742" y="1004"/>
                  </a:lnTo>
                  <a:lnTo>
                    <a:pt x="744" y="1002"/>
                  </a:lnTo>
                  <a:lnTo>
                    <a:pt x="744" y="1000"/>
                  </a:lnTo>
                  <a:lnTo>
                    <a:pt x="744" y="998"/>
                  </a:lnTo>
                  <a:lnTo>
                    <a:pt x="744" y="996"/>
                  </a:lnTo>
                  <a:lnTo>
                    <a:pt x="746" y="996"/>
                  </a:lnTo>
                  <a:lnTo>
                    <a:pt x="748" y="994"/>
                  </a:lnTo>
                  <a:lnTo>
                    <a:pt x="752" y="994"/>
                  </a:lnTo>
                  <a:lnTo>
                    <a:pt x="756" y="994"/>
                  </a:lnTo>
                  <a:lnTo>
                    <a:pt x="760" y="992"/>
                  </a:lnTo>
                  <a:lnTo>
                    <a:pt x="764" y="988"/>
                  </a:lnTo>
                  <a:lnTo>
                    <a:pt x="768" y="982"/>
                  </a:lnTo>
                  <a:lnTo>
                    <a:pt x="770" y="976"/>
                  </a:lnTo>
                  <a:lnTo>
                    <a:pt x="770" y="970"/>
                  </a:lnTo>
                  <a:lnTo>
                    <a:pt x="772" y="964"/>
                  </a:lnTo>
                  <a:lnTo>
                    <a:pt x="774" y="960"/>
                  </a:lnTo>
                  <a:lnTo>
                    <a:pt x="778" y="956"/>
                  </a:lnTo>
                  <a:lnTo>
                    <a:pt x="784" y="954"/>
                  </a:lnTo>
                  <a:lnTo>
                    <a:pt x="788" y="954"/>
                  </a:lnTo>
                  <a:lnTo>
                    <a:pt x="794" y="954"/>
                  </a:lnTo>
                  <a:lnTo>
                    <a:pt x="798" y="952"/>
                  </a:lnTo>
                  <a:lnTo>
                    <a:pt x="800" y="948"/>
                  </a:lnTo>
                  <a:lnTo>
                    <a:pt x="802" y="942"/>
                  </a:lnTo>
                  <a:lnTo>
                    <a:pt x="804" y="938"/>
                  </a:lnTo>
                  <a:lnTo>
                    <a:pt x="808" y="934"/>
                  </a:lnTo>
                  <a:lnTo>
                    <a:pt x="814" y="928"/>
                  </a:lnTo>
                  <a:lnTo>
                    <a:pt x="818" y="926"/>
                  </a:lnTo>
                  <a:lnTo>
                    <a:pt x="826" y="924"/>
                  </a:lnTo>
                  <a:lnTo>
                    <a:pt x="830" y="924"/>
                  </a:lnTo>
                  <a:lnTo>
                    <a:pt x="832" y="922"/>
                  </a:lnTo>
                  <a:lnTo>
                    <a:pt x="834" y="920"/>
                  </a:lnTo>
                  <a:lnTo>
                    <a:pt x="834" y="918"/>
                  </a:lnTo>
                  <a:lnTo>
                    <a:pt x="834" y="914"/>
                  </a:lnTo>
                  <a:lnTo>
                    <a:pt x="834" y="912"/>
                  </a:lnTo>
                  <a:lnTo>
                    <a:pt x="836" y="910"/>
                  </a:lnTo>
                  <a:lnTo>
                    <a:pt x="836" y="908"/>
                  </a:lnTo>
                  <a:lnTo>
                    <a:pt x="838" y="904"/>
                  </a:lnTo>
                  <a:lnTo>
                    <a:pt x="840" y="902"/>
                  </a:lnTo>
                  <a:lnTo>
                    <a:pt x="844" y="900"/>
                  </a:lnTo>
                  <a:lnTo>
                    <a:pt x="850" y="898"/>
                  </a:lnTo>
                  <a:lnTo>
                    <a:pt x="872" y="898"/>
                  </a:lnTo>
                  <a:lnTo>
                    <a:pt x="872" y="896"/>
                  </a:lnTo>
                  <a:lnTo>
                    <a:pt x="874" y="894"/>
                  </a:lnTo>
                  <a:lnTo>
                    <a:pt x="876" y="892"/>
                  </a:lnTo>
                  <a:lnTo>
                    <a:pt x="878" y="890"/>
                  </a:lnTo>
                  <a:lnTo>
                    <a:pt x="882" y="888"/>
                  </a:lnTo>
                  <a:lnTo>
                    <a:pt x="886" y="888"/>
                  </a:lnTo>
                  <a:lnTo>
                    <a:pt x="894" y="890"/>
                  </a:lnTo>
                  <a:lnTo>
                    <a:pt x="902" y="892"/>
                  </a:lnTo>
                  <a:lnTo>
                    <a:pt x="904" y="892"/>
                  </a:lnTo>
                  <a:lnTo>
                    <a:pt x="914" y="892"/>
                  </a:lnTo>
                  <a:lnTo>
                    <a:pt x="924" y="896"/>
                  </a:lnTo>
                  <a:lnTo>
                    <a:pt x="934" y="902"/>
                  </a:lnTo>
                  <a:lnTo>
                    <a:pt x="952" y="920"/>
                  </a:lnTo>
                  <a:lnTo>
                    <a:pt x="954" y="918"/>
                  </a:lnTo>
                  <a:lnTo>
                    <a:pt x="958" y="918"/>
                  </a:lnTo>
                  <a:lnTo>
                    <a:pt x="960" y="914"/>
                  </a:lnTo>
                  <a:lnTo>
                    <a:pt x="964" y="912"/>
                  </a:lnTo>
                  <a:lnTo>
                    <a:pt x="966" y="906"/>
                  </a:lnTo>
                  <a:lnTo>
                    <a:pt x="966" y="900"/>
                  </a:lnTo>
                  <a:lnTo>
                    <a:pt x="968" y="898"/>
                  </a:lnTo>
                  <a:lnTo>
                    <a:pt x="972" y="896"/>
                  </a:lnTo>
                  <a:lnTo>
                    <a:pt x="974" y="896"/>
                  </a:lnTo>
                  <a:lnTo>
                    <a:pt x="978" y="896"/>
                  </a:lnTo>
                  <a:lnTo>
                    <a:pt x="982" y="892"/>
                  </a:lnTo>
                  <a:lnTo>
                    <a:pt x="990" y="884"/>
                  </a:lnTo>
                  <a:lnTo>
                    <a:pt x="1000" y="878"/>
                  </a:lnTo>
                  <a:lnTo>
                    <a:pt x="1012" y="878"/>
                  </a:lnTo>
                  <a:lnTo>
                    <a:pt x="1024" y="882"/>
                  </a:lnTo>
                  <a:lnTo>
                    <a:pt x="1036" y="882"/>
                  </a:lnTo>
                  <a:lnTo>
                    <a:pt x="1046" y="880"/>
                  </a:lnTo>
                  <a:lnTo>
                    <a:pt x="1062" y="882"/>
                  </a:lnTo>
                  <a:lnTo>
                    <a:pt x="1080" y="890"/>
                  </a:lnTo>
                  <a:lnTo>
                    <a:pt x="1100" y="902"/>
                  </a:lnTo>
                  <a:lnTo>
                    <a:pt x="1102" y="902"/>
                  </a:lnTo>
                  <a:lnTo>
                    <a:pt x="1108" y="904"/>
                  </a:lnTo>
                  <a:lnTo>
                    <a:pt x="1120" y="904"/>
                  </a:lnTo>
                  <a:lnTo>
                    <a:pt x="1138" y="900"/>
                  </a:lnTo>
                  <a:lnTo>
                    <a:pt x="1150" y="896"/>
                  </a:lnTo>
                  <a:lnTo>
                    <a:pt x="1158" y="892"/>
                  </a:lnTo>
                  <a:lnTo>
                    <a:pt x="1164" y="888"/>
                  </a:lnTo>
                  <a:lnTo>
                    <a:pt x="1166" y="884"/>
                  </a:lnTo>
                  <a:lnTo>
                    <a:pt x="1168" y="882"/>
                  </a:lnTo>
                  <a:lnTo>
                    <a:pt x="1168" y="880"/>
                  </a:lnTo>
                  <a:lnTo>
                    <a:pt x="1176" y="880"/>
                  </a:lnTo>
                  <a:lnTo>
                    <a:pt x="1188" y="884"/>
                  </a:lnTo>
                  <a:lnTo>
                    <a:pt x="1202" y="892"/>
                  </a:lnTo>
                  <a:lnTo>
                    <a:pt x="1224" y="900"/>
                  </a:lnTo>
                  <a:lnTo>
                    <a:pt x="1244" y="884"/>
                  </a:lnTo>
                  <a:lnTo>
                    <a:pt x="1244" y="880"/>
                  </a:lnTo>
                  <a:lnTo>
                    <a:pt x="1244" y="870"/>
                  </a:lnTo>
                  <a:lnTo>
                    <a:pt x="1244" y="858"/>
                  </a:lnTo>
                  <a:lnTo>
                    <a:pt x="1250" y="844"/>
                  </a:lnTo>
                  <a:lnTo>
                    <a:pt x="1256" y="832"/>
                  </a:lnTo>
                  <a:lnTo>
                    <a:pt x="1270" y="826"/>
                  </a:lnTo>
                  <a:lnTo>
                    <a:pt x="1288" y="824"/>
                  </a:lnTo>
                  <a:lnTo>
                    <a:pt x="1304" y="826"/>
                  </a:lnTo>
                  <a:lnTo>
                    <a:pt x="1312" y="832"/>
                  </a:lnTo>
                  <a:lnTo>
                    <a:pt x="1320" y="844"/>
                  </a:lnTo>
                  <a:lnTo>
                    <a:pt x="1322" y="848"/>
                  </a:lnTo>
                  <a:lnTo>
                    <a:pt x="1324" y="852"/>
                  </a:lnTo>
                  <a:lnTo>
                    <a:pt x="1326" y="858"/>
                  </a:lnTo>
                  <a:lnTo>
                    <a:pt x="1328" y="866"/>
                  </a:lnTo>
                  <a:lnTo>
                    <a:pt x="1330" y="874"/>
                  </a:lnTo>
                  <a:lnTo>
                    <a:pt x="1332" y="876"/>
                  </a:lnTo>
                  <a:lnTo>
                    <a:pt x="1340" y="884"/>
                  </a:lnTo>
                  <a:lnTo>
                    <a:pt x="1348" y="894"/>
                  </a:lnTo>
                  <a:lnTo>
                    <a:pt x="1354" y="904"/>
                  </a:lnTo>
                  <a:lnTo>
                    <a:pt x="1358" y="916"/>
                  </a:lnTo>
                  <a:lnTo>
                    <a:pt x="1360" y="914"/>
                  </a:lnTo>
                  <a:lnTo>
                    <a:pt x="1364" y="914"/>
                  </a:lnTo>
                  <a:lnTo>
                    <a:pt x="1368" y="914"/>
                  </a:lnTo>
                  <a:lnTo>
                    <a:pt x="1372" y="914"/>
                  </a:lnTo>
                  <a:lnTo>
                    <a:pt x="1376" y="914"/>
                  </a:lnTo>
                  <a:lnTo>
                    <a:pt x="1380" y="918"/>
                  </a:lnTo>
                  <a:lnTo>
                    <a:pt x="1384" y="922"/>
                  </a:lnTo>
                  <a:lnTo>
                    <a:pt x="1388" y="928"/>
                  </a:lnTo>
                  <a:lnTo>
                    <a:pt x="1388" y="930"/>
                  </a:lnTo>
                  <a:lnTo>
                    <a:pt x="1388" y="932"/>
                  </a:lnTo>
                  <a:lnTo>
                    <a:pt x="1390" y="934"/>
                  </a:lnTo>
                  <a:lnTo>
                    <a:pt x="1392" y="936"/>
                  </a:lnTo>
                  <a:lnTo>
                    <a:pt x="1394" y="938"/>
                  </a:lnTo>
                  <a:lnTo>
                    <a:pt x="1398" y="938"/>
                  </a:lnTo>
                  <a:lnTo>
                    <a:pt x="1402" y="938"/>
                  </a:lnTo>
                  <a:lnTo>
                    <a:pt x="1408" y="936"/>
                  </a:lnTo>
                  <a:lnTo>
                    <a:pt x="1414" y="932"/>
                  </a:lnTo>
                  <a:lnTo>
                    <a:pt x="1414" y="930"/>
                  </a:lnTo>
                  <a:lnTo>
                    <a:pt x="1416" y="928"/>
                  </a:lnTo>
                  <a:lnTo>
                    <a:pt x="1418" y="924"/>
                  </a:lnTo>
                  <a:lnTo>
                    <a:pt x="1422" y="918"/>
                  </a:lnTo>
                  <a:lnTo>
                    <a:pt x="1428" y="914"/>
                  </a:lnTo>
                  <a:lnTo>
                    <a:pt x="1432" y="908"/>
                  </a:lnTo>
                  <a:lnTo>
                    <a:pt x="1438" y="904"/>
                  </a:lnTo>
                  <a:lnTo>
                    <a:pt x="1444" y="902"/>
                  </a:lnTo>
                  <a:lnTo>
                    <a:pt x="1444" y="904"/>
                  </a:lnTo>
                  <a:lnTo>
                    <a:pt x="1444" y="906"/>
                  </a:lnTo>
                  <a:lnTo>
                    <a:pt x="1444" y="908"/>
                  </a:lnTo>
                  <a:lnTo>
                    <a:pt x="1444" y="914"/>
                  </a:lnTo>
                  <a:lnTo>
                    <a:pt x="1442" y="920"/>
                  </a:lnTo>
                  <a:lnTo>
                    <a:pt x="1440" y="928"/>
                  </a:lnTo>
                  <a:lnTo>
                    <a:pt x="1438" y="932"/>
                  </a:lnTo>
                  <a:lnTo>
                    <a:pt x="1432" y="944"/>
                  </a:lnTo>
                  <a:lnTo>
                    <a:pt x="1426" y="956"/>
                  </a:lnTo>
                  <a:lnTo>
                    <a:pt x="1418" y="968"/>
                  </a:lnTo>
                  <a:lnTo>
                    <a:pt x="1400" y="988"/>
                  </a:lnTo>
                  <a:lnTo>
                    <a:pt x="1396" y="99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35" name="Freeform 197"/>
            <p:cNvSpPr>
              <a:spLocks/>
            </p:cNvSpPr>
            <p:nvPr/>
          </p:nvSpPr>
          <p:spPr bwMode="gray">
            <a:xfrm>
              <a:off x="2107" y="2818"/>
              <a:ext cx="86" cy="116"/>
            </a:xfrm>
            <a:custGeom>
              <a:avLst/>
              <a:gdLst>
                <a:gd name="T0" fmla="*/ 2 w 86"/>
                <a:gd name="T1" fmla="*/ 26 h 116"/>
                <a:gd name="T2" fmla="*/ 8 w 86"/>
                <a:gd name="T3" fmla="*/ 28 h 116"/>
                <a:gd name="T4" fmla="*/ 10 w 86"/>
                <a:gd name="T5" fmla="*/ 32 h 116"/>
                <a:gd name="T6" fmla="*/ 10 w 86"/>
                <a:gd name="T7" fmla="*/ 36 h 116"/>
                <a:gd name="T8" fmla="*/ 22 w 86"/>
                <a:gd name="T9" fmla="*/ 40 h 116"/>
                <a:gd name="T10" fmla="*/ 22 w 86"/>
                <a:gd name="T11" fmla="*/ 48 h 116"/>
                <a:gd name="T12" fmla="*/ 20 w 86"/>
                <a:gd name="T13" fmla="*/ 58 h 116"/>
                <a:gd name="T14" fmla="*/ 18 w 86"/>
                <a:gd name="T15" fmla="*/ 60 h 116"/>
                <a:gd name="T16" fmla="*/ 20 w 86"/>
                <a:gd name="T17" fmla="*/ 62 h 116"/>
                <a:gd name="T18" fmla="*/ 26 w 86"/>
                <a:gd name="T19" fmla="*/ 60 h 116"/>
                <a:gd name="T20" fmla="*/ 32 w 86"/>
                <a:gd name="T21" fmla="*/ 56 h 116"/>
                <a:gd name="T22" fmla="*/ 38 w 86"/>
                <a:gd name="T23" fmla="*/ 56 h 116"/>
                <a:gd name="T24" fmla="*/ 42 w 86"/>
                <a:gd name="T25" fmla="*/ 58 h 116"/>
                <a:gd name="T26" fmla="*/ 50 w 86"/>
                <a:gd name="T27" fmla="*/ 66 h 116"/>
                <a:gd name="T28" fmla="*/ 58 w 86"/>
                <a:gd name="T29" fmla="*/ 78 h 116"/>
                <a:gd name="T30" fmla="*/ 60 w 86"/>
                <a:gd name="T31" fmla="*/ 86 h 116"/>
                <a:gd name="T32" fmla="*/ 62 w 86"/>
                <a:gd name="T33" fmla="*/ 94 h 116"/>
                <a:gd name="T34" fmla="*/ 62 w 86"/>
                <a:gd name="T35" fmla="*/ 104 h 116"/>
                <a:gd name="T36" fmla="*/ 60 w 86"/>
                <a:gd name="T37" fmla="*/ 110 h 116"/>
                <a:gd name="T38" fmla="*/ 70 w 86"/>
                <a:gd name="T39" fmla="*/ 114 h 116"/>
                <a:gd name="T40" fmla="*/ 78 w 86"/>
                <a:gd name="T41" fmla="*/ 114 h 116"/>
                <a:gd name="T42" fmla="*/ 86 w 86"/>
                <a:gd name="T43" fmla="*/ 114 h 116"/>
                <a:gd name="T44" fmla="*/ 86 w 86"/>
                <a:gd name="T45" fmla="*/ 100 h 116"/>
                <a:gd name="T46" fmla="*/ 80 w 86"/>
                <a:gd name="T47" fmla="*/ 78 h 116"/>
                <a:gd name="T48" fmla="*/ 72 w 86"/>
                <a:gd name="T49" fmla="*/ 70 h 116"/>
                <a:gd name="T50" fmla="*/ 64 w 86"/>
                <a:gd name="T51" fmla="*/ 62 h 116"/>
                <a:gd name="T52" fmla="*/ 60 w 86"/>
                <a:gd name="T53" fmla="*/ 58 h 116"/>
                <a:gd name="T54" fmla="*/ 58 w 86"/>
                <a:gd name="T55" fmla="*/ 56 h 116"/>
                <a:gd name="T56" fmla="*/ 52 w 86"/>
                <a:gd name="T57" fmla="*/ 50 h 116"/>
                <a:gd name="T58" fmla="*/ 46 w 86"/>
                <a:gd name="T59" fmla="*/ 44 h 116"/>
                <a:gd name="T60" fmla="*/ 50 w 86"/>
                <a:gd name="T61" fmla="*/ 38 h 116"/>
                <a:gd name="T62" fmla="*/ 52 w 86"/>
                <a:gd name="T63" fmla="*/ 36 h 116"/>
                <a:gd name="T64" fmla="*/ 54 w 86"/>
                <a:gd name="T65" fmla="*/ 30 h 116"/>
                <a:gd name="T66" fmla="*/ 52 w 86"/>
                <a:gd name="T67" fmla="*/ 24 h 116"/>
                <a:gd name="T68" fmla="*/ 40 w 86"/>
                <a:gd name="T69" fmla="*/ 16 h 116"/>
                <a:gd name="T70" fmla="*/ 36 w 86"/>
                <a:gd name="T71" fmla="*/ 4 h 116"/>
                <a:gd name="T72" fmla="*/ 34 w 86"/>
                <a:gd name="T73" fmla="*/ 0 h 116"/>
                <a:gd name="T74" fmla="*/ 28 w 86"/>
                <a:gd name="T75" fmla="*/ 0 h 116"/>
                <a:gd name="T76" fmla="*/ 24 w 86"/>
                <a:gd name="T77" fmla="*/ 4 h 116"/>
                <a:gd name="T78" fmla="*/ 24 w 86"/>
                <a:gd name="T79" fmla="*/ 10 h 116"/>
                <a:gd name="T80" fmla="*/ 24 w 86"/>
                <a:gd name="T81" fmla="*/ 18 h 116"/>
                <a:gd name="T82" fmla="*/ 22 w 86"/>
                <a:gd name="T83" fmla="*/ 20 h 116"/>
                <a:gd name="T84" fmla="*/ 18 w 86"/>
                <a:gd name="T85" fmla="*/ 20 h 116"/>
                <a:gd name="T86" fmla="*/ 12 w 86"/>
                <a:gd name="T87" fmla="*/ 22 h 116"/>
                <a:gd name="T88" fmla="*/ 0 w 86"/>
                <a:gd name="T89" fmla="*/ 26 h 11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86"/>
                <a:gd name="T136" fmla="*/ 0 h 116"/>
                <a:gd name="T137" fmla="*/ 86 w 86"/>
                <a:gd name="T138" fmla="*/ 116 h 11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86" h="116">
                  <a:moveTo>
                    <a:pt x="0" y="26"/>
                  </a:moveTo>
                  <a:lnTo>
                    <a:pt x="2" y="26"/>
                  </a:lnTo>
                  <a:lnTo>
                    <a:pt x="4" y="26"/>
                  </a:lnTo>
                  <a:lnTo>
                    <a:pt x="8" y="28"/>
                  </a:lnTo>
                  <a:lnTo>
                    <a:pt x="8" y="30"/>
                  </a:lnTo>
                  <a:lnTo>
                    <a:pt x="10" y="32"/>
                  </a:lnTo>
                  <a:lnTo>
                    <a:pt x="10" y="36"/>
                  </a:lnTo>
                  <a:lnTo>
                    <a:pt x="20" y="36"/>
                  </a:lnTo>
                  <a:lnTo>
                    <a:pt x="22" y="40"/>
                  </a:lnTo>
                  <a:lnTo>
                    <a:pt x="22" y="44"/>
                  </a:lnTo>
                  <a:lnTo>
                    <a:pt x="22" y="48"/>
                  </a:lnTo>
                  <a:lnTo>
                    <a:pt x="20" y="54"/>
                  </a:lnTo>
                  <a:lnTo>
                    <a:pt x="20" y="58"/>
                  </a:lnTo>
                  <a:lnTo>
                    <a:pt x="18" y="60"/>
                  </a:lnTo>
                  <a:lnTo>
                    <a:pt x="18" y="62"/>
                  </a:lnTo>
                  <a:lnTo>
                    <a:pt x="20" y="62"/>
                  </a:lnTo>
                  <a:lnTo>
                    <a:pt x="24" y="62"/>
                  </a:lnTo>
                  <a:lnTo>
                    <a:pt x="26" y="60"/>
                  </a:lnTo>
                  <a:lnTo>
                    <a:pt x="30" y="58"/>
                  </a:lnTo>
                  <a:lnTo>
                    <a:pt x="32" y="56"/>
                  </a:lnTo>
                  <a:lnTo>
                    <a:pt x="34" y="56"/>
                  </a:lnTo>
                  <a:lnTo>
                    <a:pt x="38" y="56"/>
                  </a:lnTo>
                  <a:lnTo>
                    <a:pt x="40" y="58"/>
                  </a:lnTo>
                  <a:lnTo>
                    <a:pt x="42" y="58"/>
                  </a:lnTo>
                  <a:lnTo>
                    <a:pt x="44" y="60"/>
                  </a:lnTo>
                  <a:lnTo>
                    <a:pt x="50" y="66"/>
                  </a:lnTo>
                  <a:lnTo>
                    <a:pt x="54" y="72"/>
                  </a:lnTo>
                  <a:lnTo>
                    <a:pt x="58" y="78"/>
                  </a:lnTo>
                  <a:lnTo>
                    <a:pt x="60" y="84"/>
                  </a:lnTo>
                  <a:lnTo>
                    <a:pt x="60" y="86"/>
                  </a:lnTo>
                  <a:lnTo>
                    <a:pt x="60" y="88"/>
                  </a:lnTo>
                  <a:lnTo>
                    <a:pt x="62" y="94"/>
                  </a:lnTo>
                  <a:lnTo>
                    <a:pt x="62" y="100"/>
                  </a:lnTo>
                  <a:lnTo>
                    <a:pt x="62" y="104"/>
                  </a:lnTo>
                  <a:lnTo>
                    <a:pt x="62" y="108"/>
                  </a:lnTo>
                  <a:lnTo>
                    <a:pt x="60" y="110"/>
                  </a:lnTo>
                  <a:lnTo>
                    <a:pt x="68" y="116"/>
                  </a:lnTo>
                  <a:lnTo>
                    <a:pt x="70" y="114"/>
                  </a:lnTo>
                  <a:lnTo>
                    <a:pt x="72" y="114"/>
                  </a:lnTo>
                  <a:lnTo>
                    <a:pt x="78" y="114"/>
                  </a:lnTo>
                  <a:lnTo>
                    <a:pt x="82" y="114"/>
                  </a:lnTo>
                  <a:lnTo>
                    <a:pt x="86" y="114"/>
                  </a:lnTo>
                  <a:lnTo>
                    <a:pt x="86" y="110"/>
                  </a:lnTo>
                  <a:lnTo>
                    <a:pt x="86" y="100"/>
                  </a:lnTo>
                  <a:lnTo>
                    <a:pt x="84" y="88"/>
                  </a:lnTo>
                  <a:lnTo>
                    <a:pt x="80" y="78"/>
                  </a:lnTo>
                  <a:lnTo>
                    <a:pt x="76" y="74"/>
                  </a:lnTo>
                  <a:lnTo>
                    <a:pt x="72" y="70"/>
                  </a:lnTo>
                  <a:lnTo>
                    <a:pt x="68" y="66"/>
                  </a:lnTo>
                  <a:lnTo>
                    <a:pt x="64" y="62"/>
                  </a:lnTo>
                  <a:lnTo>
                    <a:pt x="62" y="60"/>
                  </a:lnTo>
                  <a:lnTo>
                    <a:pt x="60" y="58"/>
                  </a:lnTo>
                  <a:lnTo>
                    <a:pt x="58" y="56"/>
                  </a:lnTo>
                  <a:lnTo>
                    <a:pt x="54" y="54"/>
                  </a:lnTo>
                  <a:lnTo>
                    <a:pt x="52" y="50"/>
                  </a:lnTo>
                  <a:lnTo>
                    <a:pt x="48" y="48"/>
                  </a:lnTo>
                  <a:lnTo>
                    <a:pt x="46" y="44"/>
                  </a:lnTo>
                  <a:lnTo>
                    <a:pt x="48" y="40"/>
                  </a:lnTo>
                  <a:lnTo>
                    <a:pt x="50" y="38"/>
                  </a:lnTo>
                  <a:lnTo>
                    <a:pt x="52" y="36"/>
                  </a:lnTo>
                  <a:lnTo>
                    <a:pt x="52" y="34"/>
                  </a:lnTo>
                  <a:lnTo>
                    <a:pt x="54" y="30"/>
                  </a:lnTo>
                  <a:lnTo>
                    <a:pt x="54" y="26"/>
                  </a:lnTo>
                  <a:lnTo>
                    <a:pt x="52" y="24"/>
                  </a:lnTo>
                  <a:lnTo>
                    <a:pt x="50" y="20"/>
                  </a:lnTo>
                  <a:lnTo>
                    <a:pt x="40" y="16"/>
                  </a:lnTo>
                  <a:lnTo>
                    <a:pt x="38" y="4"/>
                  </a:lnTo>
                  <a:lnTo>
                    <a:pt x="36" y="4"/>
                  </a:lnTo>
                  <a:lnTo>
                    <a:pt x="36" y="2"/>
                  </a:lnTo>
                  <a:lnTo>
                    <a:pt x="34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4" y="6"/>
                  </a:lnTo>
                  <a:lnTo>
                    <a:pt x="24" y="10"/>
                  </a:lnTo>
                  <a:lnTo>
                    <a:pt x="24" y="14"/>
                  </a:lnTo>
                  <a:lnTo>
                    <a:pt x="24" y="18"/>
                  </a:lnTo>
                  <a:lnTo>
                    <a:pt x="24" y="20"/>
                  </a:lnTo>
                  <a:lnTo>
                    <a:pt x="22" y="20"/>
                  </a:lnTo>
                  <a:lnTo>
                    <a:pt x="20" y="20"/>
                  </a:lnTo>
                  <a:lnTo>
                    <a:pt x="18" y="20"/>
                  </a:lnTo>
                  <a:lnTo>
                    <a:pt x="14" y="22"/>
                  </a:lnTo>
                  <a:lnTo>
                    <a:pt x="12" y="22"/>
                  </a:lnTo>
                  <a:lnTo>
                    <a:pt x="0" y="2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36" name="Freeform 198"/>
            <p:cNvSpPr>
              <a:spLocks/>
            </p:cNvSpPr>
            <p:nvPr/>
          </p:nvSpPr>
          <p:spPr bwMode="gray">
            <a:xfrm>
              <a:off x="1621" y="2626"/>
              <a:ext cx="200" cy="174"/>
            </a:xfrm>
            <a:custGeom>
              <a:avLst/>
              <a:gdLst>
                <a:gd name="T0" fmla="*/ 150 w 200"/>
                <a:gd name="T1" fmla="*/ 2 h 174"/>
                <a:gd name="T2" fmla="*/ 142 w 200"/>
                <a:gd name="T3" fmla="*/ 10 h 174"/>
                <a:gd name="T4" fmla="*/ 122 w 200"/>
                <a:gd name="T5" fmla="*/ 28 h 174"/>
                <a:gd name="T6" fmla="*/ 118 w 200"/>
                <a:gd name="T7" fmla="*/ 30 h 174"/>
                <a:gd name="T8" fmla="*/ 110 w 200"/>
                <a:gd name="T9" fmla="*/ 36 h 174"/>
                <a:gd name="T10" fmla="*/ 92 w 200"/>
                <a:gd name="T11" fmla="*/ 66 h 174"/>
                <a:gd name="T12" fmla="*/ 82 w 200"/>
                <a:gd name="T13" fmla="*/ 66 h 174"/>
                <a:gd name="T14" fmla="*/ 66 w 200"/>
                <a:gd name="T15" fmla="*/ 70 h 174"/>
                <a:gd name="T16" fmla="*/ 56 w 200"/>
                <a:gd name="T17" fmla="*/ 82 h 174"/>
                <a:gd name="T18" fmla="*/ 46 w 200"/>
                <a:gd name="T19" fmla="*/ 90 h 174"/>
                <a:gd name="T20" fmla="*/ 40 w 200"/>
                <a:gd name="T21" fmla="*/ 94 h 174"/>
                <a:gd name="T22" fmla="*/ 8 w 200"/>
                <a:gd name="T23" fmla="*/ 98 h 174"/>
                <a:gd name="T24" fmla="*/ 14 w 200"/>
                <a:gd name="T25" fmla="*/ 120 h 174"/>
                <a:gd name="T26" fmla="*/ 12 w 200"/>
                <a:gd name="T27" fmla="*/ 132 h 174"/>
                <a:gd name="T28" fmla="*/ 4 w 200"/>
                <a:gd name="T29" fmla="*/ 144 h 174"/>
                <a:gd name="T30" fmla="*/ 4 w 200"/>
                <a:gd name="T31" fmla="*/ 154 h 174"/>
                <a:gd name="T32" fmla="*/ 8 w 200"/>
                <a:gd name="T33" fmla="*/ 162 h 174"/>
                <a:gd name="T34" fmla="*/ 18 w 200"/>
                <a:gd name="T35" fmla="*/ 158 h 174"/>
                <a:gd name="T36" fmla="*/ 30 w 200"/>
                <a:gd name="T37" fmla="*/ 156 h 174"/>
                <a:gd name="T38" fmla="*/ 44 w 200"/>
                <a:gd name="T39" fmla="*/ 158 h 174"/>
                <a:gd name="T40" fmla="*/ 48 w 200"/>
                <a:gd name="T41" fmla="*/ 158 h 174"/>
                <a:gd name="T42" fmla="*/ 60 w 200"/>
                <a:gd name="T43" fmla="*/ 160 h 174"/>
                <a:gd name="T44" fmla="*/ 76 w 200"/>
                <a:gd name="T45" fmla="*/ 174 h 174"/>
                <a:gd name="T46" fmla="*/ 94 w 200"/>
                <a:gd name="T47" fmla="*/ 156 h 174"/>
                <a:gd name="T48" fmla="*/ 114 w 200"/>
                <a:gd name="T49" fmla="*/ 154 h 174"/>
                <a:gd name="T50" fmla="*/ 114 w 200"/>
                <a:gd name="T51" fmla="*/ 130 h 174"/>
                <a:gd name="T52" fmla="*/ 116 w 200"/>
                <a:gd name="T53" fmla="*/ 112 h 174"/>
                <a:gd name="T54" fmla="*/ 152 w 200"/>
                <a:gd name="T55" fmla="*/ 82 h 174"/>
                <a:gd name="T56" fmla="*/ 156 w 200"/>
                <a:gd name="T57" fmla="*/ 76 h 174"/>
                <a:gd name="T58" fmla="*/ 164 w 200"/>
                <a:gd name="T59" fmla="*/ 66 h 174"/>
                <a:gd name="T60" fmla="*/ 172 w 200"/>
                <a:gd name="T61" fmla="*/ 60 h 174"/>
                <a:gd name="T62" fmla="*/ 172 w 200"/>
                <a:gd name="T63" fmla="*/ 52 h 174"/>
                <a:gd name="T64" fmla="*/ 178 w 200"/>
                <a:gd name="T65" fmla="*/ 46 h 174"/>
                <a:gd name="T66" fmla="*/ 188 w 200"/>
                <a:gd name="T67" fmla="*/ 44 h 174"/>
                <a:gd name="T68" fmla="*/ 200 w 200"/>
                <a:gd name="T69" fmla="*/ 46 h 174"/>
                <a:gd name="T70" fmla="*/ 198 w 200"/>
                <a:gd name="T71" fmla="*/ 42 h 174"/>
                <a:gd name="T72" fmla="*/ 192 w 200"/>
                <a:gd name="T73" fmla="*/ 38 h 174"/>
                <a:gd name="T74" fmla="*/ 184 w 200"/>
                <a:gd name="T75" fmla="*/ 36 h 174"/>
                <a:gd name="T76" fmla="*/ 180 w 200"/>
                <a:gd name="T77" fmla="*/ 32 h 174"/>
                <a:gd name="T78" fmla="*/ 172 w 200"/>
                <a:gd name="T79" fmla="*/ 26 h 174"/>
                <a:gd name="T80" fmla="*/ 160 w 200"/>
                <a:gd name="T81" fmla="*/ 28 h 174"/>
                <a:gd name="T82" fmla="*/ 156 w 200"/>
                <a:gd name="T83" fmla="*/ 18 h 174"/>
                <a:gd name="T84" fmla="*/ 154 w 200"/>
                <a:gd name="T85" fmla="*/ 0 h 17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00"/>
                <a:gd name="T130" fmla="*/ 0 h 174"/>
                <a:gd name="T131" fmla="*/ 200 w 200"/>
                <a:gd name="T132" fmla="*/ 174 h 17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00" h="174">
                  <a:moveTo>
                    <a:pt x="154" y="0"/>
                  </a:moveTo>
                  <a:lnTo>
                    <a:pt x="154" y="2"/>
                  </a:lnTo>
                  <a:lnTo>
                    <a:pt x="150" y="2"/>
                  </a:lnTo>
                  <a:lnTo>
                    <a:pt x="148" y="4"/>
                  </a:lnTo>
                  <a:lnTo>
                    <a:pt x="144" y="8"/>
                  </a:lnTo>
                  <a:lnTo>
                    <a:pt x="142" y="10"/>
                  </a:lnTo>
                  <a:lnTo>
                    <a:pt x="142" y="14"/>
                  </a:lnTo>
                  <a:lnTo>
                    <a:pt x="126" y="18"/>
                  </a:lnTo>
                  <a:lnTo>
                    <a:pt x="122" y="28"/>
                  </a:lnTo>
                  <a:lnTo>
                    <a:pt x="120" y="28"/>
                  </a:lnTo>
                  <a:lnTo>
                    <a:pt x="118" y="30"/>
                  </a:lnTo>
                  <a:lnTo>
                    <a:pt x="116" y="30"/>
                  </a:lnTo>
                  <a:lnTo>
                    <a:pt x="112" y="32"/>
                  </a:lnTo>
                  <a:lnTo>
                    <a:pt x="110" y="36"/>
                  </a:lnTo>
                  <a:lnTo>
                    <a:pt x="110" y="40"/>
                  </a:lnTo>
                  <a:lnTo>
                    <a:pt x="110" y="46"/>
                  </a:lnTo>
                  <a:lnTo>
                    <a:pt x="92" y="66"/>
                  </a:lnTo>
                  <a:lnTo>
                    <a:pt x="90" y="66"/>
                  </a:lnTo>
                  <a:lnTo>
                    <a:pt x="86" y="66"/>
                  </a:lnTo>
                  <a:lnTo>
                    <a:pt x="82" y="66"/>
                  </a:lnTo>
                  <a:lnTo>
                    <a:pt x="76" y="66"/>
                  </a:lnTo>
                  <a:lnTo>
                    <a:pt x="72" y="68"/>
                  </a:lnTo>
                  <a:lnTo>
                    <a:pt x="66" y="70"/>
                  </a:lnTo>
                  <a:lnTo>
                    <a:pt x="62" y="74"/>
                  </a:lnTo>
                  <a:lnTo>
                    <a:pt x="60" y="78"/>
                  </a:lnTo>
                  <a:lnTo>
                    <a:pt x="56" y="82"/>
                  </a:lnTo>
                  <a:lnTo>
                    <a:pt x="52" y="86"/>
                  </a:lnTo>
                  <a:lnTo>
                    <a:pt x="48" y="88"/>
                  </a:lnTo>
                  <a:lnTo>
                    <a:pt x="46" y="90"/>
                  </a:lnTo>
                  <a:lnTo>
                    <a:pt x="44" y="92"/>
                  </a:lnTo>
                  <a:lnTo>
                    <a:pt x="42" y="92"/>
                  </a:lnTo>
                  <a:lnTo>
                    <a:pt x="40" y="94"/>
                  </a:lnTo>
                  <a:lnTo>
                    <a:pt x="32" y="96"/>
                  </a:lnTo>
                  <a:lnTo>
                    <a:pt x="20" y="98"/>
                  </a:lnTo>
                  <a:lnTo>
                    <a:pt x="8" y="98"/>
                  </a:lnTo>
                  <a:lnTo>
                    <a:pt x="0" y="96"/>
                  </a:lnTo>
                  <a:lnTo>
                    <a:pt x="12" y="116"/>
                  </a:lnTo>
                  <a:lnTo>
                    <a:pt x="14" y="120"/>
                  </a:lnTo>
                  <a:lnTo>
                    <a:pt x="14" y="130"/>
                  </a:lnTo>
                  <a:lnTo>
                    <a:pt x="12" y="132"/>
                  </a:lnTo>
                  <a:lnTo>
                    <a:pt x="8" y="134"/>
                  </a:lnTo>
                  <a:lnTo>
                    <a:pt x="6" y="138"/>
                  </a:lnTo>
                  <a:lnTo>
                    <a:pt x="4" y="144"/>
                  </a:lnTo>
                  <a:lnTo>
                    <a:pt x="4" y="146"/>
                  </a:lnTo>
                  <a:lnTo>
                    <a:pt x="4" y="150"/>
                  </a:lnTo>
                  <a:lnTo>
                    <a:pt x="4" y="154"/>
                  </a:lnTo>
                  <a:lnTo>
                    <a:pt x="6" y="158"/>
                  </a:lnTo>
                  <a:lnTo>
                    <a:pt x="8" y="162"/>
                  </a:lnTo>
                  <a:lnTo>
                    <a:pt x="10" y="160"/>
                  </a:lnTo>
                  <a:lnTo>
                    <a:pt x="14" y="160"/>
                  </a:lnTo>
                  <a:lnTo>
                    <a:pt x="18" y="158"/>
                  </a:lnTo>
                  <a:lnTo>
                    <a:pt x="22" y="158"/>
                  </a:lnTo>
                  <a:lnTo>
                    <a:pt x="24" y="156"/>
                  </a:lnTo>
                  <a:lnTo>
                    <a:pt x="30" y="156"/>
                  </a:lnTo>
                  <a:lnTo>
                    <a:pt x="34" y="158"/>
                  </a:lnTo>
                  <a:lnTo>
                    <a:pt x="40" y="158"/>
                  </a:lnTo>
                  <a:lnTo>
                    <a:pt x="44" y="158"/>
                  </a:lnTo>
                  <a:lnTo>
                    <a:pt x="46" y="158"/>
                  </a:lnTo>
                  <a:lnTo>
                    <a:pt x="48" y="158"/>
                  </a:lnTo>
                  <a:lnTo>
                    <a:pt x="52" y="158"/>
                  </a:lnTo>
                  <a:lnTo>
                    <a:pt x="56" y="160"/>
                  </a:lnTo>
                  <a:lnTo>
                    <a:pt x="60" y="160"/>
                  </a:lnTo>
                  <a:lnTo>
                    <a:pt x="64" y="162"/>
                  </a:lnTo>
                  <a:lnTo>
                    <a:pt x="66" y="166"/>
                  </a:lnTo>
                  <a:lnTo>
                    <a:pt x="76" y="174"/>
                  </a:lnTo>
                  <a:lnTo>
                    <a:pt x="92" y="156"/>
                  </a:lnTo>
                  <a:lnTo>
                    <a:pt x="94" y="156"/>
                  </a:lnTo>
                  <a:lnTo>
                    <a:pt x="96" y="154"/>
                  </a:lnTo>
                  <a:lnTo>
                    <a:pt x="100" y="154"/>
                  </a:lnTo>
                  <a:lnTo>
                    <a:pt x="114" y="154"/>
                  </a:lnTo>
                  <a:lnTo>
                    <a:pt x="120" y="154"/>
                  </a:lnTo>
                  <a:lnTo>
                    <a:pt x="122" y="134"/>
                  </a:lnTo>
                  <a:lnTo>
                    <a:pt x="114" y="130"/>
                  </a:lnTo>
                  <a:lnTo>
                    <a:pt x="114" y="128"/>
                  </a:lnTo>
                  <a:lnTo>
                    <a:pt x="114" y="122"/>
                  </a:lnTo>
                  <a:lnTo>
                    <a:pt x="116" y="112"/>
                  </a:lnTo>
                  <a:lnTo>
                    <a:pt x="120" y="102"/>
                  </a:lnTo>
                  <a:lnTo>
                    <a:pt x="132" y="92"/>
                  </a:lnTo>
                  <a:lnTo>
                    <a:pt x="152" y="82"/>
                  </a:lnTo>
                  <a:lnTo>
                    <a:pt x="154" y="80"/>
                  </a:lnTo>
                  <a:lnTo>
                    <a:pt x="156" y="76"/>
                  </a:lnTo>
                  <a:lnTo>
                    <a:pt x="160" y="72"/>
                  </a:lnTo>
                  <a:lnTo>
                    <a:pt x="162" y="70"/>
                  </a:lnTo>
                  <a:lnTo>
                    <a:pt x="164" y="66"/>
                  </a:lnTo>
                  <a:lnTo>
                    <a:pt x="164" y="62"/>
                  </a:lnTo>
                  <a:lnTo>
                    <a:pt x="172" y="62"/>
                  </a:lnTo>
                  <a:lnTo>
                    <a:pt x="172" y="60"/>
                  </a:lnTo>
                  <a:lnTo>
                    <a:pt x="170" y="58"/>
                  </a:lnTo>
                  <a:lnTo>
                    <a:pt x="170" y="56"/>
                  </a:lnTo>
                  <a:lnTo>
                    <a:pt x="172" y="52"/>
                  </a:lnTo>
                  <a:lnTo>
                    <a:pt x="174" y="50"/>
                  </a:lnTo>
                  <a:lnTo>
                    <a:pt x="176" y="46"/>
                  </a:lnTo>
                  <a:lnTo>
                    <a:pt x="178" y="46"/>
                  </a:lnTo>
                  <a:lnTo>
                    <a:pt x="180" y="46"/>
                  </a:lnTo>
                  <a:lnTo>
                    <a:pt x="184" y="44"/>
                  </a:lnTo>
                  <a:lnTo>
                    <a:pt x="188" y="44"/>
                  </a:lnTo>
                  <a:lnTo>
                    <a:pt x="192" y="44"/>
                  </a:lnTo>
                  <a:lnTo>
                    <a:pt x="196" y="46"/>
                  </a:lnTo>
                  <a:lnTo>
                    <a:pt x="200" y="46"/>
                  </a:lnTo>
                  <a:lnTo>
                    <a:pt x="200" y="44"/>
                  </a:lnTo>
                  <a:lnTo>
                    <a:pt x="198" y="42"/>
                  </a:lnTo>
                  <a:lnTo>
                    <a:pt x="196" y="40"/>
                  </a:lnTo>
                  <a:lnTo>
                    <a:pt x="192" y="38"/>
                  </a:lnTo>
                  <a:lnTo>
                    <a:pt x="190" y="38"/>
                  </a:lnTo>
                  <a:lnTo>
                    <a:pt x="186" y="36"/>
                  </a:lnTo>
                  <a:lnTo>
                    <a:pt x="184" y="36"/>
                  </a:lnTo>
                  <a:lnTo>
                    <a:pt x="182" y="34"/>
                  </a:lnTo>
                  <a:lnTo>
                    <a:pt x="182" y="32"/>
                  </a:lnTo>
                  <a:lnTo>
                    <a:pt x="180" y="32"/>
                  </a:lnTo>
                  <a:lnTo>
                    <a:pt x="178" y="30"/>
                  </a:lnTo>
                  <a:lnTo>
                    <a:pt x="176" y="28"/>
                  </a:lnTo>
                  <a:lnTo>
                    <a:pt x="172" y="26"/>
                  </a:lnTo>
                  <a:lnTo>
                    <a:pt x="166" y="26"/>
                  </a:lnTo>
                  <a:lnTo>
                    <a:pt x="160" y="28"/>
                  </a:lnTo>
                  <a:lnTo>
                    <a:pt x="158" y="26"/>
                  </a:lnTo>
                  <a:lnTo>
                    <a:pt x="156" y="22"/>
                  </a:lnTo>
                  <a:lnTo>
                    <a:pt x="156" y="18"/>
                  </a:lnTo>
                  <a:lnTo>
                    <a:pt x="156" y="14"/>
                  </a:lnTo>
                  <a:lnTo>
                    <a:pt x="172" y="0"/>
                  </a:lnTo>
                  <a:lnTo>
                    <a:pt x="154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37" name="Freeform 199"/>
            <p:cNvSpPr>
              <a:spLocks/>
            </p:cNvSpPr>
            <p:nvPr/>
          </p:nvSpPr>
          <p:spPr bwMode="gray">
            <a:xfrm>
              <a:off x="2099" y="3038"/>
              <a:ext cx="68" cy="66"/>
            </a:xfrm>
            <a:custGeom>
              <a:avLst/>
              <a:gdLst>
                <a:gd name="T0" fmla="*/ 0 w 68"/>
                <a:gd name="T1" fmla="*/ 0 h 66"/>
                <a:gd name="T2" fmla="*/ 16 w 68"/>
                <a:gd name="T3" fmla="*/ 26 h 66"/>
                <a:gd name="T4" fmla="*/ 18 w 68"/>
                <a:gd name="T5" fmla="*/ 28 h 66"/>
                <a:gd name="T6" fmla="*/ 28 w 68"/>
                <a:gd name="T7" fmla="*/ 36 h 66"/>
                <a:gd name="T8" fmla="*/ 38 w 68"/>
                <a:gd name="T9" fmla="*/ 44 h 66"/>
                <a:gd name="T10" fmla="*/ 50 w 68"/>
                <a:gd name="T11" fmla="*/ 54 h 66"/>
                <a:gd name="T12" fmla="*/ 60 w 68"/>
                <a:gd name="T13" fmla="*/ 62 h 66"/>
                <a:gd name="T14" fmla="*/ 66 w 68"/>
                <a:gd name="T15" fmla="*/ 66 h 66"/>
                <a:gd name="T16" fmla="*/ 68 w 68"/>
                <a:gd name="T17" fmla="*/ 66 h 66"/>
                <a:gd name="T18" fmla="*/ 68 w 68"/>
                <a:gd name="T19" fmla="*/ 62 h 66"/>
                <a:gd name="T20" fmla="*/ 68 w 68"/>
                <a:gd name="T21" fmla="*/ 60 h 66"/>
                <a:gd name="T22" fmla="*/ 68 w 68"/>
                <a:gd name="T23" fmla="*/ 58 h 66"/>
                <a:gd name="T24" fmla="*/ 66 w 68"/>
                <a:gd name="T25" fmla="*/ 56 h 66"/>
                <a:gd name="T26" fmla="*/ 66 w 68"/>
                <a:gd name="T27" fmla="*/ 54 h 66"/>
                <a:gd name="T28" fmla="*/ 58 w 68"/>
                <a:gd name="T29" fmla="*/ 42 h 66"/>
                <a:gd name="T30" fmla="*/ 58 w 68"/>
                <a:gd name="T31" fmla="*/ 40 h 66"/>
                <a:gd name="T32" fmla="*/ 58 w 68"/>
                <a:gd name="T33" fmla="*/ 36 h 66"/>
                <a:gd name="T34" fmla="*/ 56 w 68"/>
                <a:gd name="T35" fmla="*/ 32 h 66"/>
                <a:gd name="T36" fmla="*/ 56 w 68"/>
                <a:gd name="T37" fmla="*/ 26 h 66"/>
                <a:gd name="T38" fmla="*/ 54 w 68"/>
                <a:gd name="T39" fmla="*/ 24 h 66"/>
                <a:gd name="T40" fmla="*/ 46 w 68"/>
                <a:gd name="T41" fmla="*/ 12 h 66"/>
                <a:gd name="T42" fmla="*/ 38 w 68"/>
                <a:gd name="T43" fmla="*/ 14 h 66"/>
                <a:gd name="T44" fmla="*/ 30 w 68"/>
                <a:gd name="T45" fmla="*/ 4 h 66"/>
                <a:gd name="T46" fmla="*/ 12 w 68"/>
                <a:gd name="T47" fmla="*/ 6 h 66"/>
                <a:gd name="T48" fmla="*/ 0 w 68"/>
                <a:gd name="T49" fmla="*/ 0 h 6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8"/>
                <a:gd name="T76" fmla="*/ 0 h 66"/>
                <a:gd name="T77" fmla="*/ 68 w 68"/>
                <a:gd name="T78" fmla="*/ 66 h 6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8" h="66">
                  <a:moveTo>
                    <a:pt x="0" y="0"/>
                  </a:moveTo>
                  <a:lnTo>
                    <a:pt x="16" y="26"/>
                  </a:lnTo>
                  <a:lnTo>
                    <a:pt x="18" y="28"/>
                  </a:lnTo>
                  <a:lnTo>
                    <a:pt x="28" y="36"/>
                  </a:lnTo>
                  <a:lnTo>
                    <a:pt x="38" y="44"/>
                  </a:lnTo>
                  <a:lnTo>
                    <a:pt x="50" y="54"/>
                  </a:lnTo>
                  <a:lnTo>
                    <a:pt x="60" y="62"/>
                  </a:lnTo>
                  <a:lnTo>
                    <a:pt x="66" y="66"/>
                  </a:lnTo>
                  <a:lnTo>
                    <a:pt x="68" y="66"/>
                  </a:lnTo>
                  <a:lnTo>
                    <a:pt x="68" y="62"/>
                  </a:lnTo>
                  <a:lnTo>
                    <a:pt x="68" y="60"/>
                  </a:lnTo>
                  <a:lnTo>
                    <a:pt x="68" y="58"/>
                  </a:lnTo>
                  <a:lnTo>
                    <a:pt x="66" y="56"/>
                  </a:lnTo>
                  <a:lnTo>
                    <a:pt x="66" y="54"/>
                  </a:lnTo>
                  <a:lnTo>
                    <a:pt x="58" y="42"/>
                  </a:lnTo>
                  <a:lnTo>
                    <a:pt x="58" y="40"/>
                  </a:lnTo>
                  <a:lnTo>
                    <a:pt x="58" y="36"/>
                  </a:lnTo>
                  <a:lnTo>
                    <a:pt x="56" y="32"/>
                  </a:lnTo>
                  <a:lnTo>
                    <a:pt x="56" y="26"/>
                  </a:lnTo>
                  <a:lnTo>
                    <a:pt x="54" y="24"/>
                  </a:lnTo>
                  <a:lnTo>
                    <a:pt x="46" y="12"/>
                  </a:lnTo>
                  <a:lnTo>
                    <a:pt x="38" y="14"/>
                  </a:lnTo>
                  <a:lnTo>
                    <a:pt x="30" y="4"/>
                  </a:lnTo>
                  <a:lnTo>
                    <a:pt x="12" y="6"/>
                  </a:lnTo>
                  <a:lnTo>
                    <a:pt x="0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38" name="Freeform 200"/>
            <p:cNvSpPr>
              <a:spLocks/>
            </p:cNvSpPr>
            <p:nvPr/>
          </p:nvSpPr>
          <p:spPr bwMode="gray">
            <a:xfrm>
              <a:off x="1961" y="2784"/>
              <a:ext cx="54" cy="56"/>
            </a:xfrm>
            <a:custGeom>
              <a:avLst/>
              <a:gdLst>
                <a:gd name="T0" fmla="*/ 54 w 54"/>
                <a:gd name="T1" fmla="*/ 56 h 56"/>
                <a:gd name="T2" fmla="*/ 48 w 54"/>
                <a:gd name="T3" fmla="*/ 44 h 56"/>
                <a:gd name="T4" fmla="*/ 48 w 54"/>
                <a:gd name="T5" fmla="*/ 44 h 56"/>
                <a:gd name="T6" fmla="*/ 48 w 54"/>
                <a:gd name="T7" fmla="*/ 42 h 56"/>
                <a:gd name="T8" fmla="*/ 44 w 54"/>
                <a:gd name="T9" fmla="*/ 40 h 56"/>
                <a:gd name="T10" fmla="*/ 40 w 54"/>
                <a:gd name="T11" fmla="*/ 38 h 56"/>
                <a:gd name="T12" fmla="*/ 40 w 54"/>
                <a:gd name="T13" fmla="*/ 38 h 56"/>
                <a:gd name="T14" fmla="*/ 38 w 54"/>
                <a:gd name="T15" fmla="*/ 36 h 56"/>
                <a:gd name="T16" fmla="*/ 34 w 54"/>
                <a:gd name="T17" fmla="*/ 36 h 56"/>
                <a:gd name="T18" fmla="*/ 28 w 54"/>
                <a:gd name="T19" fmla="*/ 36 h 56"/>
                <a:gd name="T20" fmla="*/ 24 w 54"/>
                <a:gd name="T21" fmla="*/ 38 h 56"/>
                <a:gd name="T22" fmla="*/ 20 w 54"/>
                <a:gd name="T23" fmla="*/ 40 h 56"/>
                <a:gd name="T24" fmla="*/ 20 w 54"/>
                <a:gd name="T25" fmla="*/ 42 h 56"/>
                <a:gd name="T26" fmla="*/ 18 w 54"/>
                <a:gd name="T27" fmla="*/ 42 h 56"/>
                <a:gd name="T28" fmla="*/ 18 w 54"/>
                <a:gd name="T29" fmla="*/ 44 h 56"/>
                <a:gd name="T30" fmla="*/ 16 w 54"/>
                <a:gd name="T31" fmla="*/ 44 h 56"/>
                <a:gd name="T32" fmla="*/ 12 w 54"/>
                <a:gd name="T33" fmla="*/ 46 h 56"/>
                <a:gd name="T34" fmla="*/ 6 w 54"/>
                <a:gd name="T35" fmla="*/ 46 h 56"/>
                <a:gd name="T36" fmla="*/ 6 w 54"/>
                <a:gd name="T37" fmla="*/ 32 h 56"/>
                <a:gd name="T38" fmla="*/ 6 w 54"/>
                <a:gd name="T39" fmla="*/ 32 h 56"/>
                <a:gd name="T40" fmla="*/ 6 w 54"/>
                <a:gd name="T41" fmla="*/ 30 h 56"/>
                <a:gd name="T42" fmla="*/ 4 w 54"/>
                <a:gd name="T43" fmla="*/ 26 h 56"/>
                <a:gd name="T44" fmla="*/ 2 w 54"/>
                <a:gd name="T45" fmla="*/ 26 h 56"/>
                <a:gd name="T46" fmla="*/ 2 w 54"/>
                <a:gd name="T47" fmla="*/ 24 h 56"/>
                <a:gd name="T48" fmla="*/ 0 w 54"/>
                <a:gd name="T49" fmla="*/ 22 h 56"/>
                <a:gd name="T50" fmla="*/ 0 w 54"/>
                <a:gd name="T51" fmla="*/ 18 h 56"/>
                <a:gd name="T52" fmla="*/ 0 w 54"/>
                <a:gd name="T53" fmla="*/ 14 h 56"/>
                <a:gd name="T54" fmla="*/ 2 w 54"/>
                <a:gd name="T55" fmla="*/ 12 h 56"/>
                <a:gd name="T56" fmla="*/ 2 w 54"/>
                <a:gd name="T57" fmla="*/ 10 h 56"/>
                <a:gd name="T58" fmla="*/ 2 w 54"/>
                <a:gd name="T59" fmla="*/ 8 h 56"/>
                <a:gd name="T60" fmla="*/ 4 w 54"/>
                <a:gd name="T61" fmla="*/ 4 h 56"/>
                <a:gd name="T62" fmla="*/ 4 w 54"/>
                <a:gd name="T63" fmla="*/ 2 h 56"/>
                <a:gd name="T64" fmla="*/ 6 w 54"/>
                <a:gd name="T65" fmla="*/ 0 h 56"/>
                <a:gd name="T66" fmla="*/ 10 w 54"/>
                <a:gd name="T67" fmla="*/ 0 h 56"/>
                <a:gd name="T68" fmla="*/ 18 w 54"/>
                <a:gd name="T69" fmla="*/ 0 h 56"/>
                <a:gd name="T70" fmla="*/ 24 w 54"/>
                <a:gd name="T71" fmla="*/ 0 h 56"/>
                <a:gd name="T72" fmla="*/ 24 w 54"/>
                <a:gd name="T73" fmla="*/ 0 h 56"/>
                <a:gd name="T74" fmla="*/ 26 w 54"/>
                <a:gd name="T75" fmla="*/ 0 h 56"/>
                <a:gd name="T76" fmla="*/ 26 w 54"/>
                <a:gd name="T77" fmla="*/ 0 h 56"/>
                <a:gd name="T78" fmla="*/ 28 w 54"/>
                <a:gd name="T79" fmla="*/ 2 h 56"/>
                <a:gd name="T80" fmla="*/ 30 w 54"/>
                <a:gd name="T81" fmla="*/ 6 h 56"/>
                <a:gd name="T82" fmla="*/ 30 w 54"/>
                <a:gd name="T83" fmla="*/ 14 h 56"/>
                <a:gd name="T84" fmla="*/ 34 w 54"/>
                <a:gd name="T85" fmla="*/ 28 h 56"/>
                <a:gd name="T86" fmla="*/ 36 w 54"/>
                <a:gd name="T87" fmla="*/ 26 h 56"/>
                <a:gd name="T88" fmla="*/ 36 w 54"/>
                <a:gd name="T89" fmla="*/ 26 h 56"/>
                <a:gd name="T90" fmla="*/ 38 w 54"/>
                <a:gd name="T91" fmla="*/ 24 h 56"/>
                <a:gd name="T92" fmla="*/ 40 w 54"/>
                <a:gd name="T93" fmla="*/ 20 h 56"/>
                <a:gd name="T94" fmla="*/ 40 w 54"/>
                <a:gd name="T95" fmla="*/ 18 h 56"/>
                <a:gd name="T96" fmla="*/ 42 w 54"/>
                <a:gd name="T97" fmla="*/ 14 h 56"/>
                <a:gd name="T98" fmla="*/ 44 w 54"/>
                <a:gd name="T99" fmla="*/ 12 h 56"/>
                <a:gd name="T100" fmla="*/ 44 w 54"/>
                <a:gd name="T101" fmla="*/ 12 h 56"/>
                <a:gd name="T102" fmla="*/ 46 w 54"/>
                <a:gd name="T103" fmla="*/ 12 h 56"/>
                <a:gd name="T104" fmla="*/ 48 w 54"/>
                <a:gd name="T105" fmla="*/ 14 h 56"/>
                <a:gd name="T106" fmla="*/ 48 w 54"/>
                <a:gd name="T107" fmla="*/ 18 h 56"/>
                <a:gd name="T108" fmla="*/ 52 w 54"/>
                <a:gd name="T109" fmla="*/ 34 h 56"/>
                <a:gd name="T110" fmla="*/ 54 w 54"/>
                <a:gd name="T111" fmla="*/ 46 h 56"/>
                <a:gd name="T112" fmla="*/ 54 w 54"/>
                <a:gd name="T113" fmla="*/ 56 h 5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54"/>
                <a:gd name="T172" fmla="*/ 0 h 56"/>
                <a:gd name="T173" fmla="*/ 54 w 54"/>
                <a:gd name="T174" fmla="*/ 56 h 5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54" h="56">
                  <a:moveTo>
                    <a:pt x="54" y="56"/>
                  </a:moveTo>
                  <a:lnTo>
                    <a:pt x="48" y="44"/>
                  </a:lnTo>
                  <a:lnTo>
                    <a:pt x="48" y="42"/>
                  </a:lnTo>
                  <a:lnTo>
                    <a:pt x="44" y="40"/>
                  </a:lnTo>
                  <a:lnTo>
                    <a:pt x="40" y="38"/>
                  </a:lnTo>
                  <a:lnTo>
                    <a:pt x="38" y="36"/>
                  </a:lnTo>
                  <a:lnTo>
                    <a:pt x="34" y="36"/>
                  </a:lnTo>
                  <a:lnTo>
                    <a:pt x="28" y="36"/>
                  </a:lnTo>
                  <a:lnTo>
                    <a:pt x="24" y="38"/>
                  </a:lnTo>
                  <a:lnTo>
                    <a:pt x="20" y="40"/>
                  </a:lnTo>
                  <a:lnTo>
                    <a:pt x="20" y="42"/>
                  </a:lnTo>
                  <a:lnTo>
                    <a:pt x="18" y="42"/>
                  </a:lnTo>
                  <a:lnTo>
                    <a:pt x="18" y="44"/>
                  </a:lnTo>
                  <a:lnTo>
                    <a:pt x="16" y="44"/>
                  </a:lnTo>
                  <a:lnTo>
                    <a:pt x="12" y="46"/>
                  </a:lnTo>
                  <a:lnTo>
                    <a:pt x="6" y="46"/>
                  </a:lnTo>
                  <a:lnTo>
                    <a:pt x="6" y="32"/>
                  </a:lnTo>
                  <a:lnTo>
                    <a:pt x="6" y="30"/>
                  </a:lnTo>
                  <a:lnTo>
                    <a:pt x="4" y="26"/>
                  </a:lnTo>
                  <a:lnTo>
                    <a:pt x="2" y="26"/>
                  </a:lnTo>
                  <a:lnTo>
                    <a:pt x="2" y="24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2" y="8"/>
                  </a:lnTo>
                  <a:lnTo>
                    <a:pt x="4" y="4"/>
                  </a:lnTo>
                  <a:lnTo>
                    <a:pt x="4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2"/>
                  </a:lnTo>
                  <a:lnTo>
                    <a:pt x="30" y="6"/>
                  </a:lnTo>
                  <a:lnTo>
                    <a:pt x="30" y="14"/>
                  </a:lnTo>
                  <a:lnTo>
                    <a:pt x="34" y="28"/>
                  </a:lnTo>
                  <a:lnTo>
                    <a:pt x="36" y="26"/>
                  </a:lnTo>
                  <a:lnTo>
                    <a:pt x="38" y="24"/>
                  </a:lnTo>
                  <a:lnTo>
                    <a:pt x="40" y="20"/>
                  </a:lnTo>
                  <a:lnTo>
                    <a:pt x="40" y="18"/>
                  </a:lnTo>
                  <a:lnTo>
                    <a:pt x="42" y="14"/>
                  </a:lnTo>
                  <a:lnTo>
                    <a:pt x="44" y="12"/>
                  </a:lnTo>
                  <a:lnTo>
                    <a:pt x="46" y="12"/>
                  </a:lnTo>
                  <a:lnTo>
                    <a:pt x="48" y="14"/>
                  </a:lnTo>
                  <a:lnTo>
                    <a:pt x="48" y="18"/>
                  </a:lnTo>
                  <a:lnTo>
                    <a:pt x="52" y="34"/>
                  </a:lnTo>
                  <a:lnTo>
                    <a:pt x="54" y="46"/>
                  </a:lnTo>
                  <a:lnTo>
                    <a:pt x="54" y="5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39" name="Freeform 201"/>
            <p:cNvSpPr>
              <a:spLocks/>
            </p:cNvSpPr>
            <p:nvPr/>
          </p:nvSpPr>
          <p:spPr bwMode="gray">
            <a:xfrm>
              <a:off x="2011" y="2746"/>
              <a:ext cx="100" cy="272"/>
            </a:xfrm>
            <a:custGeom>
              <a:avLst/>
              <a:gdLst>
                <a:gd name="T0" fmla="*/ 40 w 100"/>
                <a:gd name="T1" fmla="*/ 170 h 272"/>
                <a:gd name="T2" fmla="*/ 26 w 100"/>
                <a:gd name="T3" fmla="*/ 166 h 272"/>
                <a:gd name="T4" fmla="*/ 26 w 100"/>
                <a:gd name="T5" fmla="*/ 156 h 272"/>
                <a:gd name="T6" fmla="*/ 26 w 100"/>
                <a:gd name="T7" fmla="*/ 142 h 272"/>
                <a:gd name="T8" fmla="*/ 24 w 100"/>
                <a:gd name="T9" fmla="*/ 136 h 272"/>
                <a:gd name="T10" fmla="*/ 20 w 100"/>
                <a:gd name="T11" fmla="*/ 130 h 272"/>
                <a:gd name="T12" fmla="*/ 16 w 100"/>
                <a:gd name="T13" fmla="*/ 120 h 272"/>
                <a:gd name="T14" fmla="*/ 10 w 100"/>
                <a:gd name="T15" fmla="*/ 112 h 272"/>
                <a:gd name="T16" fmla="*/ 8 w 100"/>
                <a:gd name="T17" fmla="*/ 108 h 272"/>
                <a:gd name="T18" fmla="*/ 4 w 100"/>
                <a:gd name="T19" fmla="*/ 102 h 272"/>
                <a:gd name="T20" fmla="*/ 2 w 100"/>
                <a:gd name="T21" fmla="*/ 94 h 272"/>
                <a:gd name="T22" fmla="*/ 2 w 100"/>
                <a:gd name="T23" fmla="*/ 90 h 272"/>
                <a:gd name="T24" fmla="*/ 4 w 100"/>
                <a:gd name="T25" fmla="*/ 82 h 272"/>
                <a:gd name="T26" fmla="*/ 2 w 100"/>
                <a:gd name="T27" fmla="*/ 78 h 272"/>
                <a:gd name="T28" fmla="*/ 0 w 100"/>
                <a:gd name="T29" fmla="*/ 74 h 272"/>
                <a:gd name="T30" fmla="*/ 2 w 100"/>
                <a:gd name="T31" fmla="*/ 70 h 272"/>
                <a:gd name="T32" fmla="*/ 4 w 100"/>
                <a:gd name="T33" fmla="*/ 72 h 272"/>
                <a:gd name="T34" fmla="*/ 6 w 100"/>
                <a:gd name="T35" fmla="*/ 72 h 272"/>
                <a:gd name="T36" fmla="*/ 8 w 100"/>
                <a:gd name="T37" fmla="*/ 74 h 272"/>
                <a:gd name="T38" fmla="*/ 10 w 100"/>
                <a:gd name="T39" fmla="*/ 70 h 272"/>
                <a:gd name="T40" fmla="*/ 6 w 100"/>
                <a:gd name="T41" fmla="*/ 56 h 272"/>
                <a:gd name="T42" fmla="*/ 8 w 100"/>
                <a:gd name="T43" fmla="*/ 56 h 272"/>
                <a:gd name="T44" fmla="*/ 10 w 100"/>
                <a:gd name="T45" fmla="*/ 58 h 272"/>
                <a:gd name="T46" fmla="*/ 16 w 100"/>
                <a:gd name="T47" fmla="*/ 60 h 272"/>
                <a:gd name="T48" fmla="*/ 22 w 100"/>
                <a:gd name="T49" fmla="*/ 58 h 272"/>
                <a:gd name="T50" fmla="*/ 22 w 100"/>
                <a:gd name="T51" fmla="*/ 56 h 272"/>
                <a:gd name="T52" fmla="*/ 26 w 100"/>
                <a:gd name="T53" fmla="*/ 54 h 272"/>
                <a:gd name="T54" fmla="*/ 28 w 100"/>
                <a:gd name="T55" fmla="*/ 48 h 272"/>
                <a:gd name="T56" fmla="*/ 32 w 100"/>
                <a:gd name="T57" fmla="*/ 40 h 272"/>
                <a:gd name="T58" fmla="*/ 36 w 100"/>
                <a:gd name="T59" fmla="*/ 34 h 272"/>
                <a:gd name="T60" fmla="*/ 36 w 100"/>
                <a:gd name="T61" fmla="*/ 30 h 272"/>
                <a:gd name="T62" fmla="*/ 40 w 100"/>
                <a:gd name="T63" fmla="*/ 26 h 272"/>
                <a:gd name="T64" fmla="*/ 66 w 100"/>
                <a:gd name="T65" fmla="*/ 0 h 272"/>
                <a:gd name="T66" fmla="*/ 74 w 100"/>
                <a:gd name="T67" fmla="*/ 8 h 272"/>
                <a:gd name="T68" fmla="*/ 84 w 100"/>
                <a:gd name="T69" fmla="*/ 34 h 272"/>
                <a:gd name="T70" fmla="*/ 82 w 100"/>
                <a:gd name="T71" fmla="*/ 36 h 272"/>
                <a:gd name="T72" fmla="*/ 76 w 100"/>
                <a:gd name="T73" fmla="*/ 52 h 272"/>
                <a:gd name="T74" fmla="*/ 72 w 100"/>
                <a:gd name="T75" fmla="*/ 72 h 272"/>
                <a:gd name="T76" fmla="*/ 76 w 100"/>
                <a:gd name="T77" fmla="*/ 76 h 272"/>
                <a:gd name="T78" fmla="*/ 80 w 100"/>
                <a:gd name="T79" fmla="*/ 80 h 272"/>
                <a:gd name="T80" fmla="*/ 90 w 100"/>
                <a:gd name="T81" fmla="*/ 78 h 272"/>
                <a:gd name="T82" fmla="*/ 96 w 100"/>
                <a:gd name="T83" fmla="*/ 98 h 272"/>
                <a:gd name="T84" fmla="*/ 90 w 100"/>
                <a:gd name="T85" fmla="*/ 102 h 272"/>
                <a:gd name="T86" fmla="*/ 82 w 100"/>
                <a:gd name="T87" fmla="*/ 112 h 272"/>
                <a:gd name="T88" fmla="*/ 84 w 100"/>
                <a:gd name="T89" fmla="*/ 138 h 272"/>
                <a:gd name="T90" fmla="*/ 82 w 100"/>
                <a:gd name="T91" fmla="*/ 138 h 272"/>
                <a:gd name="T92" fmla="*/ 80 w 100"/>
                <a:gd name="T93" fmla="*/ 142 h 272"/>
                <a:gd name="T94" fmla="*/ 80 w 100"/>
                <a:gd name="T95" fmla="*/ 150 h 272"/>
                <a:gd name="T96" fmla="*/ 80 w 100"/>
                <a:gd name="T97" fmla="*/ 158 h 272"/>
                <a:gd name="T98" fmla="*/ 80 w 100"/>
                <a:gd name="T99" fmla="*/ 168 h 272"/>
                <a:gd name="T100" fmla="*/ 84 w 100"/>
                <a:gd name="T101" fmla="*/ 182 h 272"/>
                <a:gd name="T102" fmla="*/ 84 w 100"/>
                <a:gd name="T103" fmla="*/ 210 h 272"/>
                <a:gd name="T104" fmla="*/ 84 w 100"/>
                <a:gd name="T105" fmla="*/ 224 h 272"/>
                <a:gd name="T106" fmla="*/ 82 w 100"/>
                <a:gd name="T107" fmla="*/ 244 h 272"/>
                <a:gd name="T108" fmla="*/ 76 w 100"/>
                <a:gd name="T109" fmla="*/ 272 h 272"/>
                <a:gd name="T110" fmla="*/ 72 w 100"/>
                <a:gd name="T111" fmla="*/ 262 h 272"/>
                <a:gd name="T112" fmla="*/ 74 w 100"/>
                <a:gd name="T113" fmla="*/ 226 h 272"/>
                <a:gd name="T114" fmla="*/ 74 w 100"/>
                <a:gd name="T115" fmla="*/ 206 h 272"/>
                <a:gd name="T116" fmla="*/ 70 w 100"/>
                <a:gd name="T117" fmla="*/ 168 h 272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00"/>
                <a:gd name="T178" fmla="*/ 0 h 272"/>
                <a:gd name="T179" fmla="*/ 100 w 100"/>
                <a:gd name="T180" fmla="*/ 272 h 272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00" h="272">
                  <a:moveTo>
                    <a:pt x="62" y="154"/>
                  </a:moveTo>
                  <a:lnTo>
                    <a:pt x="40" y="170"/>
                  </a:lnTo>
                  <a:lnTo>
                    <a:pt x="26" y="168"/>
                  </a:lnTo>
                  <a:lnTo>
                    <a:pt x="26" y="166"/>
                  </a:lnTo>
                  <a:lnTo>
                    <a:pt x="26" y="162"/>
                  </a:lnTo>
                  <a:lnTo>
                    <a:pt x="26" y="156"/>
                  </a:lnTo>
                  <a:lnTo>
                    <a:pt x="26" y="148"/>
                  </a:lnTo>
                  <a:lnTo>
                    <a:pt x="26" y="142"/>
                  </a:lnTo>
                  <a:lnTo>
                    <a:pt x="24" y="138"/>
                  </a:lnTo>
                  <a:lnTo>
                    <a:pt x="24" y="136"/>
                  </a:lnTo>
                  <a:lnTo>
                    <a:pt x="22" y="134"/>
                  </a:lnTo>
                  <a:lnTo>
                    <a:pt x="20" y="130"/>
                  </a:lnTo>
                  <a:lnTo>
                    <a:pt x="18" y="126"/>
                  </a:lnTo>
                  <a:lnTo>
                    <a:pt x="16" y="120"/>
                  </a:lnTo>
                  <a:lnTo>
                    <a:pt x="12" y="116"/>
                  </a:lnTo>
                  <a:lnTo>
                    <a:pt x="10" y="112"/>
                  </a:lnTo>
                  <a:lnTo>
                    <a:pt x="10" y="108"/>
                  </a:lnTo>
                  <a:lnTo>
                    <a:pt x="8" y="108"/>
                  </a:lnTo>
                  <a:lnTo>
                    <a:pt x="6" y="106"/>
                  </a:lnTo>
                  <a:lnTo>
                    <a:pt x="4" y="102"/>
                  </a:lnTo>
                  <a:lnTo>
                    <a:pt x="4" y="98"/>
                  </a:lnTo>
                  <a:lnTo>
                    <a:pt x="2" y="94"/>
                  </a:lnTo>
                  <a:lnTo>
                    <a:pt x="2" y="92"/>
                  </a:lnTo>
                  <a:lnTo>
                    <a:pt x="2" y="90"/>
                  </a:lnTo>
                  <a:lnTo>
                    <a:pt x="4" y="86"/>
                  </a:lnTo>
                  <a:lnTo>
                    <a:pt x="4" y="82"/>
                  </a:lnTo>
                  <a:lnTo>
                    <a:pt x="2" y="78"/>
                  </a:lnTo>
                  <a:lnTo>
                    <a:pt x="2" y="76"/>
                  </a:lnTo>
                  <a:lnTo>
                    <a:pt x="0" y="74"/>
                  </a:lnTo>
                  <a:lnTo>
                    <a:pt x="0" y="72"/>
                  </a:lnTo>
                  <a:lnTo>
                    <a:pt x="2" y="70"/>
                  </a:lnTo>
                  <a:lnTo>
                    <a:pt x="4" y="72"/>
                  </a:lnTo>
                  <a:lnTo>
                    <a:pt x="6" y="72"/>
                  </a:lnTo>
                  <a:lnTo>
                    <a:pt x="8" y="74"/>
                  </a:lnTo>
                  <a:lnTo>
                    <a:pt x="10" y="72"/>
                  </a:lnTo>
                  <a:lnTo>
                    <a:pt x="10" y="70"/>
                  </a:lnTo>
                  <a:lnTo>
                    <a:pt x="8" y="56"/>
                  </a:lnTo>
                  <a:lnTo>
                    <a:pt x="6" y="56"/>
                  </a:lnTo>
                  <a:lnTo>
                    <a:pt x="8" y="56"/>
                  </a:lnTo>
                  <a:lnTo>
                    <a:pt x="10" y="58"/>
                  </a:lnTo>
                  <a:lnTo>
                    <a:pt x="14" y="60"/>
                  </a:lnTo>
                  <a:lnTo>
                    <a:pt x="16" y="60"/>
                  </a:lnTo>
                  <a:lnTo>
                    <a:pt x="22" y="58"/>
                  </a:lnTo>
                  <a:lnTo>
                    <a:pt x="22" y="56"/>
                  </a:lnTo>
                  <a:lnTo>
                    <a:pt x="24" y="54"/>
                  </a:lnTo>
                  <a:lnTo>
                    <a:pt x="26" y="54"/>
                  </a:lnTo>
                  <a:lnTo>
                    <a:pt x="28" y="50"/>
                  </a:lnTo>
                  <a:lnTo>
                    <a:pt x="28" y="48"/>
                  </a:lnTo>
                  <a:lnTo>
                    <a:pt x="30" y="46"/>
                  </a:lnTo>
                  <a:lnTo>
                    <a:pt x="32" y="40"/>
                  </a:lnTo>
                  <a:lnTo>
                    <a:pt x="34" y="36"/>
                  </a:lnTo>
                  <a:lnTo>
                    <a:pt x="36" y="34"/>
                  </a:lnTo>
                  <a:lnTo>
                    <a:pt x="36" y="32"/>
                  </a:lnTo>
                  <a:lnTo>
                    <a:pt x="36" y="30"/>
                  </a:lnTo>
                  <a:lnTo>
                    <a:pt x="38" y="28"/>
                  </a:lnTo>
                  <a:lnTo>
                    <a:pt x="40" y="26"/>
                  </a:lnTo>
                  <a:lnTo>
                    <a:pt x="54" y="24"/>
                  </a:lnTo>
                  <a:lnTo>
                    <a:pt x="66" y="0"/>
                  </a:lnTo>
                  <a:lnTo>
                    <a:pt x="68" y="2"/>
                  </a:lnTo>
                  <a:lnTo>
                    <a:pt x="74" y="8"/>
                  </a:lnTo>
                  <a:lnTo>
                    <a:pt x="80" y="20"/>
                  </a:lnTo>
                  <a:lnTo>
                    <a:pt x="84" y="34"/>
                  </a:lnTo>
                  <a:lnTo>
                    <a:pt x="82" y="36"/>
                  </a:lnTo>
                  <a:lnTo>
                    <a:pt x="78" y="40"/>
                  </a:lnTo>
                  <a:lnTo>
                    <a:pt x="76" y="52"/>
                  </a:lnTo>
                  <a:lnTo>
                    <a:pt x="72" y="70"/>
                  </a:lnTo>
                  <a:lnTo>
                    <a:pt x="72" y="72"/>
                  </a:lnTo>
                  <a:lnTo>
                    <a:pt x="74" y="74"/>
                  </a:lnTo>
                  <a:lnTo>
                    <a:pt x="76" y="76"/>
                  </a:lnTo>
                  <a:lnTo>
                    <a:pt x="78" y="78"/>
                  </a:lnTo>
                  <a:lnTo>
                    <a:pt x="80" y="80"/>
                  </a:lnTo>
                  <a:lnTo>
                    <a:pt x="84" y="80"/>
                  </a:lnTo>
                  <a:lnTo>
                    <a:pt x="90" y="78"/>
                  </a:lnTo>
                  <a:lnTo>
                    <a:pt x="100" y="84"/>
                  </a:lnTo>
                  <a:lnTo>
                    <a:pt x="96" y="98"/>
                  </a:lnTo>
                  <a:lnTo>
                    <a:pt x="94" y="100"/>
                  </a:lnTo>
                  <a:lnTo>
                    <a:pt x="90" y="102"/>
                  </a:lnTo>
                  <a:lnTo>
                    <a:pt x="86" y="104"/>
                  </a:lnTo>
                  <a:lnTo>
                    <a:pt x="82" y="112"/>
                  </a:lnTo>
                  <a:lnTo>
                    <a:pt x="80" y="122"/>
                  </a:lnTo>
                  <a:lnTo>
                    <a:pt x="84" y="138"/>
                  </a:lnTo>
                  <a:lnTo>
                    <a:pt x="82" y="138"/>
                  </a:lnTo>
                  <a:lnTo>
                    <a:pt x="80" y="140"/>
                  </a:lnTo>
                  <a:lnTo>
                    <a:pt x="80" y="142"/>
                  </a:lnTo>
                  <a:lnTo>
                    <a:pt x="78" y="146"/>
                  </a:lnTo>
                  <a:lnTo>
                    <a:pt x="80" y="150"/>
                  </a:lnTo>
                  <a:lnTo>
                    <a:pt x="80" y="156"/>
                  </a:lnTo>
                  <a:lnTo>
                    <a:pt x="80" y="158"/>
                  </a:lnTo>
                  <a:lnTo>
                    <a:pt x="80" y="162"/>
                  </a:lnTo>
                  <a:lnTo>
                    <a:pt x="80" y="168"/>
                  </a:lnTo>
                  <a:lnTo>
                    <a:pt x="82" y="174"/>
                  </a:lnTo>
                  <a:lnTo>
                    <a:pt x="84" y="182"/>
                  </a:lnTo>
                  <a:lnTo>
                    <a:pt x="88" y="188"/>
                  </a:lnTo>
                  <a:lnTo>
                    <a:pt x="84" y="210"/>
                  </a:lnTo>
                  <a:lnTo>
                    <a:pt x="84" y="218"/>
                  </a:lnTo>
                  <a:lnTo>
                    <a:pt x="84" y="224"/>
                  </a:lnTo>
                  <a:lnTo>
                    <a:pt x="84" y="230"/>
                  </a:lnTo>
                  <a:lnTo>
                    <a:pt x="82" y="244"/>
                  </a:lnTo>
                  <a:lnTo>
                    <a:pt x="80" y="260"/>
                  </a:lnTo>
                  <a:lnTo>
                    <a:pt x="76" y="272"/>
                  </a:lnTo>
                  <a:lnTo>
                    <a:pt x="74" y="270"/>
                  </a:lnTo>
                  <a:lnTo>
                    <a:pt x="72" y="262"/>
                  </a:lnTo>
                  <a:lnTo>
                    <a:pt x="72" y="248"/>
                  </a:lnTo>
                  <a:lnTo>
                    <a:pt x="74" y="226"/>
                  </a:lnTo>
                  <a:lnTo>
                    <a:pt x="74" y="220"/>
                  </a:lnTo>
                  <a:lnTo>
                    <a:pt x="74" y="206"/>
                  </a:lnTo>
                  <a:lnTo>
                    <a:pt x="74" y="188"/>
                  </a:lnTo>
                  <a:lnTo>
                    <a:pt x="70" y="168"/>
                  </a:lnTo>
                  <a:lnTo>
                    <a:pt x="62" y="154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40" name="Freeform 202"/>
            <p:cNvSpPr>
              <a:spLocks/>
            </p:cNvSpPr>
            <p:nvPr/>
          </p:nvSpPr>
          <p:spPr bwMode="gray">
            <a:xfrm>
              <a:off x="2137" y="2808"/>
              <a:ext cx="90" cy="168"/>
            </a:xfrm>
            <a:custGeom>
              <a:avLst/>
              <a:gdLst>
                <a:gd name="T0" fmla="*/ 58 w 90"/>
                <a:gd name="T1" fmla="*/ 124 h 168"/>
                <a:gd name="T2" fmla="*/ 62 w 90"/>
                <a:gd name="T3" fmla="*/ 128 h 168"/>
                <a:gd name="T4" fmla="*/ 64 w 90"/>
                <a:gd name="T5" fmla="*/ 132 h 168"/>
                <a:gd name="T6" fmla="*/ 50 w 90"/>
                <a:gd name="T7" fmla="*/ 154 h 168"/>
                <a:gd name="T8" fmla="*/ 42 w 90"/>
                <a:gd name="T9" fmla="*/ 158 h 168"/>
                <a:gd name="T10" fmla="*/ 46 w 90"/>
                <a:gd name="T11" fmla="*/ 166 h 168"/>
                <a:gd name="T12" fmla="*/ 64 w 90"/>
                <a:gd name="T13" fmla="*/ 164 h 168"/>
                <a:gd name="T14" fmla="*/ 78 w 90"/>
                <a:gd name="T15" fmla="*/ 150 h 168"/>
                <a:gd name="T16" fmla="*/ 88 w 90"/>
                <a:gd name="T17" fmla="*/ 134 h 168"/>
                <a:gd name="T18" fmla="*/ 90 w 90"/>
                <a:gd name="T19" fmla="*/ 126 h 168"/>
                <a:gd name="T20" fmla="*/ 84 w 90"/>
                <a:gd name="T21" fmla="*/ 102 h 168"/>
                <a:gd name="T22" fmla="*/ 84 w 90"/>
                <a:gd name="T23" fmla="*/ 98 h 168"/>
                <a:gd name="T24" fmla="*/ 82 w 90"/>
                <a:gd name="T25" fmla="*/ 90 h 168"/>
                <a:gd name="T26" fmla="*/ 76 w 90"/>
                <a:gd name="T27" fmla="*/ 82 h 168"/>
                <a:gd name="T28" fmla="*/ 60 w 90"/>
                <a:gd name="T29" fmla="*/ 74 h 168"/>
                <a:gd name="T30" fmla="*/ 46 w 90"/>
                <a:gd name="T31" fmla="*/ 46 h 168"/>
                <a:gd name="T32" fmla="*/ 48 w 90"/>
                <a:gd name="T33" fmla="*/ 42 h 168"/>
                <a:gd name="T34" fmla="*/ 52 w 90"/>
                <a:gd name="T35" fmla="*/ 36 h 168"/>
                <a:gd name="T36" fmla="*/ 60 w 90"/>
                <a:gd name="T37" fmla="*/ 32 h 168"/>
                <a:gd name="T38" fmla="*/ 64 w 90"/>
                <a:gd name="T39" fmla="*/ 30 h 168"/>
                <a:gd name="T40" fmla="*/ 72 w 90"/>
                <a:gd name="T41" fmla="*/ 26 h 168"/>
                <a:gd name="T42" fmla="*/ 70 w 90"/>
                <a:gd name="T43" fmla="*/ 22 h 168"/>
                <a:gd name="T44" fmla="*/ 68 w 90"/>
                <a:gd name="T45" fmla="*/ 16 h 168"/>
                <a:gd name="T46" fmla="*/ 64 w 90"/>
                <a:gd name="T47" fmla="*/ 12 h 168"/>
                <a:gd name="T48" fmla="*/ 60 w 90"/>
                <a:gd name="T49" fmla="*/ 6 h 168"/>
                <a:gd name="T50" fmla="*/ 50 w 90"/>
                <a:gd name="T51" fmla="*/ 2 h 168"/>
                <a:gd name="T52" fmla="*/ 48 w 90"/>
                <a:gd name="T53" fmla="*/ 4 h 168"/>
                <a:gd name="T54" fmla="*/ 40 w 90"/>
                <a:gd name="T55" fmla="*/ 4 h 168"/>
                <a:gd name="T56" fmla="*/ 28 w 90"/>
                <a:gd name="T57" fmla="*/ 2 h 168"/>
                <a:gd name="T58" fmla="*/ 20 w 90"/>
                <a:gd name="T59" fmla="*/ 0 h 168"/>
                <a:gd name="T60" fmla="*/ 14 w 90"/>
                <a:gd name="T61" fmla="*/ 2 h 168"/>
                <a:gd name="T62" fmla="*/ 8 w 90"/>
                <a:gd name="T63" fmla="*/ 2 h 168"/>
                <a:gd name="T64" fmla="*/ 2 w 90"/>
                <a:gd name="T65" fmla="*/ 4 h 168"/>
                <a:gd name="T66" fmla="*/ 0 w 90"/>
                <a:gd name="T67" fmla="*/ 10 h 168"/>
                <a:gd name="T68" fmla="*/ 4 w 90"/>
                <a:gd name="T69" fmla="*/ 10 h 168"/>
                <a:gd name="T70" fmla="*/ 8 w 90"/>
                <a:gd name="T71" fmla="*/ 14 h 168"/>
                <a:gd name="T72" fmla="*/ 20 w 90"/>
                <a:gd name="T73" fmla="*/ 30 h 168"/>
                <a:gd name="T74" fmla="*/ 24 w 90"/>
                <a:gd name="T75" fmla="*/ 36 h 168"/>
                <a:gd name="T76" fmla="*/ 22 w 90"/>
                <a:gd name="T77" fmla="*/ 44 h 168"/>
                <a:gd name="T78" fmla="*/ 20 w 90"/>
                <a:gd name="T79" fmla="*/ 48 h 168"/>
                <a:gd name="T80" fmla="*/ 18 w 90"/>
                <a:gd name="T81" fmla="*/ 50 h 168"/>
                <a:gd name="T82" fmla="*/ 18 w 90"/>
                <a:gd name="T83" fmla="*/ 58 h 168"/>
                <a:gd name="T84" fmla="*/ 24 w 90"/>
                <a:gd name="T85" fmla="*/ 64 h 168"/>
                <a:gd name="T86" fmla="*/ 30 w 90"/>
                <a:gd name="T87" fmla="*/ 68 h 168"/>
                <a:gd name="T88" fmla="*/ 32 w 90"/>
                <a:gd name="T89" fmla="*/ 70 h 168"/>
                <a:gd name="T90" fmla="*/ 38 w 90"/>
                <a:gd name="T91" fmla="*/ 76 h 168"/>
                <a:gd name="T92" fmla="*/ 46 w 90"/>
                <a:gd name="T93" fmla="*/ 84 h 168"/>
                <a:gd name="T94" fmla="*/ 52 w 90"/>
                <a:gd name="T95" fmla="*/ 94 h 168"/>
                <a:gd name="T96" fmla="*/ 56 w 90"/>
                <a:gd name="T97" fmla="*/ 106 h 168"/>
                <a:gd name="T98" fmla="*/ 56 w 90"/>
                <a:gd name="T99" fmla="*/ 116 h 168"/>
                <a:gd name="T100" fmla="*/ 56 w 90"/>
                <a:gd name="T101" fmla="*/ 124 h 16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0"/>
                <a:gd name="T154" fmla="*/ 0 h 168"/>
                <a:gd name="T155" fmla="*/ 90 w 90"/>
                <a:gd name="T156" fmla="*/ 168 h 16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0" h="168">
                  <a:moveTo>
                    <a:pt x="56" y="124"/>
                  </a:moveTo>
                  <a:lnTo>
                    <a:pt x="58" y="124"/>
                  </a:lnTo>
                  <a:lnTo>
                    <a:pt x="60" y="126"/>
                  </a:lnTo>
                  <a:lnTo>
                    <a:pt x="62" y="128"/>
                  </a:lnTo>
                  <a:lnTo>
                    <a:pt x="64" y="132"/>
                  </a:lnTo>
                  <a:lnTo>
                    <a:pt x="60" y="150"/>
                  </a:lnTo>
                  <a:lnTo>
                    <a:pt x="50" y="154"/>
                  </a:lnTo>
                  <a:lnTo>
                    <a:pt x="46" y="158"/>
                  </a:lnTo>
                  <a:lnTo>
                    <a:pt x="42" y="158"/>
                  </a:lnTo>
                  <a:lnTo>
                    <a:pt x="38" y="168"/>
                  </a:lnTo>
                  <a:lnTo>
                    <a:pt x="46" y="166"/>
                  </a:lnTo>
                  <a:lnTo>
                    <a:pt x="62" y="168"/>
                  </a:lnTo>
                  <a:lnTo>
                    <a:pt x="64" y="164"/>
                  </a:lnTo>
                  <a:lnTo>
                    <a:pt x="70" y="158"/>
                  </a:lnTo>
                  <a:lnTo>
                    <a:pt x="78" y="150"/>
                  </a:lnTo>
                  <a:lnTo>
                    <a:pt x="86" y="140"/>
                  </a:lnTo>
                  <a:lnTo>
                    <a:pt x="88" y="134"/>
                  </a:lnTo>
                  <a:lnTo>
                    <a:pt x="90" y="130"/>
                  </a:lnTo>
                  <a:lnTo>
                    <a:pt x="90" y="126"/>
                  </a:lnTo>
                  <a:lnTo>
                    <a:pt x="88" y="124"/>
                  </a:lnTo>
                  <a:lnTo>
                    <a:pt x="84" y="102"/>
                  </a:lnTo>
                  <a:lnTo>
                    <a:pt x="84" y="100"/>
                  </a:lnTo>
                  <a:lnTo>
                    <a:pt x="84" y="98"/>
                  </a:lnTo>
                  <a:lnTo>
                    <a:pt x="84" y="94"/>
                  </a:lnTo>
                  <a:lnTo>
                    <a:pt x="82" y="90"/>
                  </a:lnTo>
                  <a:lnTo>
                    <a:pt x="80" y="86"/>
                  </a:lnTo>
                  <a:lnTo>
                    <a:pt x="76" y="82"/>
                  </a:lnTo>
                  <a:lnTo>
                    <a:pt x="70" y="78"/>
                  </a:lnTo>
                  <a:lnTo>
                    <a:pt x="60" y="74"/>
                  </a:lnTo>
                  <a:lnTo>
                    <a:pt x="46" y="54"/>
                  </a:lnTo>
                  <a:lnTo>
                    <a:pt x="46" y="46"/>
                  </a:lnTo>
                  <a:lnTo>
                    <a:pt x="48" y="44"/>
                  </a:lnTo>
                  <a:lnTo>
                    <a:pt x="48" y="42"/>
                  </a:lnTo>
                  <a:lnTo>
                    <a:pt x="50" y="40"/>
                  </a:lnTo>
                  <a:lnTo>
                    <a:pt x="52" y="36"/>
                  </a:lnTo>
                  <a:lnTo>
                    <a:pt x="56" y="34"/>
                  </a:lnTo>
                  <a:lnTo>
                    <a:pt x="60" y="32"/>
                  </a:lnTo>
                  <a:lnTo>
                    <a:pt x="64" y="30"/>
                  </a:lnTo>
                  <a:lnTo>
                    <a:pt x="68" y="28"/>
                  </a:lnTo>
                  <a:lnTo>
                    <a:pt x="72" y="26"/>
                  </a:lnTo>
                  <a:lnTo>
                    <a:pt x="70" y="24"/>
                  </a:lnTo>
                  <a:lnTo>
                    <a:pt x="70" y="22"/>
                  </a:lnTo>
                  <a:lnTo>
                    <a:pt x="68" y="18"/>
                  </a:lnTo>
                  <a:lnTo>
                    <a:pt x="68" y="16"/>
                  </a:lnTo>
                  <a:lnTo>
                    <a:pt x="64" y="12"/>
                  </a:lnTo>
                  <a:lnTo>
                    <a:pt x="62" y="10"/>
                  </a:lnTo>
                  <a:lnTo>
                    <a:pt x="60" y="6"/>
                  </a:lnTo>
                  <a:lnTo>
                    <a:pt x="56" y="4"/>
                  </a:lnTo>
                  <a:lnTo>
                    <a:pt x="50" y="2"/>
                  </a:lnTo>
                  <a:lnTo>
                    <a:pt x="48" y="4"/>
                  </a:lnTo>
                  <a:lnTo>
                    <a:pt x="46" y="4"/>
                  </a:lnTo>
                  <a:lnTo>
                    <a:pt x="40" y="4"/>
                  </a:lnTo>
                  <a:lnTo>
                    <a:pt x="34" y="4"/>
                  </a:lnTo>
                  <a:lnTo>
                    <a:pt x="28" y="2"/>
                  </a:lnTo>
                  <a:lnTo>
                    <a:pt x="22" y="2"/>
                  </a:lnTo>
                  <a:lnTo>
                    <a:pt x="20" y="0"/>
                  </a:lnTo>
                  <a:lnTo>
                    <a:pt x="16" y="2"/>
                  </a:lnTo>
                  <a:lnTo>
                    <a:pt x="14" y="2"/>
                  </a:lnTo>
                  <a:lnTo>
                    <a:pt x="10" y="2"/>
                  </a:lnTo>
                  <a:lnTo>
                    <a:pt x="8" y="2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10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6" y="12"/>
                  </a:lnTo>
                  <a:lnTo>
                    <a:pt x="8" y="14"/>
                  </a:lnTo>
                  <a:lnTo>
                    <a:pt x="10" y="26"/>
                  </a:lnTo>
                  <a:lnTo>
                    <a:pt x="20" y="30"/>
                  </a:lnTo>
                  <a:lnTo>
                    <a:pt x="22" y="34"/>
                  </a:lnTo>
                  <a:lnTo>
                    <a:pt x="24" y="36"/>
                  </a:lnTo>
                  <a:lnTo>
                    <a:pt x="24" y="40"/>
                  </a:lnTo>
                  <a:lnTo>
                    <a:pt x="22" y="44"/>
                  </a:lnTo>
                  <a:lnTo>
                    <a:pt x="22" y="46"/>
                  </a:lnTo>
                  <a:lnTo>
                    <a:pt x="20" y="48"/>
                  </a:lnTo>
                  <a:lnTo>
                    <a:pt x="18" y="50"/>
                  </a:lnTo>
                  <a:lnTo>
                    <a:pt x="16" y="54"/>
                  </a:lnTo>
                  <a:lnTo>
                    <a:pt x="18" y="58"/>
                  </a:lnTo>
                  <a:lnTo>
                    <a:pt x="22" y="60"/>
                  </a:lnTo>
                  <a:lnTo>
                    <a:pt x="24" y="64"/>
                  </a:lnTo>
                  <a:lnTo>
                    <a:pt x="28" y="66"/>
                  </a:lnTo>
                  <a:lnTo>
                    <a:pt x="30" y="68"/>
                  </a:lnTo>
                  <a:lnTo>
                    <a:pt x="32" y="70"/>
                  </a:lnTo>
                  <a:lnTo>
                    <a:pt x="34" y="72"/>
                  </a:lnTo>
                  <a:lnTo>
                    <a:pt x="38" y="76"/>
                  </a:lnTo>
                  <a:lnTo>
                    <a:pt x="42" y="80"/>
                  </a:lnTo>
                  <a:lnTo>
                    <a:pt x="46" y="84"/>
                  </a:lnTo>
                  <a:lnTo>
                    <a:pt x="50" y="88"/>
                  </a:lnTo>
                  <a:lnTo>
                    <a:pt x="52" y="94"/>
                  </a:lnTo>
                  <a:lnTo>
                    <a:pt x="54" y="100"/>
                  </a:lnTo>
                  <a:lnTo>
                    <a:pt x="56" y="106"/>
                  </a:lnTo>
                  <a:lnTo>
                    <a:pt x="56" y="112"/>
                  </a:lnTo>
                  <a:lnTo>
                    <a:pt x="56" y="116"/>
                  </a:lnTo>
                  <a:lnTo>
                    <a:pt x="56" y="118"/>
                  </a:lnTo>
                  <a:lnTo>
                    <a:pt x="56" y="124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41" name="Freeform 203"/>
            <p:cNvSpPr>
              <a:spLocks/>
            </p:cNvSpPr>
            <p:nvPr/>
          </p:nvSpPr>
          <p:spPr bwMode="gray">
            <a:xfrm>
              <a:off x="2087" y="2844"/>
              <a:ext cx="82" cy="208"/>
            </a:xfrm>
            <a:custGeom>
              <a:avLst/>
              <a:gdLst>
                <a:gd name="T0" fmla="*/ 18 w 82"/>
                <a:gd name="T1" fmla="*/ 2 h 208"/>
                <a:gd name="T2" fmla="*/ 10 w 82"/>
                <a:gd name="T3" fmla="*/ 6 h 208"/>
                <a:gd name="T4" fmla="*/ 4 w 82"/>
                <a:gd name="T5" fmla="*/ 24 h 208"/>
                <a:gd name="T6" fmla="*/ 6 w 82"/>
                <a:gd name="T7" fmla="*/ 40 h 208"/>
                <a:gd name="T8" fmla="*/ 4 w 82"/>
                <a:gd name="T9" fmla="*/ 42 h 208"/>
                <a:gd name="T10" fmla="*/ 2 w 82"/>
                <a:gd name="T11" fmla="*/ 48 h 208"/>
                <a:gd name="T12" fmla="*/ 4 w 82"/>
                <a:gd name="T13" fmla="*/ 58 h 208"/>
                <a:gd name="T14" fmla="*/ 4 w 82"/>
                <a:gd name="T15" fmla="*/ 64 h 208"/>
                <a:gd name="T16" fmla="*/ 6 w 82"/>
                <a:gd name="T17" fmla="*/ 76 h 208"/>
                <a:gd name="T18" fmla="*/ 12 w 82"/>
                <a:gd name="T19" fmla="*/ 90 h 208"/>
                <a:gd name="T20" fmla="*/ 8 w 82"/>
                <a:gd name="T21" fmla="*/ 120 h 208"/>
                <a:gd name="T22" fmla="*/ 8 w 82"/>
                <a:gd name="T23" fmla="*/ 132 h 208"/>
                <a:gd name="T24" fmla="*/ 4 w 82"/>
                <a:gd name="T25" fmla="*/ 162 h 208"/>
                <a:gd name="T26" fmla="*/ 0 w 82"/>
                <a:gd name="T27" fmla="*/ 174 h 208"/>
                <a:gd name="T28" fmla="*/ 0 w 82"/>
                <a:gd name="T29" fmla="*/ 176 h 208"/>
                <a:gd name="T30" fmla="*/ 2 w 82"/>
                <a:gd name="T31" fmla="*/ 178 h 208"/>
                <a:gd name="T32" fmla="*/ 8 w 82"/>
                <a:gd name="T33" fmla="*/ 186 h 208"/>
                <a:gd name="T34" fmla="*/ 24 w 82"/>
                <a:gd name="T35" fmla="*/ 200 h 208"/>
                <a:gd name="T36" fmla="*/ 50 w 82"/>
                <a:gd name="T37" fmla="*/ 208 h 208"/>
                <a:gd name="T38" fmla="*/ 46 w 82"/>
                <a:gd name="T39" fmla="*/ 192 h 208"/>
                <a:gd name="T40" fmla="*/ 20 w 82"/>
                <a:gd name="T41" fmla="*/ 166 h 208"/>
                <a:gd name="T42" fmla="*/ 14 w 82"/>
                <a:gd name="T43" fmla="*/ 148 h 208"/>
                <a:gd name="T44" fmla="*/ 18 w 82"/>
                <a:gd name="T45" fmla="*/ 128 h 208"/>
                <a:gd name="T46" fmla="*/ 22 w 82"/>
                <a:gd name="T47" fmla="*/ 108 h 208"/>
                <a:gd name="T48" fmla="*/ 24 w 82"/>
                <a:gd name="T49" fmla="*/ 90 h 208"/>
                <a:gd name="T50" fmla="*/ 26 w 82"/>
                <a:gd name="T51" fmla="*/ 86 h 208"/>
                <a:gd name="T52" fmla="*/ 28 w 82"/>
                <a:gd name="T53" fmla="*/ 82 h 208"/>
                <a:gd name="T54" fmla="*/ 32 w 82"/>
                <a:gd name="T55" fmla="*/ 84 h 208"/>
                <a:gd name="T56" fmla="*/ 34 w 82"/>
                <a:gd name="T57" fmla="*/ 90 h 208"/>
                <a:gd name="T58" fmla="*/ 42 w 82"/>
                <a:gd name="T59" fmla="*/ 110 h 208"/>
                <a:gd name="T60" fmla="*/ 48 w 82"/>
                <a:gd name="T61" fmla="*/ 112 h 208"/>
                <a:gd name="T62" fmla="*/ 48 w 82"/>
                <a:gd name="T63" fmla="*/ 92 h 208"/>
                <a:gd name="T64" fmla="*/ 56 w 82"/>
                <a:gd name="T65" fmla="*/ 82 h 208"/>
                <a:gd name="T66" fmla="*/ 64 w 82"/>
                <a:gd name="T67" fmla="*/ 80 h 208"/>
                <a:gd name="T68" fmla="*/ 74 w 82"/>
                <a:gd name="T69" fmla="*/ 82 h 208"/>
                <a:gd name="T70" fmla="*/ 82 w 82"/>
                <a:gd name="T71" fmla="*/ 82 h 208"/>
                <a:gd name="T72" fmla="*/ 82 w 82"/>
                <a:gd name="T73" fmla="*/ 74 h 208"/>
                <a:gd name="T74" fmla="*/ 80 w 82"/>
                <a:gd name="T75" fmla="*/ 62 h 208"/>
                <a:gd name="T76" fmla="*/ 80 w 82"/>
                <a:gd name="T77" fmla="*/ 58 h 208"/>
                <a:gd name="T78" fmla="*/ 74 w 82"/>
                <a:gd name="T79" fmla="*/ 46 h 208"/>
                <a:gd name="T80" fmla="*/ 64 w 82"/>
                <a:gd name="T81" fmla="*/ 34 h 208"/>
                <a:gd name="T82" fmla="*/ 60 w 82"/>
                <a:gd name="T83" fmla="*/ 32 h 208"/>
                <a:gd name="T84" fmla="*/ 54 w 82"/>
                <a:gd name="T85" fmla="*/ 30 h 208"/>
                <a:gd name="T86" fmla="*/ 50 w 82"/>
                <a:gd name="T87" fmla="*/ 32 h 208"/>
                <a:gd name="T88" fmla="*/ 44 w 82"/>
                <a:gd name="T89" fmla="*/ 36 h 208"/>
                <a:gd name="T90" fmla="*/ 38 w 82"/>
                <a:gd name="T91" fmla="*/ 36 h 208"/>
                <a:gd name="T92" fmla="*/ 38 w 82"/>
                <a:gd name="T93" fmla="*/ 34 h 208"/>
                <a:gd name="T94" fmla="*/ 40 w 82"/>
                <a:gd name="T95" fmla="*/ 28 h 208"/>
                <a:gd name="T96" fmla="*/ 42 w 82"/>
                <a:gd name="T97" fmla="*/ 18 h 208"/>
                <a:gd name="T98" fmla="*/ 40 w 82"/>
                <a:gd name="T99" fmla="*/ 10 h 208"/>
                <a:gd name="T100" fmla="*/ 30 w 82"/>
                <a:gd name="T101" fmla="*/ 10 h 208"/>
                <a:gd name="T102" fmla="*/ 28 w 82"/>
                <a:gd name="T103" fmla="*/ 4 h 208"/>
                <a:gd name="T104" fmla="*/ 24 w 82"/>
                <a:gd name="T105" fmla="*/ 0 h 208"/>
                <a:gd name="T106" fmla="*/ 20 w 82"/>
                <a:gd name="T107" fmla="*/ 0 h 20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82"/>
                <a:gd name="T163" fmla="*/ 0 h 208"/>
                <a:gd name="T164" fmla="*/ 82 w 82"/>
                <a:gd name="T165" fmla="*/ 208 h 208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82" h="208">
                  <a:moveTo>
                    <a:pt x="20" y="0"/>
                  </a:moveTo>
                  <a:lnTo>
                    <a:pt x="18" y="2"/>
                  </a:lnTo>
                  <a:lnTo>
                    <a:pt x="14" y="4"/>
                  </a:lnTo>
                  <a:lnTo>
                    <a:pt x="10" y="6"/>
                  </a:lnTo>
                  <a:lnTo>
                    <a:pt x="6" y="14"/>
                  </a:lnTo>
                  <a:lnTo>
                    <a:pt x="4" y="24"/>
                  </a:lnTo>
                  <a:lnTo>
                    <a:pt x="8" y="40"/>
                  </a:lnTo>
                  <a:lnTo>
                    <a:pt x="6" y="40"/>
                  </a:lnTo>
                  <a:lnTo>
                    <a:pt x="4" y="42"/>
                  </a:lnTo>
                  <a:lnTo>
                    <a:pt x="4" y="44"/>
                  </a:lnTo>
                  <a:lnTo>
                    <a:pt x="2" y="48"/>
                  </a:lnTo>
                  <a:lnTo>
                    <a:pt x="4" y="52"/>
                  </a:lnTo>
                  <a:lnTo>
                    <a:pt x="4" y="58"/>
                  </a:lnTo>
                  <a:lnTo>
                    <a:pt x="4" y="60"/>
                  </a:lnTo>
                  <a:lnTo>
                    <a:pt x="4" y="64"/>
                  </a:lnTo>
                  <a:lnTo>
                    <a:pt x="4" y="70"/>
                  </a:lnTo>
                  <a:lnTo>
                    <a:pt x="6" y="76"/>
                  </a:lnTo>
                  <a:lnTo>
                    <a:pt x="8" y="84"/>
                  </a:lnTo>
                  <a:lnTo>
                    <a:pt x="12" y="90"/>
                  </a:lnTo>
                  <a:lnTo>
                    <a:pt x="8" y="112"/>
                  </a:lnTo>
                  <a:lnTo>
                    <a:pt x="8" y="120"/>
                  </a:lnTo>
                  <a:lnTo>
                    <a:pt x="8" y="126"/>
                  </a:lnTo>
                  <a:lnTo>
                    <a:pt x="8" y="132"/>
                  </a:lnTo>
                  <a:lnTo>
                    <a:pt x="6" y="146"/>
                  </a:lnTo>
                  <a:lnTo>
                    <a:pt x="4" y="162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2" y="178"/>
                  </a:lnTo>
                  <a:lnTo>
                    <a:pt x="4" y="182"/>
                  </a:lnTo>
                  <a:lnTo>
                    <a:pt x="8" y="186"/>
                  </a:lnTo>
                  <a:lnTo>
                    <a:pt x="12" y="192"/>
                  </a:lnTo>
                  <a:lnTo>
                    <a:pt x="24" y="200"/>
                  </a:lnTo>
                  <a:lnTo>
                    <a:pt x="42" y="198"/>
                  </a:lnTo>
                  <a:lnTo>
                    <a:pt x="50" y="208"/>
                  </a:lnTo>
                  <a:lnTo>
                    <a:pt x="58" y="206"/>
                  </a:lnTo>
                  <a:lnTo>
                    <a:pt x="46" y="192"/>
                  </a:lnTo>
                  <a:lnTo>
                    <a:pt x="22" y="168"/>
                  </a:lnTo>
                  <a:lnTo>
                    <a:pt x="20" y="166"/>
                  </a:lnTo>
                  <a:lnTo>
                    <a:pt x="16" y="158"/>
                  </a:lnTo>
                  <a:lnTo>
                    <a:pt x="14" y="148"/>
                  </a:lnTo>
                  <a:lnTo>
                    <a:pt x="16" y="132"/>
                  </a:lnTo>
                  <a:lnTo>
                    <a:pt x="18" y="128"/>
                  </a:lnTo>
                  <a:lnTo>
                    <a:pt x="20" y="120"/>
                  </a:lnTo>
                  <a:lnTo>
                    <a:pt x="22" y="108"/>
                  </a:lnTo>
                  <a:lnTo>
                    <a:pt x="24" y="98"/>
                  </a:lnTo>
                  <a:lnTo>
                    <a:pt x="24" y="90"/>
                  </a:lnTo>
                  <a:lnTo>
                    <a:pt x="26" y="88"/>
                  </a:lnTo>
                  <a:lnTo>
                    <a:pt x="26" y="86"/>
                  </a:lnTo>
                  <a:lnTo>
                    <a:pt x="26" y="84"/>
                  </a:lnTo>
                  <a:lnTo>
                    <a:pt x="28" y="82"/>
                  </a:lnTo>
                  <a:lnTo>
                    <a:pt x="32" y="82"/>
                  </a:lnTo>
                  <a:lnTo>
                    <a:pt x="32" y="84"/>
                  </a:lnTo>
                  <a:lnTo>
                    <a:pt x="32" y="86"/>
                  </a:lnTo>
                  <a:lnTo>
                    <a:pt x="34" y="90"/>
                  </a:lnTo>
                  <a:lnTo>
                    <a:pt x="34" y="94"/>
                  </a:lnTo>
                  <a:lnTo>
                    <a:pt x="42" y="110"/>
                  </a:lnTo>
                  <a:lnTo>
                    <a:pt x="48" y="116"/>
                  </a:lnTo>
                  <a:lnTo>
                    <a:pt x="48" y="112"/>
                  </a:lnTo>
                  <a:lnTo>
                    <a:pt x="46" y="102"/>
                  </a:lnTo>
                  <a:lnTo>
                    <a:pt x="48" y="92"/>
                  </a:lnTo>
                  <a:lnTo>
                    <a:pt x="56" y="84"/>
                  </a:lnTo>
                  <a:lnTo>
                    <a:pt x="56" y="82"/>
                  </a:lnTo>
                  <a:lnTo>
                    <a:pt x="60" y="82"/>
                  </a:lnTo>
                  <a:lnTo>
                    <a:pt x="64" y="80"/>
                  </a:lnTo>
                  <a:lnTo>
                    <a:pt x="68" y="80"/>
                  </a:lnTo>
                  <a:lnTo>
                    <a:pt x="74" y="82"/>
                  </a:lnTo>
                  <a:lnTo>
                    <a:pt x="80" y="84"/>
                  </a:lnTo>
                  <a:lnTo>
                    <a:pt x="82" y="82"/>
                  </a:lnTo>
                  <a:lnTo>
                    <a:pt x="82" y="78"/>
                  </a:lnTo>
                  <a:lnTo>
                    <a:pt x="82" y="74"/>
                  </a:lnTo>
                  <a:lnTo>
                    <a:pt x="82" y="68"/>
                  </a:lnTo>
                  <a:lnTo>
                    <a:pt x="80" y="62"/>
                  </a:lnTo>
                  <a:lnTo>
                    <a:pt x="80" y="60"/>
                  </a:lnTo>
                  <a:lnTo>
                    <a:pt x="80" y="58"/>
                  </a:lnTo>
                  <a:lnTo>
                    <a:pt x="78" y="52"/>
                  </a:lnTo>
                  <a:lnTo>
                    <a:pt x="74" y="46"/>
                  </a:lnTo>
                  <a:lnTo>
                    <a:pt x="70" y="40"/>
                  </a:lnTo>
                  <a:lnTo>
                    <a:pt x="64" y="34"/>
                  </a:lnTo>
                  <a:lnTo>
                    <a:pt x="62" y="32"/>
                  </a:lnTo>
                  <a:lnTo>
                    <a:pt x="60" y="32"/>
                  </a:lnTo>
                  <a:lnTo>
                    <a:pt x="58" y="30"/>
                  </a:lnTo>
                  <a:lnTo>
                    <a:pt x="54" y="30"/>
                  </a:lnTo>
                  <a:lnTo>
                    <a:pt x="52" y="30"/>
                  </a:lnTo>
                  <a:lnTo>
                    <a:pt x="50" y="32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0" y="36"/>
                  </a:lnTo>
                  <a:lnTo>
                    <a:pt x="38" y="36"/>
                  </a:lnTo>
                  <a:lnTo>
                    <a:pt x="38" y="34"/>
                  </a:lnTo>
                  <a:lnTo>
                    <a:pt x="40" y="32"/>
                  </a:lnTo>
                  <a:lnTo>
                    <a:pt x="40" y="28"/>
                  </a:lnTo>
                  <a:lnTo>
                    <a:pt x="42" y="22"/>
                  </a:lnTo>
                  <a:lnTo>
                    <a:pt x="42" y="18"/>
                  </a:lnTo>
                  <a:lnTo>
                    <a:pt x="42" y="14"/>
                  </a:lnTo>
                  <a:lnTo>
                    <a:pt x="40" y="10"/>
                  </a:lnTo>
                  <a:lnTo>
                    <a:pt x="30" y="10"/>
                  </a:lnTo>
                  <a:lnTo>
                    <a:pt x="30" y="6"/>
                  </a:lnTo>
                  <a:lnTo>
                    <a:pt x="28" y="4"/>
                  </a:lnTo>
                  <a:lnTo>
                    <a:pt x="28" y="2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0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42" name="Freeform 204"/>
            <p:cNvSpPr>
              <a:spLocks/>
            </p:cNvSpPr>
            <p:nvPr/>
          </p:nvSpPr>
          <p:spPr bwMode="gray">
            <a:xfrm>
              <a:off x="1957" y="2734"/>
              <a:ext cx="70" cy="38"/>
            </a:xfrm>
            <a:custGeom>
              <a:avLst/>
              <a:gdLst>
                <a:gd name="T0" fmla="*/ 58 w 70"/>
                <a:gd name="T1" fmla="*/ 38 h 38"/>
                <a:gd name="T2" fmla="*/ 34 w 70"/>
                <a:gd name="T3" fmla="*/ 36 h 38"/>
                <a:gd name="T4" fmla="*/ 34 w 70"/>
                <a:gd name="T5" fmla="*/ 36 h 38"/>
                <a:gd name="T6" fmla="*/ 30 w 70"/>
                <a:gd name="T7" fmla="*/ 36 h 38"/>
                <a:gd name="T8" fmla="*/ 26 w 70"/>
                <a:gd name="T9" fmla="*/ 36 h 38"/>
                <a:gd name="T10" fmla="*/ 18 w 70"/>
                <a:gd name="T11" fmla="*/ 36 h 38"/>
                <a:gd name="T12" fmla="*/ 10 w 70"/>
                <a:gd name="T13" fmla="*/ 38 h 38"/>
                <a:gd name="T14" fmla="*/ 8 w 70"/>
                <a:gd name="T15" fmla="*/ 38 h 38"/>
                <a:gd name="T16" fmla="*/ 8 w 70"/>
                <a:gd name="T17" fmla="*/ 38 h 38"/>
                <a:gd name="T18" fmla="*/ 4 w 70"/>
                <a:gd name="T19" fmla="*/ 38 h 38"/>
                <a:gd name="T20" fmla="*/ 2 w 70"/>
                <a:gd name="T21" fmla="*/ 38 h 38"/>
                <a:gd name="T22" fmla="*/ 0 w 70"/>
                <a:gd name="T23" fmla="*/ 36 h 38"/>
                <a:gd name="T24" fmla="*/ 0 w 70"/>
                <a:gd name="T25" fmla="*/ 34 h 38"/>
                <a:gd name="T26" fmla="*/ 0 w 70"/>
                <a:gd name="T27" fmla="*/ 32 h 38"/>
                <a:gd name="T28" fmla="*/ 4 w 70"/>
                <a:gd name="T29" fmla="*/ 16 h 38"/>
                <a:gd name="T30" fmla="*/ 4 w 70"/>
                <a:gd name="T31" fmla="*/ 16 h 38"/>
                <a:gd name="T32" fmla="*/ 8 w 70"/>
                <a:gd name="T33" fmla="*/ 14 h 38"/>
                <a:gd name="T34" fmla="*/ 10 w 70"/>
                <a:gd name="T35" fmla="*/ 10 h 38"/>
                <a:gd name="T36" fmla="*/ 16 w 70"/>
                <a:gd name="T37" fmla="*/ 6 h 38"/>
                <a:gd name="T38" fmla="*/ 20 w 70"/>
                <a:gd name="T39" fmla="*/ 4 h 38"/>
                <a:gd name="T40" fmla="*/ 26 w 70"/>
                <a:gd name="T41" fmla="*/ 2 h 38"/>
                <a:gd name="T42" fmla="*/ 32 w 70"/>
                <a:gd name="T43" fmla="*/ 0 h 38"/>
                <a:gd name="T44" fmla="*/ 50 w 70"/>
                <a:gd name="T45" fmla="*/ 2 h 38"/>
                <a:gd name="T46" fmla="*/ 64 w 70"/>
                <a:gd name="T47" fmla="*/ 4 h 38"/>
                <a:gd name="T48" fmla="*/ 70 w 70"/>
                <a:gd name="T49" fmla="*/ 12 h 38"/>
                <a:gd name="T50" fmla="*/ 58 w 70"/>
                <a:gd name="T51" fmla="*/ 38 h 3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70"/>
                <a:gd name="T79" fmla="*/ 0 h 38"/>
                <a:gd name="T80" fmla="*/ 70 w 70"/>
                <a:gd name="T81" fmla="*/ 38 h 3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70" h="38">
                  <a:moveTo>
                    <a:pt x="58" y="38"/>
                  </a:moveTo>
                  <a:lnTo>
                    <a:pt x="34" y="36"/>
                  </a:lnTo>
                  <a:lnTo>
                    <a:pt x="30" y="36"/>
                  </a:lnTo>
                  <a:lnTo>
                    <a:pt x="26" y="36"/>
                  </a:lnTo>
                  <a:lnTo>
                    <a:pt x="18" y="36"/>
                  </a:lnTo>
                  <a:lnTo>
                    <a:pt x="10" y="38"/>
                  </a:lnTo>
                  <a:lnTo>
                    <a:pt x="8" y="38"/>
                  </a:lnTo>
                  <a:lnTo>
                    <a:pt x="4" y="38"/>
                  </a:lnTo>
                  <a:lnTo>
                    <a:pt x="2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0" y="32"/>
                  </a:lnTo>
                  <a:lnTo>
                    <a:pt x="4" y="16"/>
                  </a:lnTo>
                  <a:lnTo>
                    <a:pt x="8" y="14"/>
                  </a:lnTo>
                  <a:lnTo>
                    <a:pt x="10" y="10"/>
                  </a:lnTo>
                  <a:lnTo>
                    <a:pt x="16" y="6"/>
                  </a:lnTo>
                  <a:lnTo>
                    <a:pt x="20" y="4"/>
                  </a:lnTo>
                  <a:lnTo>
                    <a:pt x="26" y="2"/>
                  </a:lnTo>
                  <a:lnTo>
                    <a:pt x="32" y="0"/>
                  </a:lnTo>
                  <a:lnTo>
                    <a:pt x="50" y="2"/>
                  </a:lnTo>
                  <a:lnTo>
                    <a:pt x="64" y="4"/>
                  </a:lnTo>
                  <a:lnTo>
                    <a:pt x="70" y="12"/>
                  </a:lnTo>
                  <a:lnTo>
                    <a:pt x="58" y="3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43" name="Freeform 205"/>
            <p:cNvSpPr>
              <a:spLocks/>
            </p:cNvSpPr>
            <p:nvPr/>
          </p:nvSpPr>
          <p:spPr bwMode="gray">
            <a:xfrm>
              <a:off x="1855" y="2712"/>
              <a:ext cx="98" cy="52"/>
            </a:xfrm>
            <a:custGeom>
              <a:avLst/>
              <a:gdLst>
                <a:gd name="T0" fmla="*/ 8 w 98"/>
                <a:gd name="T1" fmla="*/ 0 h 52"/>
                <a:gd name="T2" fmla="*/ 8 w 98"/>
                <a:gd name="T3" fmla="*/ 0 h 52"/>
                <a:gd name="T4" fmla="*/ 6 w 98"/>
                <a:gd name="T5" fmla="*/ 2 h 52"/>
                <a:gd name="T6" fmla="*/ 4 w 98"/>
                <a:gd name="T7" fmla="*/ 4 h 52"/>
                <a:gd name="T8" fmla="*/ 2 w 98"/>
                <a:gd name="T9" fmla="*/ 6 h 52"/>
                <a:gd name="T10" fmla="*/ 0 w 98"/>
                <a:gd name="T11" fmla="*/ 10 h 52"/>
                <a:gd name="T12" fmla="*/ 0 w 98"/>
                <a:gd name="T13" fmla="*/ 12 h 52"/>
                <a:gd name="T14" fmla="*/ 2 w 98"/>
                <a:gd name="T15" fmla="*/ 16 h 52"/>
                <a:gd name="T16" fmla="*/ 8 w 98"/>
                <a:gd name="T17" fmla="*/ 20 h 52"/>
                <a:gd name="T18" fmla="*/ 8 w 98"/>
                <a:gd name="T19" fmla="*/ 20 h 52"/>
                <a:gd name="T20" fmla="*/ 8 w 98"/>
                <a:gd name="T21" fmla="*/ 22 h 52"/>
                <a:gd name="T22" fmla="*/ 10 w 98"/>
                <a:gd name="T23" fmla="*/ 22 h 52"/>
                <a:gd name="T24" fmla="*/ 10 w 98"/>
                <a:gd name="T25" fmla="*/ 24 h 52"/>
                <a:gd name="T26" fmla="*/ 14 w 98"/>
                <a:gd name="T27" fmla="*/ 28 h 52"/>
                <a:gd name="T28" fmla="*/ 18 w 98"/>
                <a:gd name="T29" fmla="*/ 32 h 52"/>
                <a:gd name="T30" fmla="*/ 26 w 98"/>
                <a:gd name="T31" fmla="*/ 36 h 52"/>
                <a:gd name="T32" fmla="*/ 42 w 98"/>
                <a:gd name="T33" fmla="*/ 42 h 52"/>
                <a:gd name="T34" fmla="*/ 64 w 98"/>
                <a:gd name="T35" fmla="*/ 48 h 52"/>
                <a:gd name="T36" fmla="*/ 96 w 98"/>
                <a:gd name="T37" fmla="*/ 52 h 52"/>
                <a:gd name="T38" fmla="*/ 98 w 98"/>
                <a:gd name="T39" fmla="*/ 34 h 52"/>
                <a:gd name="T40" fmla="*/ 82 w 98"/>
                <a:gd name="T41" fmla="*/ 32 h 52"/>
                <a:gd name="T42" fmla="*/ 36 w 98"/>
                <a:gd name="T43" fmla="*/ 22 h 52"/>
                <a:gd name="T44" fmla="*/ 24 w 98"/>
                <a:gd name="T45" fmla="*/ 12 h 52"/>
                <a:gd name="T46" fmla="*/ 8 w 98"/>
                <a:gd name="T47" fmla="*/ 0 h 5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98"/>
                <a:gd name="T73" fmla="*/ 0 h 52"/>
                <a:gd name="T74" fmla="*/ 98 w 98"/>
                <a:gd name="T75" fmla="*/ 52 h 5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98" h="52">
                  <a:moveTo>
                    <a:pt x="8" y="0"/>
                  </a:moveTo>
                  <a:lnTo>
                    <a:pt x="8" y="0"/>
                  </a:lnTo>
                  <a:lnTo>
                    <a:pt x="6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2" y="16"/>
                  </a:lnTo>
                  <a:lnTo>
                    <a:pt x="8" y="20"/>
                  </a:lnTo>
                  <a:lnTo>
                    <a:pt x="8" y="22"/>
                  </a:lnTo>
                  <a:lnTo>
                    <a:pt x="10" y="22"/>
                  </a:lnTo>
                  <a:lnTo>
                    <a:pt x="10" y="24"/>
                  </a:lnTo>
                  <a:lnTo>
                    <a:pt x="14" y="28"/>
                  </a:lnTo>
                  <a:lnTo>
                    <a:pt x="18" y="32"/>
                  </a:lnTo>
                  <a:lnTo>
                    <a:pt x="26" y="36"/>
                  </a:lnTo>
                  <a:lnTo>
                    <a:pt x="42" y="42"/>
                  </a:lnTo>
                  <a:lnTo>
                    <a:pt x="64" y="48"/>
                  </a:lnTo>
                  <a:lnTo>
                    <a:pt x="96" y="52"/>
                  </a:lnTo>
                  <a:lnTo>
                    <a:pt x="98" y="34"/>
                  </a:lnTo>
                  <a:lnTo>
                    <a:pt x="82" y="32"/>
                  </a:lnTo>
                  <a:lnTo>
                    <a:pt x="36" y="22"/>
                  </a:lnTo>
                  <a:lnTo>
                    <a:pt x="24" y="12"/>
                  </a:lnTo>
                  <a:lnTo>
                    <a:pt x="8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44" name="Freeform 206"/>
            <p:cNvSpPr>
              <a:spLocks/>
            </p:cNvSpPr>
            <p:nvPr/>
          </p:nvSpPr>
          <p:spPr bwMode="gray">
            <a:xfrm>
              <a:off x="1697" y="2634"/>
              <a:ext cx="378" cy="372"/>
            </a:xfrm>
            <a:custGeom>
              <a:avLst/>
              <a:gdLst>
                <a:gd name="T0" fmla="*/ 262 w 378"/>
                <a:gd name="T1" fmla="*/ 126 h 372"/>
                <a:gd name="T2" fmla="*/ 264 w 378"/>
                <a:gd name="T3" fmla="*/ 110 h 372"/>
                <a:gd name="T4" fmla="*/ 256 w 378"/>
                <a:gd name="T5" fmla="*/ 114 h 372"/>
                <a:gd name="T6" fmla="*/ 254 w 378"/>
                <a:gd name="T7" fmla="*/ 130 h 372"/>
                <a:gd name="T8" fmla="*/ 192 w 378"/>
                <a:gd name="T9" fmla="*/ 116 h 372"/>
                <a:gd name="T10" fmla="*/ 168 w 378"/>
                <a:gd name="T11" fmla="*/ 98 h 372"/>
                <a:gd name="T12" fmla="*/ 162 w 378"/>
                <a:gd name="T13" fmla="*/ 82 h 372"/>
                <a:gd name="T14" fmla="*/ 160 w 378"/>
                <a:gd name="T15" fmla="*/ 58 h 372"/>
                <a:gd name="T16" fmla="*/ 174 w 378"/>
                <a:gd name="T17" fmla="*/ 40 h 372"/>
                <a:gd name="T18" fmla="*/ 170 w 378"/>
                <a:gd name="T19" fmla="*/ 6 h 372"/>
                <a:gd name="T20" fmla="*/ 152 w 378"/>
                <a:gd name="T21" fmla="*/ 0 h 372"/>
                <a:gd name="T22" fmla="*/ 140 w 378"/>
                <a:gd name="T23" fmla="*/ 8 h 372"/>
                <a:gd name="T24" fmla="*/ 110 w 378"/>
                <a:gd name="T25" fmla="*/ 18 h 372"/>
                <a:gd name="T26" fmla="*/ 112 w 378"/>
                <a:gd name="T27" fmla="*/ 28 h 372"/>
                <a:gd name="T28" fmla="*/ 124 w 378"/>
                <a:gd name="T29" fmla="*/ 34 h 372"/>
                <a:gd name="T30" fmla="*/ 108 w 378"/>
                <a:gd name="T31" fmla="*/ 36 h 372"/>
                <a:gd name="T32" fmla="*/ 96 w 378"/>
                <a:gd name="T33" fmla="*/ 48 h 372"/>
                <a:gd name="T34" fmla="*/ 88 w 378"/>
                <a:gd name="T35" fmla="*/ 60 h 372"/>
                <a:gd name="T36" fmla="*/ 58 w 378"/>
                <a:gd name="T37" fmla="*/ 84 h 372"/>
                <a:gd name="T38" fmla="*/ 48 w 378"/>
                <a:gd name="T39" fmla="*/ 126 h 372"/>
                <a:gd name="T40" fmla="*/ 18 w 378"/>
                <a:gd name="T41" fmla="*/ 148 h 372"/>
                <a:gd name="T42" fmla="*/ 12 w 378"/>
                <a:gd name="T43" fmla="*/ 170 h 372"/>
                <a:gd name="T44" fmla="*/ 32 w 378"/>
                <a:gd name="T45" fmla="*/ 166 h 372"/>
                <a:gd name="T46" fmla="*/ 32 w 378"/>
                <a:gd name="T47" fmla="*/ 176 h 372"/>
                <a:gd name="T48" fmla="*/ 16 w 378"/>
                <a:gd name="T49" fmla="*/ 192 h 372"/>
                <a:gd name="T50" fmla="*/ 38 w 378"/>
                <a:gd name="T51" fmla="*/ 214 h 372"/>
                <a:gd name="T52" fmla="*/ 50 w 378"/>
                <a:gd name="T53" fmla="*/ 206 h 372"/>
                <a:gd name="T54" fmla="*/ 58 w 378"/>
                <a:gd name="T55" fmla="*/ 194 h 372"/>
                <a:gd name="T56" fmla="*/ 56 w 378"/>
                <a:gd name="T57" fmla="*/ 210 h 372"/>
                <a:gd name="T58" fmla="*/ 76 w 378"/>
                <a:gd name="T59" fmla="*/ 308 h 372"/>
                <a:gd name="T60" fmla="*/ 102 w 378"/>
                <a:gd name="T61" fmla="*/ 352 h 372"/>
                <a:gd name="T62" fmla="*/ 114 w 378"/>
                <a:gd name="T63" fmla="*/ 370 h 372"/>
                <a:gd name="T64" fmla="*/ 132 w 378"/>
                <a:gd name="T65" fmla="*/ 370 h 372"/>
                <a:gd name="T66" fmla="*/ 134 w 378"/>
                <a:gd name="T67" fmla="*/ 362 h 372"/>
                <a:gd name="T68" fmla="*/ 146 w 378"/>
                <a:gd name="T69" fmla="*/ 348 h 372"/>
                <a:gd name="T70" fmla="*/ 160 w 378"/>
                <a:gd name="T71" fmla="*/ 318 h 372"/>
                <a:gd name="T72" fmla="*/ 162 w 378"/>
                <a:gd name="T73" fmla="*/ 280 h 372"/>
                <a:gd name="T74" fmla="*/ 182 w 378"/>
                <a:gd name="T75" fmla="*/ 268 h 372"/>
                <a:gd name="T76" fmla="*/ 224 w 378"/>
                <a:gd name="T77" fmla="*/ 232 h 372"/>
                <a:gd name="T78" fmla="*/ 248 w 378"/>
                <a:gd name="T79" fmla="*/ 202 h 372"/>
                <a:gd name="T80" fmla="*/ 262 w 378"/>
                <a:gd name="T81" fmla="*/ 194 h 372"/>
                <a:gd name="T82" fmla="*/ 266 w 378"/>
                <a:gd name="T83" fmla="*/ 176 h 372"/>
                <a:gd name="T84" fmla="*/ 266 w 378"/>
                <a:gd name="T85" fmla="*/ 160 h 372"/>
                <a:gd name="T86" fmla="*/ 282 w 378"/>
                <a:gd name="T87" fmla="*/ 150 h 372"/>
                <a:gd name="T88" fmla="*/ 294 w 378"/>
                <a:gd name="T89" fmla="*/ 156 h 372"/>
                <a:gd name="T90" fmla="*/ 304 w 378"/>
                <a:gd name="T91" fmla="*/ 170 h 372"/>
                <a:gd name="T92" fmla="*/ 312 w 378"/>
                <a:gd name="T93" fmla="*/ 164 h 372"/>
                <a:gd name="T94" fmla="*/ 318 w 378"/>
                <a:gd name="T95" fmla="*/ 182 h 372"/>
                <a:gd name="T96" fmla="*/ 324 w 378"/>
                <a:gd name="T97" fmla="*/ 184 h 372"/>
                <a:gd name="T98" fmla="*/ 322 w 378"/>
                <a:gd name="T99" fmla="*/ 168 h 372"/>
                <a:gd name="T100" fmla="*/ 336 w 378"/>
                <a:gd name="T101" fmla="*/ 168 h 372"/>
                <a:gd name="T102" fmla="*/ 346 w 378"/>
                <a:gd name="T103" fmla="*/ 152 h 372"/>
                <a:gd name="T104" fmla="*/ 370 w 378"/>
                <a:gd name="T105" fmla="*/ 130 h 372"/>
                <a:gd name="T106" fmla="*/ 378 w 378"/>
                <a:gd name="T107" fmla="*/ 114 h 372"/>
                <a:gd name="T108" fmla="*/ 344 w 378"/>
                <a:gd name="T109" fmla="*/ 114 h 372"/>
                <a:gd name="T110" fmla="*/ 322 w 378"/>
                <a:gd name="T111" fmla="*/ 130 h 372"/>
                <a:gd name="T112" fmla="*/ 306 w 378"/>
                <a:gd name="T113" fmla="*/ 136 h 372"/>
                <a:gd name="T114" fmla="*/ 282 w 378"/>
                <a:gd name="T115" fmla="*/ 136 h 372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78"/>
                <a:gd name="T175" fmla="*/ 0 h 372"/>
                <a:gd name="T176" fmla="*/ 378 w 378"/>
                <a:gd name="T177" fmla="*/ 372 h 372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78" h="372">
                  <a:moveTo>
                    <a:pt x="264" y="138"/>
                  </a:moveTo>
                  <a:lnTo>
                    <a:pt x="262" y="136"/>
                  </a:lnTo>
                  <a:lnTo>
                    <a:pt x="260" y="134"/>
                  </a:lnTo>
                  <a:lnTo>
                    <a:pt x="260" y="130"/>
                  </a:lnTo>
                  <a:lnTo>
                    <a:pt x="262" y="128"/>
                  </a:lnTo>
                  <a:lnTo>
                    <a:pt x="262" y="126"/>
                  </a:lnTo>
                  <a:lnTo>
                    <a:pt x="262" y="122"/>
                  </a:lnTo>
                  <a:lnTo>
                    <a:pt x="264" y="118"/>
                  </a:lnTo>
                  <a:lnTo>
                    <a:pt x="264" y="114"/>
                  </a:lnTo>
                  <a:lnTo>
                    <a:pt x="264" y="110"/>
                  </a:lnTo>
                  <a:lnTo>
                    <a:pt x="262" y="110"/>
                  </a:lnTo>
                  <a:lnTo>
                    <a:pt x="260" y="110"/>
                  </a:lnTo>
                  <a:lnTo>
                    <a:pt x="258" y="110"/>
                  </a:lnTo>
                  <a:lnTo>
                    <a:pt x="258" y="112"/>
                  </a:lnTo>
                  <a:lnTo>
                    <a:pt x="256" y="112"/>
                  </a:lnTo>
                  <a:lnTo>
                    <a:pt x="256" y="114"/>
                  </a:lnTo>
                  <a:lnTo>
                    <a:pt x="256" y="116"/>
                  </a:lnTo>
                  <a:lnTo>
                    <a:pt x="256" y="120"/>
                  </a:lnTo>
                  <a:lnTo>
                    <a:pt x="254" y="122"/>
                  </a:lnTo>
                  <a:lnTo>
                    <a:pt x="254" y="126"/>
                  </a:lnTo>
                  <a:lnTo>
                    <a:pt x="254" y="128"/>
                  </a:lnTo>
                  <a:lnTo>
                    <a:pt x="254" y="130"/>
                  </a:lnTo>
                  <a:lnTo>
                    <a:pt x="226" y="126"/>
                  </a:lnTo>
                  <a:lnTo>
                    <a:pt x="218" y="122"/>
                  </a:lnTo>
                  <a:lnTo>
                    <a:pt x="206" y="120"/>
                  </a:lnTo>
                  <a:lnTo>
                    <a:pt x="196" y="118"/>
                  </a:lnTo>
                  <a:lnTo>
                    <a:pt x="192" y="116"/>
                  </a:lnTo>
                  <a:lnTo>
                    <a:pt x="186" y="114"/>
                  </a:lnTo>
                  <a:lnTo>
                    <a:pt x="180" y="112"/>
                  </a:lnTo>
                  <a:lnTo>
                    <a:pt x="176" y="108"/>
                  </a:lnTo>
                  <a:lnTo>
                    <a:pt x="172" y="104"/>
                  </a:lnTo>
                  <a:lnTo>
                    <a:pt x="168" y="102"/>
                  </a:lnTo>
                  <a:lnTo>
                    <a:pt x="168" y="98"/>
                  </a:lnTo>
                  <a:lnTo>
                    <a:pt x="166" y="98"/>
                  </a:lnTo>
                  <a:lnTo>
                    <a:pt x="162" y="94"/>
                  </a:lnTo>
                  <a:lnTo>
                    <a:pt x="160" y="90"/>
                  </a:lnTo>
                  <a:lnTo>
                    <a:pt x="158" y="88"/>
                  </a:lnTo>
                  <a:lnTo>
                    <a:pt x="160" y="84"/>
                  </a:lnTo>
                  <a:lnTo>
                    <a:pt x="162" y="82"/>
                  </a:lnTo>
                  <a:lnTo>
                    <a:pt x="164" y="80"/>
                  </a:lnTo>
                  <a:lnTo>
                    <a:pt x="166" y="78"/>
                  </a:lnTo>
                  <a:lnTo>
                    <a:pt x="162" y="72"/>
                  </a:lnTo>
                  <a:lnTo>
                    <a:pt x="160" y="64"/>
                  </a:lnTo>
                  <a:lnTo>
                    <a:pt x="160" y="58"/>
                  </a:lnTo>
                  <a:lnTo>
                    <a:pt x="162" y="52"/>
                  </a:lnTo>
                  <a:lnTo>
                    <a:pt x="164" y="48"/>
                  </a:lnTo>
                  <a:lnTo>
                    <a:pt x="166" y="44"/>
                  </a:lnTo>
                  <a:lnTo>
                    <a:pt x="170" y="42"/>
                  </a:lnTo>
                  <a:lnTo>
                    <a:pt x="172" y="40"/>
                  </a:lnTo>
                  <a:lnTo>
                    <a:pt x="174" y="40"/>
                  </a:lnTo>
                  <a:lnTo>
                    <a:pt x="168" y="28"/>
                  </a:lnTo>
                  <a:lnTo>
                    <a:pt x="174" y="22"/>
                  </a:lnTo>
                  <a:lnTo>
                    <a:pt x="172" y="20"/>
                  </a:lnTo>
                  <a:lnTo>
                    <a:pt x="170" y="14"/>
                  </a:lnTo>
                  <a:lnTo>
                    <a:pt x="170" y="10"/>
                  </a:lnTo>
                  <a:lnTo>
                    <a:pt x="170" y="6"/>
                  </a:lnTo>
                  <a:lnTo>
                    <a:pt x="168" y="6"/>
                  </a:lnTo>
                  <a:lnTo>
                    <a:pt x="168" y="2"/>
                  </a:lnTo>
                  <a:lnTo>
                    <a:pt x="164" y="0"/>
                  </a:lnTo>
                  <a:lnTo>
                    <a:pt x="160" y="0"/>
                  </a:lnTo>
                  <a:lnTo>
                    <a:pt x="156" y="0"/>
                  </a:lnTo>
                  <a:lnTo>
                    <a:pt x="152" y="0"/>
                  </a:lnTo>
                  <a:lnTo>
                    <a:pt x="150" y="0"/>
                  </a:lnTo>
                  <a:lnTo>
                    <a:pt x="146" y="2"/>
                  </a:lnTo>
                  <a:lnTo>
                    <a:pt x="144" y="2"/>
                  </a:lnTo>
                  <a:lnTo>
                    <a:pt x="140" y="6"/>
                  </a:lnTo>
                  <a:lnTo>
                    <a:pt x="140" y="8"/>
                  </a:lnTo>
                  <a:lnTo>
                    <a:pt x="138" y="12"/>
                  </a:lnTo>
                  <a:lnTo>
                    <a:pt x="126" y="14"/>
                  </a:lnTo>
                  <a:lnTo>
                    <a:pt x="120" y="14"/>
                  </a:lnTo>
                  <a:lnTo>
                    <a:pt x="114" y="16"/>
                  </a:lnTo>
                  <a:lnTo>
                    <a:pt x="110" y="18"/>
                  </a:lnTo>
                  <a:lnTo>
                    <a:pt x="108" y="20"/>
                  </a:lnTo>
                  <a:lnTo>
                    <a:pt x="106" y="22"/>
                  </a:lnTo>
                  <a:lnTo>
                    <a:pt x="106" y="24"/>
                  </a:lnTo>
                  <a:lnTo>
                    <a:pt x="106" y="26"/>
                  </a:lnTo>
                  <a:lnTo>
                    <a:pt x="108" y="26"/>
                  </a:lnTo>
                  <a:lnTo>
                    <a:pt x="112" y="28"/>
                  </a:lnTo>
                  <a:lnTo>
                    <a:pt x="114" y="28"/>
                  </a:lnTo>
                  <a:lnTo>
                    <a:pt x="116" y="28"/>
                  </a:lnTo>
                  <a:lnTo>
                    <a:pt x="118" y="28"/>
                  </a:lnTo>
                  <a:lnTo>
                    <a:pt x="120" y="30"/>
                  </a:lnTo>
                  <a:lnTo>
                    <a:pt x="124" y="32"/>
                  </a:lnTo>
                  <a:lnTo>
                    <a:pt x="124" y="34"/>
                  </a:lnTo>
                  <a:lnTo>
                    <a:pt x="124" y="36"/>
                  </a:lnTo>
                  <a:lnTo>
                    <a:pt x="124" y="38"/>
                  </a:lnTo>
                  <a:lnTo>
                    <a:pt x="122" y="36"/>
                  </a:lnTo>
                  <a:lnTo>
                    <a:pt x="118" y="36"/>
                  </a:lnTo>
                  <a:lnTo>
                    <a:pt x="114" y="36"/>
                  </a:lnTo>
                  <a:lnTo>
                    <a:pt x="108" y="36"/>
                  </a:lnTo>
                  <a:lnTo>
                    <a:pt x="106" y="38"/>
                  </a:lnTo>
                  <a:lnTo>
                    <a:pt x="102" y="38"/>
                  </a:lnTo>
                  <a:lnTo>
                    <a:pt x="98" y="40"/>
                  </a:lnTo>
                  <a:lnTo>
                    <a:pt x="96" y="44"/>
                  </a:lnTo>
                  <a:lnTo>
                    <a:pt x="96" y="48"/>
                  </a:lnTo>
                  <a:lnTo>
                    <a:pt x="96" y="50"/>
                  </a:lnTo>
                  <a:lnTo>
                    <a:pt x="96" y="52"/>
                  </a:lnTo>
                  <a:lnTo>
                    <a:pt x="96" y="54"/>
                  </a:lnTo>
                  <a:lnTo>
                    <a:pt x="90" y="54"/>
                  </a:lnTo>
                  <a:lnTo>
                    <a:pt x="90" y="58"/>
                  </a:lnTo>
                  <a:lnTo>
                    <a:pt x="88" y="60"/>
                  </a:lnTo>
                  <a:lnTo>
                    <a:pt x="84" y="64"/>
                  </a:lnTo>
                  <a:lnTo>
                    <a:pt x="82" y="68"/>
                  </a:lnTo>
                  <a:lnTo>
                    <a:pt x="78" y="70"/>
                  </a:lnTo>
                  <a:lnTo>
                    <a:pt x="76" y="72"/>
                  </a:lnTo>
                  <a:lnTo>
                    <a:pt x="76" y="74"/>
                  </a:lnTo>
                  <a:lnTo>
                    <a:pt x="58" y="84"/>
                  </a:lnTo>
                  <a:lnTo>
                    <a:pt x="46" y="94"/>
                  </a:lnTo>
                  <a:lnTo>
                    <a:pt x="40" y="104"/>
                  </a:lnTo>
                  <a:lnTo>
                    <a:pt x="38" y="112"/>
                  </a:lnTo>
                  <a:lnTo>
                    <a:pt x="38" y="118"/>
                  </a:lnTo>
                  <a:lnTo>
                    <a:pt x="40" y="122"/>
                  </a:lnTo>
                  <a:lnTo>
                    <a:pt x="48" y="126"/>
                  </a:lnTo>
                  <a:lnTo>
                    <a:pt x="44" y="146"/>
                  </a:lnTo>
                  <a:lnTo>
                    <a:pt x="38" y="146"/>
                  </a:lnTo>
                  <a:lnTo>
                    <a:pt x="24" y="146"/>
                  </a:lnTo>
                  <a:lnTo>
                    <a:pt x="22" y="146"/>
                  </a:lnTo>
                  <a:lnTo>
                    <a:pt x="20" y="146"/>
                  </a:lnTo>
                  <a:lnTo>
                    <a:pt x="18" y="148"/>
                  </a:lnTo>
                  <a:lnTo>
                    <a:pt x="16" y="148"/>
                  </a:lnTo>
                  <a:lnTo>
                    <a:pt x="0" y="166"/>
                  </a:lnTo>
                  <a:lnTo>
                    <a:pt x="2" y="168"/>
                  </a:lnTo>
                  <a:lnTo>
                    <a:pt x="6" y="170"/>
                  </a:lnTo>
                  <a:lnTo>
                    <a:pt x="12" y="170"/>
                  </a:lnTo>
                  <a:lnTo>
                    <a:pt x="18" y="170"/>
                  </a:lnTo>
                  <a:lnTo>
                    <a:pt x="24" y="168"/>
                  </a:lnTo>
                  <a:lnTo>
                    <a:pt x="26" y="168"/>
                  </a:lnTo>
                  <a:lnTo>
                    <a:pt x="28" y="166"/>
                  </a:lnTo>
                  <a:lnTo>
                    <a:pt x="30" y="166"/>
                  </a:lnTo>
                  <a:lnTo>
                    <a:pt x="32" y="166"/>
                  </a:lnTo>
                  <a:lnTo>
                    <a:pt x="36" y="166"/>
                  </a:lnTo>
                  <a:lnTo>
                    <a:pt x="36" y="168"/>
                  </a:lnTo>
                  <a:lnTo>
                    <a:pt x="34" y="170"/>
                  </a:lnTo>
                  <a:lnTo>
                    <a:pt x="32" y="176"/>
                  </a:lnTo>
                  <a:lnTo>
                    <a:pt x="28" y="180"/>
                  </a:lnTo>
                  <a:lnTo>
                    <a:pt x="24" y="184"/>
                  </a:lnTo>
                  <a:lnTo>
                    <a:pt x="20" y="188"/>
                  </a:lnTo>
                  <a:lnTo>
                    <a:pt x="16" y="190"/>
                  </a:lnTo>
                  <a:lnTo>
                    <a:pt x="16" y="192"/>
                  </a:lnTo>
                  <a:lnTo>
                    <a:pt x="16" y="194"/>
                  </a:lnTo>
                  <a:lnTo>
                    <a:pt x="18" y="198"/>
                  </a:lnTo>
                  <a:lnTo>
                    <a:pt x="20" y="202"/>
                  </a:lnTo>
                  <a:lnTo>
                    <a:pt x="24" y="206"/>
                  </a:lnTo>
                  <a:lnTo>
                    <a:pt x="30" y="210"/>
                  </a:lnTo>
                  <a:lnTo>
                    <a:pt x="38" y="214"/>
                  </a:lnTo>
                  <a:lnTo>
                    <a:pt x="40" y="214"/>
                  </a:lnTo>
                  <a:lnTo>
                    <a:pt x="42" y="214"/>
                  </a:lnTo>
                  <a:lnTo>
                    <a:pt x="44" y="214"/>
                  </a:lnTo>
                  <a:lnTo>
                    <a:pt x="46" y="210"/>
                  </a:lnTo>
                  <a:lnTo>
                    <a:pt x="50" y="206"/>
                  </a:lnTo>
                  <a:lnTo>
                    <a:pt x="50" y="204"/>
                  </a:lnTo>
                  <a:lnTo>
                    <a:pt x="50" y="200"/>
                  </a:lnTo>
                  <a:lnTo>
                    <a:pt x="52" y="196"/>
                  </a:lnTo>
                  <a:lnTo>
                    <a:pt x="54" y="194"/>
                  </a:lnTo>
                  <a:lnTo>
                    <a:pt x="58" y="192"/>
                  </a:lnTo>
                  <a:lnTo>
                    <a:pt x="58" y="194"/>
                  </a:lnTo>
                  <a:lnTo>
                    <a:pt x="56" y="196"/>
                  </a:lnTo>
                  <a:lnTo>
                    <a:pt x="56" y="200"/>
                  </a:lnTo>
                  <a:lnTo>
                    <a:pt x="56" y="204"/>
                  </a:lnTo>
                  <a:lnTo>
                    <a:pt x="58" y="206"/>
                  </a:lnTo>
                  <a:lnTo>
                    <a:pt x="58" y="208"/>
                  </a:lnTo>
                  <a:lnTo>
                    <a:pt x="56" y="210"/>
                  </a:lnTo>
                  <a:lnTo>
                    <a:pt x="56" y="212"/>
                  </a:lnTo>
                  <a:lnTo>
                    <a:pt x="56" y="216"/>
                  </a:lnTo>
                  <a:lnTo>
                    <a:pt x="56" y="220"/>
                  </a:lnTo>
                  <a:lnTo>
                    <a:pt x="56" y="228"/>
                  </a:lnTo>
                  <a:lnTo>
                    <a:pt x="60" y="258"/>
                  </a:lnTo>
                  <a:lnTo>
                    <a:pt x="76" y="308"/>
                  </a:lnTo>
                  <a:lnTo>
                    <a:pt x="92" y="336"/>
                  </a:lnTo>
                  <a:lnTo>
                    <a:pt x="94" y="336"/>
                  </a:lnTo>
                  <a:lnTo>
                    <a:pt x="96" y="340"/>
                  </a:lnTo>
                  <a:lnTo>
                    <a:pt x="98" y="344"/>
                  </a:lnTo>
                  <a:lnTo>
                    <a:pt x="102" y="352"/>
                  </a:lnTo>
                  <a:lnTo>
                    <a:pt x="104" y="354"/>
                  </a:lnTo>
                  <a:lnTo>
                    <a:pt x="108" y="358"/>
                  </a:lnTo>
                  <a:lnTo>
                    <a:pt x="110" y="362"/>
                  </a:lnTo>
                  <a:lnTo>
                    <a:pt x="112" y="366"/>
                  </a:lnTo>
                  <a:lnTo>
                    <a:pt x="114" y="370"/>
                  </a:lnTo>
                  <a:lnTo>
                    <a:pt x="116" y="372"/>
                  </a:lnTo>
                  <a:lnTo>
                    <a:pt x="120" y="372"/>
                  </a:lnTo>
                  <a:lnTo>
                    <a:pt x="126" y="372"/>
                  </a:lnTo>
                  <a:lnTo>
                    <a:pt x="130" y="372"/>
                  </a:lnTo>
                  <a:lnTo>
                    <a:pt x="132" y="372"/>
                  </a:lnTo>
                  <a:lnTo>
                    <a:pt x="132" y="370"/>
                  </a:lnTo>
                  <a:lnTo>
                    <a:pt x="132" y="368"/>
                  </a:lnTo>
                  <a:lnTo>
                    <a:pt x="134" y="364"/>
                  </a:lnTo>
                  <a:lnTo>
                    <a:pt x="134" y="362"/>
                  </a:lnTo>
                  <a:lnTo>
                    <a:pt x="138" y="358"/>
                  </a:lnTo>
                  <a:lnTo>
                    <a:pt x="140" y="356"/>
                  </a:lnTo>
                  <a:lnTo>
                    <a:pt x="144" y="354"/>
                  </a:lnTo>
                  <a:lnTo>
                    <a:pt x="146" y="352"/>
                  </a:lnTo>
                  <a:lnTo>
                    <a:pt x="146" y="348"/>
                  </a:lnTo>
                  <a:lnTo>
                    <a:pt x="150" y="346"/>
                  </a:lnTo>
                  <a:lnTo>
                    <a:pt x="152" y="344"/>
                  </a:lnTo>
                  <a:lnTo>
                    <a:pt x="154" y="342"/>
                  </a:lnTo>
                  <a:lnTo>
                    <a:pt x="156" y="338"/>
                  </a:lnTo>
                  <a:lnTo>
                    <a:pt x="158" y="330"/>
                  </a:lnTo>
                  <a:lnTo>
                    <a:pt x="160" y="318"/>
                  </a:lnTo>
                  <a:lnTo>
                    <a:pt x="158" y="308"/>
                  </a:lnTo>
                  <a:lnTo>
                    <a:pt x="156" y="302"/>
                  </a:lnTo>
                  <a:lnTo>
                    <a:pt x="156" y="296"/>
                  </a:lnTo>
                  <a:lnTo>
                    <a:pt x="156" y="290"/>
                  </a:lnTo>
                  <a:lnTo>
                    <a:pt x="158" y="284"/>
                  </a:lnTo>
                  <a:lnTo>
                    <a:pt x="162" y="280"/>
                  </a:lnTo>
                  <a:lnTo>
                    <a:pt x="166" y="278"/>
                  </a:lnTo>
                  <a:lnTo>
                    <a:pt x="168" y="276"/>
                  </a:lnTo>
                  <a:lnTo>
                    <a:pt x="170" y="276"/>
                  </a:lnTo>
                  <a:lnTo>
                    <a:pt x="174" y="274"/>
                  </a:lnTo>
                  <a:lnTo>
                    <a:pt x="178" y="270"/>
                  </a:lnTo>
                  <a:lnTo>
                    <a:pt x="182" y="268"/>
                  </a:lnTo>
                  <a:lnTo>
                    <a:pt x="184" y="266"/>
                  </a:lnTo>
                  <a:lnTo>
                    <a:pt x="190" y="260"/>
                  </a:lnTo>
                  <a:lnTo>
                    <a:pt x="198" y="252"/>
                  </a:lnTo>
                  <a:lnTo>
                    <a:pt x="208" y="244"/>
                  </a:lnTo>
                  <a:lnTo>
                    <a:pt x="218" y="236"/>
                  </a:lnTo>
                  <a:lnTo>
                    <a:pt x="224" y="232"/>
                  </a:lnTo>
                  <a:lnTo>
                    <a:pt x="226" y="230"/>
                  </a:lnTo>
                  <a:lnTo>
                    <a:pt x="232" y="228"/>
                  </a:lnTo>
                  <a:lnTo>
                    <a:pt x="236" y="222"/>
                  </a:lnTo>
                  <a:lnTo>
                    <a:pt x="242" y="216"/>
                  </a:lnTo>
                  <a:lnTo>
                    <a:pt x="246" y="210"/>
                  </a:lnTo>
                  <a:lnTo>
                    <a:pt x="248" y="202"/>
                  </a:lnTo>
                  <a:lnTo>
                    <a:pt x="250" y="200"/>
                  </a:lnTo>
                  <a:lnTo>
                    <a:pt x="250" y="198"/>
                  </a:lnTo>
                  <a:lnTo>
                    <a:pt x="254" y="196"/>
                  </a:lnTo>
                  <a:lnTo>
                    <a:pt x="258" y="194"/>
                  </a:lnTo>
                  <a:lnTo>
                    <a:pt x="262" y="194"/>
                  </a:lnTo>
                  <a:lnTo>
                    <a:pt x="270" y="196"/>
                  </a:lnTo>
                  <a:lnTo>
                    <a:pt x="270" y="182"/>
                  </a:lnTo>
                  <a:lnTo>
                    <a:pt x="270" y="180"/>
                  </a:lnTo>
                  <a:lnTo>
                    <a:pt x="268" y="176"/>
                  </a:lnTo>
                  <a:lnTo>
                    <a:pt x="266" y="176"/>
                  </a:lnTo>
                  <a:lnTo>
                    <a:pt x="266" y="174"/>
                  </a:lnTo>
                  <a:lnTo>
                    <a:pt x="264" y="172"/>
                  </a:lnTo>
                  <a:lnTo>
                    <a:pt x="264" y="168"/>
                  </a:lnTo>
                  <a:lnTo>
                    <a:pt x="264" y="164"/>
                  </a:lnTo>
                  <a:lnTo>
                    <a:pt x="266" y="162"/>
                  </a:lnTo>
                  <a:lnTo>
                    <a:pt x="266" y="160"/>
                  </a:lnTo>
                  <a:lnTo>
                    <a:pt x="266" y="158"/>
                  </a:lnTo>
                  <a:lnTo>
                    <a:pt x="268" y="154"/>
                  </a:lnTo>
                  <a:lnTo>
                    <a:pt x="268" y="152"/>
                  </a:lnTo>
                  <a:lnTo>
                    <a:pt x="270" y="150"/>
                  </a:lnTo>
                  <a:lnTo>
                    <a:pt x="274" y="150"/>
                  </a:lnTo>
                  <a:lnTo>
                    <a:pt x="282" y="150"/>
                  </a:lnTo>
                  <a:lnTo>
                    <a:pt x="288" y="150"/>
                  </a:lnTo>
                  <a:lnTo>
                    <a:pt x="290" y="150"/>
                  </a:lnTo>
                  <a:lnTo>
                    <a:pt x="292" y="152"/>
                  </a:lnTo>
                  <a:lnTo>
                    <a:pt x="294" y="156"/>
                  </a:lnTo>
                  <a:lnTo>
                    <a:pt x="294" y="164"/>
                  </a:lnTo>
                  <a:lnTo>
                    <a:pt x="298" y="178"/>
                  </a:lnTo>
                  <a:lnTo>
                    <a:pt x="300" y="176"/>
                  </a:lnTo>
                  <a:lnTo>
                    <a:pt x="302" y="174"/>
                  </a:lnTo>
                  <a:lnTo>
                    <a:pt x="304" y="170"/>
                  </a:lnTo>
                  <a:lnTo>
                    <a:pt x="304" y="168"/>
                  </a:lnTo>
                  <a:lnTo>
                    <a:pt x="306" y="164"/>
                  </a:lnTo>
                  <a:lnTo>
                    <a:pt x="308" y="162"/>
                  </a:lnTo>
                  <a:lnTo>
                    <a:pt x="310" y="162"/>
                  </a:lnTo>
                  <a:lnTo>
                    <a:pt x="312" y="164"/>
                  </a:lnTo>
                  <a:lnTo>
                    <a:pt x="312" y="168"/>
                  </a:lnTo>
                  <a:lnTo>
                    <a:pt x="314" y="176"/>
                  </a:lnTo>
                  <a:lnTo>
                    <a:pt x="316" y="184"/>
                  </a:lnTo>
                  <a:lnTo>
                    <a:pt x="316" y="182"/>
                  </a:lnTo>
                  <a:lnTo>
                    <a:pt x="318" y="182"/>
                  </a:lnTo>
                  <a:lnTo>
                    <a:pt x="320" y="182"/>
                  </a:lnTo>
                  <a:lnTo>
                    <a:pt x="320" y="184"/>
                  </a:lnTo>
                  <a:lnTo>
                    <a:pt x="322" y="184"/>
                  </a:lnTo>
                  <a:lnTo>
                    <a:pt x="324" y="184"/>
                  </a:lnTo>
                  <a:lnTo>
                    <a:pt x="324" y="182"/>
                  </a:lnTo>
                  <a:lnTo>
                    <a:pt x="324" y="178"/>
                  </a:lnTo>
                  <a:lnTo>
                    <a:pt x="322" y="174"/>
                  </a:lnTo>
                  <a:lnTo>
                    <a:pt x="322" y="170"/>
                  </a:lnTo>
                  <a:lnTo>
                    <a:pt x="322" y="168"/>
                  </a:lnTo>
                  <a:lnTo>
                    <a:pt x="324" y="168"/>
                  </a:lnTo>
                  <a:lnTo>
                    <a:pt x="328" y="170"/>
                  </a:lnTo>
                  <a:lnTo>
                    <a:pt x="330" y="172"/>
                  </a:lnTo>
                  <a:lnTo>
                    <a:pt x="332" y="172"/>
                  </a:lnTo>
                  <a:lnTo>
                    <a:pt x="334" y="170"/>
                  </a:lnTo>
                  <a:lnTo>
                    <a:pt x="336" y="168"/>
                  </a:lnTo>
                  <a:lnTo>
                    <a:pt x="338" y="166"/>
                  </a:lnTo>
                  <a:lnTo>
                    <a:pt x="340" y="164"/>
                  </a:lnTo>
                  <a:lnTo>
                    <a:pt x="342" y="164"/>
                  </a:lnTo>
                  <a:lnTo>
                    <a:pt x="344" y="160"/>
                  </a:lnTo>
                  <a:lnTo>
                    <a:pt x="344" y="156"/>
                  </a:lnTo>
                  <a:lnTo>
                    <a:pt x="346" y="152"/>
                  </a:lnTo>
                  <a:lnTo>
                    <a:pt x="348" y="146"/>
                  </a:lnTo>
                  <a:lnTo>
                    <a:pt x="350" y="142"/>
                  </a:lnTo>
                  <a:lnTo>
                    <a:pt x="354" y="140"/>
                  </a:lnTo>
                  <a:lnTo>
                    <a:pt x="358" y="138"/>
                  </a:lnTo>
                  <a:lnTo>
                    <a:pt x="368" y="134"/>
                  </a:lnTo>
                  <a:lnTo>
                    <a:pt x="370" y="130"/>
                  </a:lnTo>
                  <a:lnTo>
                    <a:pt x="370" y="128"/>
                  </a:lnTo>
                  <a:lnTo>
                    <a:pt x="372" y="126"/>
                  </a:lnTo>
                  <a:lnTo>
                    <a:pt x="374" y="124"/>
                  </a:lnTo>
                  <a:lnTo>
                    <a:pt x="374" y="120"/>
                  </a:lnTo>
                  <a:lnTo>
                    <a:pt x="376" y="116"/>
                  </a:lnTo>
                  <a:lnTo>
                    <a:pt x="378" y="114"/>
                  </a:lnTo>
                  <a:lnTo>
                    <a:pt x="378" y="110"/>
                  </a:lnTo>
                  <a:lnTo>
                    <a:pt x="378" y="108"/>
                  </a:lnTo>
                  <a:lnTo>
                    <a:pt x="376" y="108"/>
                  </a:lnTo>
                  <a:lnTo>
                    <a:pt x="366" y="110"/>
                  </a:lnTo>
                  <a:lnTo>
                    <a:pt x="354" y="112"/>
                  </a:lnTo>
                  <a:lnTo>
                    <a:pt x="344" y="114"/>
                  </a:lnTo>
                  <a:lnTo>
                    <a:pt x="330" y="112"/>
                  </a:lnTo>
                  <a:lnTo>
                    <a:pt x="328" y="116"/>
                  </a:lnTo>
                  <a:lnTo>
                    <a:pt x="326" y="120"/>
                  </a:lnTo>
                  <a:lnTo>
                    <a:pt x="324" y="124"/>
                  </a:lnTo>
                  <a:lnTo>
                    <a:pt x="322" y="130"/>
                  </a:lnTo>
                  <a:lnTo>
                    <a:pt x="320" y="134"/>
                  </a:lnTo>
                  <a:lnTo>
                    <a:pt x="318" y="136"/>
                  </a:lnTo>
                  <a:lnTo>
                    <a:pt x="316" y="138"/>
                  </a:lnTo>
                  <a:lnTo>
                    <a:pt x="314" y="138"/>
                  </a:lnTo>
                  <a:lnTo>
                    <a:pt x="310" y="138"/>
                  </a:lnTo>
                  <a:lnTo>
                    <a:pt x="306" y="136"/>
                  </a:lnTo>
                  <a:lnTo>
                    <a:pt x="302" y="136"/>
                  </a:lnTo>
                  <a:lnTo>
                    <a:pt x="298" y="136"/>
                  </a:lnTo>
                  <a:lnTo>
                    <a:pt x="294" y="138"/>
                  </a:lnTo>
                  <a:lnTo>
                    <a:pt x="290" y="136"/>
                  </a:lnTo>
                  <a:lnTo>
                    <a:pt x="284" y="136"/>
                  </a:lnTo>
                  <a:lnTo>
                    <a:pt x="282" y="136"/>
                  </a:lnTo>
                  <a:lnTo>
                    <a:pt x="280" y="136"/>
                  </a:lnTo>
                  <a:lnTo>
                    <a:pt x="264" y="13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45" name="Freeform 207"/>
            <p:cNvSpPr>
              <a:spLocks/>
            </p:cNvSpPr>
            <p:nvPr/>
          </p:nvSpPr>
          <p:spPr bwMode="gray">
            <a:xfrm>
              <a:off x="1609" y="2590"/>
              <a:ext cx="196" cy="136"/>
            </a:xfrm>
            <a:custGeom>
              <a:avLst/>
              <a:gdLst>
                <a:gd name="T0" fmla="*/ 194 w 196"/>
                <a:gd name="T1" fmla="*/ 36 h 136"/>
                <a:gd name="T2" fmla="*/ 184 w 196"/>
                <a:gd name="T3" fmla="*/ 36 h 136"/>
                <a:gd name="T4" fmla="*/ 166 w 196"/>
                <a:gd name="T5" fmla="*/ 38 h 136"/>
                <a:gd name="T6" fmla="*/ 162 w 196"/>
                <a:gd name="T7" fmla="*/ 40 h 136"/>
                <a:gd name="T8" fmla="*/ 156 w 196"/>
                <a:gd name="T9" fmla="*/ 44 h 136"/>
                <a:gd name="T10" fmla="*/ 154 w 196"/>
                <a:gd name="T11" fmla="*/ 50 h 136"/>
                <a:gd name="T12" fmla="*/ 134 w 196"/>
                <a:gd name="T13" fmla="*/ 66 h 136"/>
                <a:gd name="T14" fmla="*/ 132 w 196"/>
                <a:gd name="T15" fmla="*/ 66 h 136"/>
                <a:gd name="T16" fmla="*/ 128 w 196"/>
                <a:gd name="T17" fmla="*/ 66 h 136"/>
                <a:gd name="T18" fmla="*/ 122 w 196"/>
                <a:gd name="T19" fmla="*/ 72 h 136"/>
                <a:gd name="T20" fmla="*/ 122 w 196"/>
                <a:gd name="T21" fmla="*/ 84 h 136"/>
                <a:gd name="T22" fmla="*/ 102 w 196"/>
                <a:gd name="T23" fmla="*/ 102 h 136"/>
                <a:gd name="T24" fmla="*/ 94 w 196"/>
                <a:gd name="T25" fmla="*/ 102 h 136"/>
                <a:gd name="T26" fmla="*/ 84 w 196"/>
                <a:gd name="T27" fmla="*/ 104 h 136"/>
                <a:gd name="T28" fmla="*/ 74 w 196"/>
                <a:gd name="T29" fmla="*/ 110 h 136"/>
                <a:gd name="T30" fmla="*/ 68 w 196"/>
                <a:gd name="T31" fmla="*/ 118 h 136"/>
                <a:gd name="T32" fmla="*/ 60 w 196"/>
                <a:gd name="T33" fmla="*/ 124 h 136"/>
                <a:gd name="T34" fmla="*/ 56 w 196"/>
                <a:gd name="T35" fmla="*/ 128 h 136"/>
                <a:gd name="T36" fmla="*/ 52 w 196"/>
                <a:gd name="T37" fmla="*/ 130 h 136"/>
                <a:gd name="T38" fmla="*/ 32 w 196"/>
                <a:gd name="T39" fmla="*/ 136 h 136"/>
                <a:gd name="T40" fmla="*/ 12 w 196"/>
                <a:gd name="T41" fmla="*/ 132 h 136"/>
                <a:gd name="T42" fmla="*/ 0 w 196"/>
                <a:gd name="T43" fmla="*/ 80 h 136"/>
                <a:gd name="T44" fmla="*/ 12 w 196"/>
                <a:gd name="T45" fmla="*/ 42 h 136"/>
                <a:gd name="T46" fmla="*/ 32 w 196"/>
                <a:gd name="T47" fmla="*/ 32 h 136"/>
                <a:gd name="T48" fmla="*/ 38 w 196"/>
                <a:gd name="T49" fmla="*/ 30 h 136"/>
                <a:gd name="T50" fmla="*/ 48 w 196"/>
                <a:gd name="T51" fmla="*/ 24 h 136"/>
                <a:gd name="T52" fmla="*/ 56 w 196"/>
                <a:gd name="T53" fmla="*/ 14 h 136"/>
                <a:gd name="T54" fmla="*/ 60 w 196"/>
                <a:gd name="T55" fmla="*/ 8 h 136"/>
                <a:gd name="T56" fmla="*/ 66 w 196"/>
                <a:gd name="T57" fmla="*/ 10 h 136"/>
                <a:gd name="T58" fmla="*/ 74 w 196"/>
                <a:gd name="T59" fmla="*/ 10 h 136"/>
                <a:gd name="T60" fmla="*/ 92 w 196"/>
                <a:gd name="T61" fmla="*/ 12 h 136"/>
                <a:gd name="T62" fmla="*/ 122 w 196"/>
                <a:gd name="T63" fmla="*/ 2 h 136"/>
                <a:gd name="T64" fmla="*/ 140 w 196"/>
                <a:gd name="T65" fmla="*/ 8 h 136"/>
                <a:gd name="T66" fmla="*/ 142 w 196"/>
                <a:gd name="T67" fmla="*/ 12 h 136"/>
                <a:gd name="T68" fmla="*/ 150 w 196"/>
                <a:gd name="T69" fmla="*/ 16 h 136"/>
                <a:gd name="T70" fmla="*/ 158 w 196"/>
                <a:gd name="T71" fmla="*/ 20 h 136"/>
                <a:gd name="T72" fmla="*/ 194 w 196"/>
                <a:gd name="T73" fmla="*/ 20 h 136"/>
                <a:gd name="T74" fmla="*/ 194 w 196"/>
                <a:gd name="T75" fmla="*/ 24 h 136"/>
                <a:gd name="T76" fmla="*/ 196 w 196"/>
                <a:gd name="T77" fmla="*/ 34 h 1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96"/>
                <a:gd name="T118" fmla="*/ 0 h 136"/>
                <a:gd name="T119" fmla="*/ 196 w 196"/>
                <a:gd name="T120" fmla="*/ 136 h 1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96" h="136">
                  <a:moveTo>
                    <a:pt x="196" y="36"/>
                  </a:moveTo>
                  <a:lnTo>
                    <a:pt x="194" y="36"/>
                  </a:lnTo>
                  <a:lnTo>
                    <a:pt x="190" y="36"/>
                  </a:lnTo>
                  <a:lnTo>
                    <a:pt x="184" y="36"/>
                  </a:lnTo>
                  <a:lnTo>
                    <a:pt x="176" y="36"/>
                  </a:lnTo>
                  <a:lnTo>
                    <a:pt x="166" y="38"/>
                  </a:lnTo>
                  <a:lnTo>
                    <a:pt x="162" y="40"/>
                  </a:lnTo>
                  <a:lnTo>
                    <a:pt x="160" y="42"/>
                  </a:lnTo>
                  <a:lnTo>
                    <a:pt x="156" y="44"/>
                  </a:lnTo>
                  <a:lnTo>
                    <a:pt x="154" y="46"/>
                  </a:lnTo>
                  <a:lnTo>
                    <a:pt x="154" y="50"/>
                  </a:lnTo>
                  <a:lnTo>
                    <a:pt x="138" y="56"/>
                  </a:lnTo>
                  <a:lnTo>
                    <a:pt x="134" y="66"/>
                  </a:lnTo>
                  <a:lnTo>
                    <a:pt x="132" y="66"/>
                  </a:lnTo>
                  <a:lnTo>
                    <a:pt x="130" y="66"/>
                  </a:lnTo>
                  <a:lnTo>
                    <a:pt x="128" y="66"/>
                  </a:lnTo>
                  <a:lnTo>
                    <a:pt x="124" y="68"/>
                  </a:lnTo>
                  <a:lnTo>
                    <a:pt x="122" y="72"/>
                  </a:lnTo>
                  <a:lnTo>
                    <a:pt x="122" y="76"/>
                  </a:lnTo>
                  <a:lnTo>
                    <a:pt x="122" y="84"/>
                  </a:lnTo>
                  <a:lnTo>
                    <a:pt x="104" y="102"/>
                  </a:lnTo>
                  <a:lnTo>
                    <a:pt x="102" y="102"/>
                  </a:lnTo>
                  <a:lnTo>
                    <a:pt x="98" y="102"/>
                  </a:lnTo>
                  <a:lnTo>
                    <a:pt x="94" y="102"/>
                  </a:lnTo>
                  <a:lnTo>
                    <a:pt x="88" y="104"/>
                  </a:lnTo>
                  <a:lnTo>
                    <a:pt x="84" y="104"/>
                  </a:lnTo>
                  <a:lnTo>
                    <a:pt x="78" y="108"/>
                  </a:lnTo>
                  <a:lnTo>
                    <a:pt x="74" y="110"/>
                  </a:lnTo>
                  <a:lnTo>
                    <a:pt x="72" y="114"/>
                  </a:lnTo>
                  <a:lnTo>
                    <a:pt x="68" y="118"/>
                  </a:lnTo>
                  <a:lnTo>
                    <a:pt x="64" y="122"/>
                  </a:lnTo>
                  <a:lnTo>
                    <a:pt x="60" y="124"/>
                  </a:lnTo>
                  <a:lnTo>
                    <a:pt x="58" y="128"/>
                  </a:lnTo>
                  <a:lnTo>
                    <a:pt x="56" y="128"/>
                  </a:lnTo>
                  <a:lnTo>
                    <a:pt x="54" y="130"/>
                  </a:lnTo>
                  <a:lnTo>
                    <a:pt x="52" y="130"/>
                  </a:lnTo>
                  <a:lnTo>
                    <a:pt x="44" y="134"/>
                  </a:lnTo>
                  <a:lnTo>
                    <a:pt x="32" y="136"/>
                  </a:lnTo>
                  <a:lnTo>
                    <a:pt x="20" y="134"/>
                  </a:lnTo>
                  <a:lnTo>
                    <a:pt x="12" y="132"/>
                  </a:lnTo>
                  <a:lnTo>
                    <a:pt x="2" y="110"/>
                  </a:lnTo>
                  <a:lnTo>
                    <a:pt x="0" y="80"/>
                  </a:lnTo>
                  <a:lnTo>
                    <a:pt x="10" y="64"/>
                  </a:lnTo>
                  <a:lnTo>
                    <a:pt x="12" y="42"/>
                  </a:lnTo>
                  <a:lnTo>
                    <a:pt x="28" y="42"/>
                  </a:lnTo>
                  <a:lnTo>
                    <a:pt x="32" y="32"/>
                  </a:lnTo>
                  <a:lnTo>
                    <a:pt x="34" y="32"/>
                  </a:lnTo>
                  <a:lnTo>
                    <a:pt x="38" y="30"/>
                  </a:lnTo>
                  <a:lnTo>
                    <a:pt x="42" y="28"/>
                  </a:lnTo>
                  <a:lnTo>
                    <a:pt x="48" y="24"/>
                  </a:lnTo>
                  <a:lnTo>
                    <a:pt x="52" y="20"/>
                  </a:lnTo>
                  <a:lnTo>
                    <a:pt x="56" y="14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10"/>
                  </a:lnTo>
                  <a:lnTo>
                    <a:pt x="66" y="10"/>
                  </a:lnTo>
                  <a:lnTo>
                    <a:pt x="70" y="10"/>
                  </a:lnTo>
                  <a:lnTo>
                    <a:pt x="74" y="10"/>
                  </a:lnTo>
                  <a:lnTo>
                    <a:pt x="80" y="10"/>
                  </a:lnTo>
                  <a:lnTo>
                    <a:pt x="92" y="12"/>
                  </a:lnTo>
                  <a:lnTo>
                    <a:pt x="108" y="10"/>
                  </a:lnTo>
                  <a:lnTo>
                    <a:pt x="122" y="2"/>
                  </a:lnTo>
                  <a:lnTo>
                    <a:pt x="132" y="0"/>
                  </a:lnTo>
                  <a:lnTo>
                    <a:pt x="140" y="8"/>
                  </a:lnTo>
                  <a:lnTo>
                    <a:pt x="140" y="10"/>
                  </a:lnTo>
                  <a:lnTo>
                    <a:pt x="142" y="12"/>
                  </a:lnTo>
                  <a:lnTo>
                    <a:pt x="146" y="14"/>
                  </a:lnTo>
                  <a:lnTo>
                    <a:pt x="150" y="16"/>
                  </a:lnTo>
                  <a:lnTo>
                    <a:pt x="154" y="18"/>
                  </a:lnTo>
                  <a:lnTo>
                    <a:pt x="158" y="20"/>
                  </a:lnTo>
                  <a:lnTo>
                    <a:pt x="162" y="20"/>
                  </a:lnTo>
                  <a:lnTo>
                    <a:pt x="194" y="20"/>
                  </a:lnTo>
                  <a:lnTo>
                    <a:pt x="194" y="22"/>
                  </a:lnTo>
                  <a:lnTo>
                    <a:pt x="194" y="24"/>
                  </a:lnTo>
                  <a:lnTo>
                    <a:pt x="194" y="30"/>
                  </a:lnTo>
                  <a:lnTo>
                    <a:pt x="196" y="34"/>
                  </a:lnTo>
                  <a:lnTo>
                    <a:pt x="196" y="3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46" name="Freeform 208"/>
            <p:cNvSpPr>
              <a:spLocks/>
            </p:cNvSpPr>
            <p:nvPr/>
          </p:nvSpPr>
          <p:spPr bwMode="gray">
            <a:xfrm>
              <a:off x="2401" y="2464"/>
              <a:ext cx="116" cy="172"/>
            </a:xfrm>
            <a:custGeom>
              <a:avLst/>
              <a:gdLst>
                <a:gd name="T0" fmla="*/ 112 w 116"/>
                <a:gd name="T1" fmla="*/ 4 h 172"/>
                <a:gd name="T2" fmla="*/ 94 w 116"/>
                <a:gd name="T3" fmla="*/ 20 h 172"/>
                <a:gd name="T4" fmla="*/ 76 w 116"/>
                <a:gd name="T5" fmla="*/ 34 h 172"/>
                <a:gd name="T6" fmla="*/ 66 w 116"/>
                <a:gd name="T7" fmla="*/ 42 h 172"/>
                <a:gd name="T8" fmla="*/ 58 w 116"/>
                <a:gd name="T9" fmla="*/ 48 h 172"/>
                <a:gd name="T10" fmla="*/ 54 w 116"/>
                <a:gd name="T11" fmla="*/ 50 h 172"/>
                <a:gd name="T12" fmla="*/ 18 w 116"/>
                <a:gd name="T13" fmla="*/ 46 h 172"/>
                <a:gd name="T14" fmla="*/ 16 w 116"/>
                <a:gd name="T15" fmla="*/ 52 h 172"/>
                <a:gd name="T16" fmla="*/ 18 w 116"/>
                <a:gd name="T17" fmla="*/ 60 h 172"/>
                <a:gd name="T18" fmla="*/ 18 w 116"/>
                <a:gd name="T19" fmla="*/ 64 h 172"/>
                <a:gd name="T20" fmla="*/ 18 w 116"/>
                <a:gd name="T21" fmla="*/ 70 h 172"/>
                <a:gd name="T22" fmla="*/ 10 w 116"/>
                <a:gd name="T23" fmla="*/ 72 h 172"/>
                <a:gd name="T24" fmla="*/ 4 w 116"/>
                <a:gd name="T25" fmla="*/ 70 h 172"/>
                <a:gd name="T26" fmla="*/ 0 w 116"/>
                <a:gd name="T27" fmla="*/ 70 h 172"/>
                <a:gd name="T28" fmla="*/ 12 w 116"/>
                <a:gd name="T29" fmla="*/ 90 h 172"/>
                <a:gd name="T30" fmla="*/ 16 w 116"/>
                <a:gd name="T31" fmla="*/ 112 h 172"/>
                <a:gd name="T32" fmla="*/ 20 w 116"/>
                <a:gd name="T33" fmla="*/ 114 h 172"/>
                <a:gd name="T34" fmla="*/ 26 w 116"/>
                <a:gd name="T35" fmla="*/ 120 h 172"/>
                <a:gd name="T36" fmla="*/ 34 w 116"/>
                <a:gd name="T37" fmla="*/ 124 h 172"/>
                <a:gd name="T38" fmla="*/ 40 w 116"/>
                <a:gd name="T39" fmla="*/ 128 h 172"/>
                <a:gd name="T40" fmla="*/ 42 w 116"/>
                <a:gd name="T41" fmla="*/ 132 h 172"/>
                <a:gd name="T42" fmla="*/ 42 w 116"/>
                <a:gd name="T43" fmla="*/ 134 h 172"/>
                <a:gd name="T44" fmla="*/ 42 w 116"/>
                <a:gd name="T45" fmla="*/ 140 h 172"/>
                <a:gd name="T46" fmla="*/ 40 w 116"/>
                <a:gd name="T47" fmla="*/ 156 h 172"/>
                <a:gd name="T48" fmla="*/ 42 w 116"/>
                <a:gd name="T49" fmla="*/ 164 h 172"/>
                <a:gd name="T50" fmla="*/ 48 w 116"/>
                <a:gd name="T51" fmla="*/ 170 h 172"/>
                <a:gd name="T52" fmla="*/ 56 w 116"/>
                <a:gd name="T53" fmla="*/ 172 h 172"/>
                <a:gd name="T54" fmla="*/ 64 w 116"/>
                <a:gd name="T55" fmla="*/ 172 h 172"/>
                <a:gd name="T56" fmla="*/ 72 w 116"/>
                <a:gd name="T57" fmla="*/ 166 h 172"/>
                <a:gd name="T58" fmla="*/ 76 w 116"/>
                <a:gd name="T59" fmla="*/ 160 h 172"/>
                <a:gd name="T60" fmla="*/ 78 w 116"/>
                <a:gd name="T61" fmla="*/ 136 h 172"/>
                <a:gd name="T62" fmla="*/ 76 w 116"/>
                <a:gd name="T63" fmla="*/ 120 h 172"/>
                <a:gd name="T64" fmla="*/ 70 w 116"/>
                <a:gd name="T65" fmla="*/ 112 h 172"/>
                <a:gd name="T66" fmla="*/ 66 w 116"/>
                <a:gd name="T67" fmla="*/ 108 h 172"/>
                <a:gd name="T68" fmla="*/ 62 w 116"/>
                <a:gd name="T69" fmla="*/ 106 h 172"/>
                <a:gd name="T70" fmla="*/ 54 w 116"/>
                <a:gd name="T71" fmla="*/ 96 h 172"/>
                <a:gd name="T72" fmla="*/ 54 w 116"/>
                <a:gd name="T73" fmla="*/ 90 h 172"/>
                <a:gd name="T74" fmla="*/ 56 w 116"/>
                <a:gd name="T75" fmla="*/ 86 h 172"/>
                <a:gd name="T76" fmla="*/ 58 w 116"/>
                <a:gd name="T77" fmla="*/ 84 h 172"/>
                <a:gd name="T78" fmla="*/ 60 w 116"/>
                <a:gd name="T79" fmla="*/ 84 h 172"/>
                <a:gd name="T80" fmla="*/ 86 w 116"/>
                <a:gd name="T81" fmla="*/ 56 h 172"/>
                <a:gd name="T82" fmla="*/ 98 w 116"/>
                <a:gd name="T83" fmla="*/ 42 h 172"/>
                <a:gd name="T84" fmla="*/ 110 w 116"/>
                <a:gd name="T85" fmla="*/ 20 h 172"/>
                <a:gd name="T86" fmla="*/ 114 w 116"/>
                <a:gd name="T87" fmla="*/ 8 h 17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16"/>
                <a:gd name="T133" fmla="*/ 0 h 172"/>
                <a:gd name="T134" fmla="*/ 116 w 116"/>
                <a:gd name="T135" fmla="*/ 172 h 17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16" h="172">
                  <a:moveTo>
                    <a:pt x="116" y="0"/>
                  </a:moveTo>
                  <a:lnTo>
                    <a:pt x="112" y="4"/>
                  </a:lnTo>
                  <a:lnTo>
                    <a:pt x="104" y="10"/>
                  </a:lnTo>
                  <a:lnTo>
                    <a:pt x="94" y="20"/>
                  </a:lnTo>
                  <a:lnTo>
                    <a:pt x="84" y="28"/>
                  </a:lnTo>
                  <a:lnTo>
                    <a:pt x="76" y="34"/>
                  </a:lnTo>
                  <a:lnTo>
                    <a:pt x="70" y="38"/>
                  </a:lnTo>
                  <a:lnTo>
                    <a:pt x="66" y="42"/>
                  </a:lnTo>
                  <a:lnTo>
                    <a:pt x="62" y="46"/>
                  </a:lnTo>
                  <a:lnTo>
                    <a:pt x="58" y="48"/>
                  </a:lnTo>
                  <a:lnTo>
                    <a:pt x="54" y="48"/>
                  </a:lnTo>
                  <a:lnTo>
                    <a:pt x="54" y="50"/>
                  </a:lnTo>
                  <a:lnTo>
                    <a:pt x="22" y="46"/>
                  </a:lnTo>
                  <a:lnTo>
                    <a:pt x="18" y="46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6" y="56"/>
                  </a:lnTo>
                  <a:lnTo>
                    <a:pt x="18" y="60"/>
                  </a:lnTo>
                  <a:lnTo>
                    <a:pt x="18" y="62"/>
                  </a:lnTo>
                  <a:lnTo>
                    <a:pt x="18" y="64"/>
                  </a:lnTo>
                  <a:lnTo>
                    <a:pt x="20" y="66"/>
                  </a:lnTo>
                  <a:lnTo>
                    <a:pt x="18" y="70"/>
                  </a:lnTo>
                  <a:lnTo>
                    <a:pt x="14" y="72"/>
                  </a:lnTo>
                  <a:lnTo>
                    <a:pt x="10" y="72"/>
                  </a:lnTo>
                  <a:lnTo>
                    <a:pt x="8" y="72"/>
                  </a:lnTo>
                  <a:lnTo>
                    <a:pt x="4" y="70"/>
                  </a:lnTo>
                  <a:lnTo>
                    <a:pt x="2" y="70"/>
                  </a:lnTo>
                  <a:lnTo>
                    <a:pt x="0" y="70"/>
                  </a:lnTo>
                  <a:lnTo>
                    <a:pt x="0" y="92"/>
                  </a:lnTo>
                  <a:lnTo>
                    <a:pt x="12" y="90"/>
                  </a:lnTo>
                  <a:lnTo>
                    <a:pt x="22" y="98"/>
                  </a:lnTo>
                  <a:lnTo>
                    <a:pt x="16" y="112"/>
                  </a:lnTo>
                  <a:lnTo>
                    <a:pt x="18" y="112"/>
                  </a:lnTo>
                  <a:lnTo>
                    <a:pt x="20" y="114"/>
                  </a:lnTo>
                  <a:lnTo>
                    <a:pt x="22" y="116"/>
                  </a:lnTo>
                  <a:lnTo>
                    <a:pt x="26" y="120"/>
                  </a:lnTo>
                  <a:lnTo>
                    <a:pt x="30" y="122"/>
                  </a:lnTo>
                  <a:lnTo>
                    <a:pt x="34" y="124"/>
                  </a:lnTo>
                  <a:lnTo>
                    <a:pt x="36" y="126"/>
                  </a:lnTo>
                  <a:lnTo>
                    <a:pt x="40" y="128"/>
                  </a:lnTo>
                  <a:lnTo>
                    <a:pt x="42" y="130"/>
                  </a:lnTo>
                  <a:lnTo>
                    <a:pt x="42" y="132"/>
                  </a:lnTo>
                  <a:lnTo>
                    <a:pt x="42" y="134"/>
                  </a:lnTo>
                  <a:lnTo>
                    <a:pt x="42" y="136"/>
                  </a:lnTo>
                  <a:lnTo>
                    <a:pt x="42" y="140"/>
                  </a:lnTo>
                  <a:lnTo>
                    <a:pt x="42" y="148"/>
                  </a:lnTo>
                  <a:lnTo>
                    <a:pt x="40" y="156"/>
                  </a:lnTo>
                  <a:lnTo>
                    <a:pt x="40" y="160"/>
                  </a:lnTo>
                  <a:lnTo>
                    <a:pt x="42" y="164"/>
                  </a:lnTo>
                  <a:lnTo>
                    <a:pt x="46" y="168"/>
                  </a:lnTo>
                  <a:lnTo>
                    <a:pt x="48" y="170"/>
                  </a:lnTo>
                  <a:lnTo>
                    <a:pt x="52" y="170"/>
                  </a:lnTo>
                  <a:lnTo>
                    <a:pt x="56" y="172"/>
                  </a:lnTo>
                  <a:lnTo>
                    <a:pt x="60" y="172"/>
                  </a:lnTo>
                  <a:lnTo>
                    <a:pt x="64" y="172"/>
                  </a:lnTo>
                  <a:lnTo>
                    <a:pt x="68" y="168"/>
                  </a:lnTo>
                  <a:lnTo>
                    <a:pt x="72" y="166"/>
                  </a:lnTo>
                  <a:lnTo>
                    <a:pt x="74" y="162"/>
                  </a:lnTo>
                  <a:lnTo>
                    <a:pt x="76" y="160"/>
                  </a:lnTo>
                  <a:lnTo>
                    <a:pt x="78" y="136"/>
                  </a:lnTo>
                  <a:lnTo>
                    <a:pt x="78" y="128"/>
                  </a:lnTo>
                  <a:lnTo>
                    <a:pt x="76" y="120"/>
                  </a:lnTo>
                  <a:lnTo>
                    <a:pt x="74" y="116"/>
                  </a:lnTo>
                  <a:lnTo>
                    <a:pt x="70" y="112"/>
                  </a:lnTo>
                  <a:lnTo>
                    <a:pt x="68" y="108"/>
                  </a:lnTo>
                  <a:lnTo>
                    <a:pt x="66" y="108"/>
                  </a:lnTo>
                  <a:lnTo>
                    <a:pt x="64" y="106"/>
                  </a:lnTo>
                  <a:lnTo>
                    <a:pt x="62" y="106"/>
                  </a:lnTo>
                  <a:lnTo>
                    <a:pt x="58" y="100"/>
                  </a:lnTo>
                  <a:lnTo>
                    <a:pt x="54" y="96"/>
                  </a:lnTo>
                  <a:lnTo>
                    <a:pt x="54" y="92"/>
                  </a:lnTo>
                  <a:lnTo>
                    <a:pt x="54" y="90"/>
                  </a:lnTo>
                  <a:lnTo>
                    <a:pt x="54" y="88"/>
                  </a:lnTo>
                  <a:lnTo>
                    <a:pt x="56" y="86"/>
                  </a:lnTo>
                  <a:lnTo>
                    <a:pt x="58" y="86"/>
                  </a:lnTo>
                  <a:lnTo>
                    <a:pt x="58" y="84"/>
                  </a:lnTo>
                  <a:lnTo>
                    <a:pt x="60" y="84"/>
                  </a:lnTo>
                  <a:lnTo>
                    <a:pt x="74" y="70"/>
                  </a:lnTo>
                  <a:lnTo>
                    <a:pt x="86" y="56"/>
                  </a:lnTo>
                  <a:lnTo>
                    <a:pt x="94" y="46"/>
                  </a:lnTo>
                  <a:lnTo>
                    <a:pt x="98" y="42"/>
                  </a:lnTo>
                  <a:lnTo>
                    <a:pt x="104" y="32"/>
                  </a:lnTo>
                  <a:lnTo>
                    <a:pt x="110" y="20"/>
                  </a:lnTo>
                  <a:lnTo>
                    <a:pt x="114" y="12"/>
                  </a:lnTo>
                  <a:lnTo>
                    <a:pt x="114" y="8"/>
                  </a:lnTo>
                  <a:lnTo>
                    <a:pt x="116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47" name="Freeform 209"/>
            <p:cNvSpPr>
              <a:spLocks/>
            </p:cNvSpPr>
            <p:nvPr/>
          </p:nvSpPr>
          <p:spPr bwMode="gray">
            <a:xfrm>
              <a:off x="1967" y="2350"/>
              <a:ext cx="420" cy="174"/>
            </a:xfrm>
            <a:custGeom>
              <a:avLst/>
              <a:gdLst>
                <a:gd name="T0" fmla="*/ 26 w 420"/>
                <a:gd name="T1" fmla="*/ 20 h 174"/>
                <a:gd name="T2" fmla="*/ 26 w 420"/>
                <a:gd name="T3" fmla="*/ 18 h 174"/>
                <a:gd name="T4" fmla="*/ 30 w 420"/>
                <a:gd name="T5" fmla="*/ 14 h 174"/>
                <a:gd name="T6" fmla="*/ 36 w 420"/>
                <a:gd name="T7" fmla="*/ 10 h 174"/>
                <a:gd name="T8" fmla="*/ 48 w 420"/>
                <a:gd name="T9" fmla="*/ 12 h 174"/>
                <a:gd name="T10" fmla="*/ 58 w 420"/>
                <a:gd name="T11" fmla="*/ 14 h 174"/>
                <a:gd name="T12" fmla="*/ 78 w 420"/>
                <a:gd name="T13" fmla="*/ 18 h 174"/>
                <a:gd name="T14" fmla="*/ 106 w 420"/>
                <a:gd name="T15" fmla="*/ 42 h 174"/>
                <a:gd name="T16" fmla="*/ 108 w 420"/>
                <a:gd name="T17" fmla="*/ 40 h 174"/>
                <a:gd name="T18" fmla="*/ 114 w 420"/>
                <a:gd name="T19" fmla="*/ 36 h 174"/>
                <a:gd name="T20" fmla="*/ 120 w 420"/>
                <a:gd name="T21" fmla="*/ 28 h 174"/>
                <a:gd name="T22" fmla="*/ 122 w 420"/>
                <a:gd name="T23" fmla="*/ 20 h 174"/>
                <a:gd name="T24" fmla="*/ 128 w 420"/>
                <a:gd name="T25" fmla="*/ 18 h 174"/>
                <a:gd name="T26" fmla="*/ 136 w 420"/>
                <a:gd name="T27" fmla="*/ 14 h 174"/>
                <a:gd name="T28" fmla="*/ 154 w 420"/>
                <a:gd name="T29" fmla="*/ 0 h 174"/>
                <a:gd name="T30" fmla="*/ 178 w 420"/>
                <a:gd name="T31" fmla="*/ 4 h 174"/>
                <a:gd name="T32" fmla="*/ 200 w 420"/>
                <a:gd name="T33" fmla="*/ 2 h 174"/>
                <a:gd name="T34" fmla="*/ 234 w 420"/>
                <a:gd name="T35" fmla="*/ 12 h 174"/>
                <a:gd name="T36" fmla="*/ 256 w 420"/>
                <a:gd name="T37" fmla="*/ 24 h 174"/>
                <a:gd name="T38" fmla="*/ 274 w 420"/>
                <a:gd name="T39" fmla="*/ 26 h 174"/>
                <a:gd name="T40" fmla="*/ 304 w 420"/>
                <a:gd name="T41" fmla="*/ 18 h 174"/>
                <a:gd name="T42" fmla="*/ 318 w 420"/>
                <a:gd name="T43" fmla="*/ 10 h 174"/>
                <a:gd name="T44" fmla="*/ 322 w 420"/>
                <a:gd name="T45" fmla="*/ 4 h 174"/>
                <a:gd name="T46" fmla="*/ 322 w 420"/>
                <a:gd name="T47" fmla="*/ 2 h 174"/>
                <a:gd name="T48" fmla="*/ 342 w 420"/>
                <a:gd name="T49" fmla="*/ 6 h 174"/>
                <a:gd name="T50" fmla="*/ 378 w 420"/>
                <a:gd name="T51" fmla="*/ 22 h 174"/>
                <a:gd name="T52" fmla="*/ 372 w 420"/>
                <a:gd name="T53" fmla="*/ 60 h 174"/>
                <a:gd name="T54" fmla="*/ 382 w 420"/>
                <a:gd name="T55" fmla="*/ 60 h 174"/>
                <a:gd name="T56" fmla="*/ 394 w 420"/>
                <a:gd name="T57" fmla="*/ 60 h 174"/>
                <a:gd name="T58" fmla="*/ 404 w 420"/>
                <a:gd name="T59" fmla="*/ 60 h 174"/>
                <a:gd name="T60" fmla="*/ 412 w 420"/>
                <a:gd name="T61" fmla="*/ 64 h 174"/>
                <a:gd name="T62" fmla="*/ 418 w 420"/>
                <a:gd name="T63" fmla="*/ 68 h 174"/>
                <a:gd name="T64" fmla="*/ 420 w 420"/>
                <a:gd name="T65" fmla="*/ 74 h 174"/>
                <a:gd name="T66" fmla="*/ 414 w 420"/>
                <a:gd name="T67" fmla="*/ 78 h 174"/>
                <a:gd name="T68" fmla="*/ 404 w 420"/>
                <a:gd name="T69" fmla="*/ 84 h 174"/>
                <a:gd name="T70" fmla="*/ 390 w 420"/>
                <a:gd name="T71" fmla="*/ 88 h 174"/>
                <a:gd name="T72" fmla="*/ 374 w 420"/>
                <a:gd name="T73" fmla="*/ 92 h 174"/>
                <a:gd name="T74" fmla="*/ 360 w 420"/>
                <a:gd name="T75" fmla="*/ 100 h 174"/>
                <a:gd name="T76" fmla="*/ 360 w 420"/>
                <a:gd name="T77" fmla="*/ 104 h 174"/>
                <a:gd name="T78" fmla="*/ 358 w 420"/>
                <a:gd name="T79" fmla="*/ 112 h 174"/>
                <a:gd name="T80" fmla="*/ 354 w 420"/>
                <a:gd name="T81" fmla="*/ 120 h 174"/>
                <a:gd name="T82" fmla="*/ 344 w 420"/>
                <a:gd name="T83" fmla="*/ 128 h 174"/>
                <a:gd name="T84" fmla="*/ 322 w 420"/>
                <a:gd name="T85" fmla="*/ 136 h 174"/>
                <a:gd name="T86" fmla="*/ 280 w 420"/>
                <a:gd name="T87" fmla="*/ 144 h 174"/>
                <a:gd name="T88" fmla="*/ 246 w 420"/>
                <a:gd name="T89" fmla="*/ 152 h 174"/>
                <a:gd name="T90" fmla="*/ 232 w 420"/>
                <a:gd name="T91" fmla="*/ 158 h 174"/>
                <a:gd name="T92" fmla="*/ 204 w 420"/>
                <a:gd name="T93" fmla="*/ 172 h 174"/>
                <a:gd name="T94" fmla="*/ 176 w 420"/>
                <a:gd name="T95" fmla="*/ 172 h 174"/>
                <a:gd name="T96" fmla="*/ 162 w 420"/>
                <a:gd name="T97" fmla="*/ 162 h 174"/>
                <a:gd name="T98" fmla="*/ 144 w 420"/>
                <a:gd name="T99" fmla="*/ 160 h 174"/>
                <a:gd name="T100" fmla="*/ 116 w 420"/>
                <a:gd name="T101" fmla="*/ 162 h 174"/>
                <a:gd name="T102" fmla="*/ 88 w 420"/>
                <a:gd name="T103" fmla="*/ 160 h 174"/>
                <a:gd name="T104" fmla="*/ 76 w 420"/>
                <a:gd name="T105" fmla="*/ 148 h 174"/>
                <a:gd name="T106" fmla="*/ 76 w 420"/>
                <a:gd name="T107" fmla="*/ 134 h 174"/>
                <a:gd name="T108" fmla="*/ 66 w 420"/>
                <a:gd name="T109" fmla="*/ 108 h 174"/>
                <a:gd name="T110" fmla="*/ 44 w 420"/>
                <a:gd name="T111" fmla="*/ 94 h 174"/>
                <a:gd name="T112" fmla="*/ 16 w 420"/>
                <a:gd name="T113" fmla="*/ 78 h 174"/>
                <a:gd name="T114" fmla="*/ 0 w 420"/>
                <a:gd name="T115" fmla="*/ 50 h 17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420"/>
                <a:gd name="T175" fmla="*/ 0 h 174"/>
                <a:gd name="T176" fmla="*/ 420 w 420"/>
                <a:gd name="T177" fmla="*/ 174 h 17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420" h="174">
                  <a:moveTo>
                    <a:pt x="4" y="32"/>
                  </a:moveTo>
                  <a:lnTo>
                    <a:pt x="26" y="20"/>
                  </a:lnTo>
                  <a:lnTo>
                    <a:pt x="26" y="18"/>
                  </a:lnTo>
                  <a:lnTo>
                    <a:pt x="28" y="16"/>
                  </a:lnTo>
                  <a:lnTo>
                    <a:pt x="30" y="14"/>
                  </a:lnTo>
                  <a:lnTo>
                    <a:pt x="32" y="12"/>
                  </a:lnTo>
                  <a:lnTo>
                    <a:pt x="36" y="10"/>
                  </a:lnTo>
                  <a:lnTo>
                    <a:pt x="40" y="10"/>
                  </a:lnTo>
                  <a:lnTo>
                    <a:pt x="48" y="12"/>
                  </a:lnTo>
                  <a:lnTo>
                    <a:pt x="56" y="14"/>
                  </a:lnTo>
                  <a:lnTo>
                    <a:pt x="58" y="14"/>
                  </a:lnTo>
                  <a:lnTo>
                    <a:pt x="68" y="14"/>
                  </a:lnTo>
                  <a:lnTo>
                    <a:pt x="78" y="18"/>
                  </a:lnTo>
                  <a:lnTo>
                    <a:pt x="88" y="24"/>
                  </a:lnTo>
                  <a:lnTo>
                    <a:pt x="106" y="42"/>
                  </a:lnTo>
                  <a:lnTo>
                    <a:pt x="108" y="40"/>
                  </a:lnTo>
                  <a:lnTo>
                    <a:pt x="112" y="40"/>
                  </a:lnTo>
                  <a:lnTo>
                    <a:pt x="114" y="36"/>
                  </a:lnTo>
                  <a:lnTo>
                    <a:pt x="118" y="34"/>
                  </a:lnTo>
                  <a:lnTo>
                    <a:pt x="120" y="28"/>
                  </a:lnTo>
                  <a:lnTo>
                    <a:pt x="120" y="22"/>
                  </a:lnTo>
                  <a:lnTo>
                    <a:pt x="122" y="20"/>
                  </a:lnTo>
                  <a:lnTo>
                    <a:pt x="126" y="18"/>
                  </a:lnTo>
                  <a:lnTo>
                    <a:pt x="128" y="18"/>
                  </a:lnTo>
                  <a:lnTo>
                    <a:pt x="132" y="18"/>
                  </a:lnTo>
                  <a:lnTo>
                    <a:pt x="136" y="14"/>
                  </a:lnTo>
                  <a:lnTo>
                    <a:pt x="144" y="6"/>
                  </a:lnTo>
                  <a:lnTo>
                    <a:pt x="154" y="0"/>
                  </a:lnTo>
                  <a:lnTo>
                    <a:pt x="166" y="0"/>
                  </a:lnTo>
                  <a:lnTo>
                    <a:pt x="178" y="4"/>
                  </a:lnTo>
                  <a:lnTo>
                    <a:pt x="190" y="4"/>
                  </a:lnTo>
                  <a:lnTo>
                    <a:pt x="200" y="2"/>
                  </a:lnTo>
                  <a:lnTo>
                    <a:pt x="216" y="4"/>
                  </a:lnTo>
                  <a:lnTo>
                    <a:pt x="234" y="12"/>
                  </a:lnTo>
                  <a:lnTo>
                    <a:pt x="254" y="24"/>
                  </a:lnTo>
                  <a:lnTo>
                    <a:pt x="256" y="24"/>
                  </a:lnTo>
                  <a:lnTo>
                    <a:pt x="262" y="26"/>
                  </a:lnTo>
                  <a:lnTo>
                    <a:pt x="274" y="26"/>
                  </a:lnTo>
                  <a:lnTo>
                    <a:pt x="292" y="22"/>
                  </a:lnTo>
                  <a:lnTo>
                    <a:pt x="304" y="18"/>
                  </a:lnTo>
                  <a:lnTo>
                    <a:pt x="312" y="14"/>
                  </a:lnTo>
                  <a:lnTo>
                    <a:pt x="318" y="10"/>
                  </a:lnTo>
                  <a:lnTo>
                    <a:pt x="320" y="6"/>
                  </a:lnTo>
                  <a:lnTo>
                    <a:pt x="322" y="4"/>
                  </a:lnTo>
                  <a:lnTo>
                    <a:pt x="322" y="2"/>
                  </a:lnTo>
                  <a:lnTo>
                    <a:pt x="330" y="2"/>
                  </a:lnTo>
                  <a:lnTo>
                    <a:pt x="342" y="6"/>
                  </a:lnTo>
                  <a:lnTo>
                    <a:pt x="356" y="14"/>
                  </a:lnTo>
                  <a:lnTo>
                    <a:pt x="378" y="22"/>
                  </a:lnTo>
                  <a:lnTo>
                    <a:pt x="372" y="60"/>
                  </a:lnTo>
                  <a:lnTo>
                    <a:pt x="376" y="60"/>
                  </a:lnTo>
                  <a:lnTo>
                    <a:pt x="382" y="60"/>
                  </a:lnTo>
                  <a:lnTo>
                    <a:pt x="388" y="60"/>
                  </a:lnTo>
                  <a:lnTo>
                    <a:pt x="394" y="60"/>
                  </a:lnTo>
                  <a:lnTo>
                    <a:pt x="398" y="60"/>
                  </a:lnTo>
                  <a:lnTo>
                    <a:pt x="404" y="60"/>
                  </a:lnTo>
                  <a:lnTo>
                    <a:pt x="408" y="62"/>
                  </a:lnTo>
                  <a:lnTo>
                    <a:pt x="412" y="64"/>
                  </a:lnTo>
                  <a:lnTo>
                    <a:pt x="416" y="66"/>
                  </a:lnTo>
                  <a:lnTo>
                    <a:pt x="418" y="68"/>
                  </a:lnTo>
                  <a:lnTo>
                    <a:pt x="420" y="72"/>
                  </a:lnTo>
                  <a:lnTo>
                    <a:pt x="420" y="74"/>
                  </a:lnTo>
                  <a:lnTo>
                    <a:pt x="420" y="76"/>
                  </a:lnTo>
                  <a:lnTo>
                    <a:pt x="414" y="78"/>
                  </a:lnTo>
                  <a:lnTo>
                    <a:pt x="410" y="82"/>
                  </a:lnTo>
                  <a:lnTo>
                    <a:pt x="404" y="84"/>
                  </a:lnTo>
                  <a:lnTo>
                    <a:pt x="398" y="86"/>
                  </a:lnTo>
                  <a:lnTo>
                    <a:pt x="390" y="88"/>
                  </a:lnTo>
                  <a:lnTo>
                    <a:pt x="382" y="88"/>
                  </a:lnTo>
                  <a:lnTo>
                    <a:pt x="374" y="92"/>
                  </a:lnTo>
                  <a:lnTo>
                    <a:pt x="366" y="96"/>
                  </a:lnTo>
                  <a:lnTo>
                    <a:pt x="360" y="100"/>
                  </a:lnTo>
                  <a:lnTo>
                    <a:pt x="360" y="104"/>
                  </a:lnTo>
                  <a:lnTo>
                    <a:pt x="360" y="106"/>
                  </a:lnTo>
                  <a:lnTo>
                    <a:pt x="358" y="112"/>
                  </a:lnTo>
                  <a:lnTo>
                    <a:pt x="358" y="116"/>
                  </a:lnTo>
                  <a:lnTo>
                    <a:pt x="354" y="120"/>
                  </a:lnTo>
                  <a:lnTo>
                    <a:pt x="350" y="126"/>
                  </a:lnTo>
                  <a:lnTo>
                    <a:pt x="344" y="128"/>
                  </a:lnTo>
                  <a:lnTo>
                    <a:pt x="338" y="132"/>
                  </a:lnTo>
                  <a:lnTo>
                    <a:pt x="322" y="136"/>
                  </a:lnTo>
                  <a:lnTo>
                    <a:pt x="302" y="140"/>
                  </a:lnTo>
                  <a:lnTo>
                    <a:pt x="280" y="144"/>
                  </a:lnTo>
                  <a:lnTo>
                    <a:pt x="262" y="148"/>
                  </a:lnTo>
                  <a:lnTo>
                    <a:pt x="246" y="152"/>
                  </a:lnTo>
                  <a:lnTo>
                    <a:pt x="238" y="154"/>
                  </a:lnTo>
                  <a:lnTo>
                    <a:pt x="232" y="158"/>
                  </a:lnTo>
                  <a:lnTo>
                    <a:pt x="218" y="166"/>
                  </a:lnTo>
                  <a:lnTo>
                    <a:pt x="204" y="172"/>
                  </a:lnTo>
                  <a:lnTo>
                    <a:pt x="186" y="174"/>
                  </a:lnTo>
                  <a:lnTo>
                    <a:pt x="176" y="172"/>
                  </a:lnTo>
                  <a:lnTo>
                    <a:pt x="170" y="166"/>
                  </a:lnTo>
                  <a:lnTo>
                    <a:pt x="162" y="162"/>
                  </a:lnTo>
                  <a:lnTo>
                    <a:pt x="156" y="160"/>
                  </a:lnTo>
                  <a:lnTo>
                    <a:pt x="144" y="160"/>
                  </a:lnTo>
                  <a:lnTo>
                    <a:pt x="132" y="162"/>
                  </a:lnTo>
                  <a:lnTo>
                    <a:pt x="116" y="162"/>
                  </a:lnTo>
                  <a:lnTo>
                    <a:pt x="102" y="162"/>
                  </a:lnTo>
                  <a:lnTo>
                    <a:pt x="88" y="160"/>
                  </a:lnTo>
                  <a:lnTo>
                    <a:pt x="80" y="156"/>
                  </a:lnTo>
                  <a:lnTo>
                    <a:pt x="76" y="148"/>
                  </a:lnTo>
                  <a:lnTo>
                    <a:pt x="76" y="144"/>
                  </a:lnTo>
                  <a:lnTo>
                    <a:pt x="76" y="134"/>
                  </a:lnTo>
                  <a:lnTo>
                    <a:pt x="72" y="120"/>
                  </a:lnTo>
                  <a:lnTo>
                    <a:pt x="66" y="108"/>
                  </a:lnTo>
                  <a:lnTo>
                    <a:pt x="56" y="100"/>
                  </a:lnTo>
                  <a:lnTo>
                    <a:pt x="44" y="94"/>
                  </a:lnTo>
                  <a:lnTo>
                    <a:pt x="30" y="88"/>
                  </a:lnTo>
                  <a:lnTo>
                    <a:pt x="16" y="78"/>
                  </a:lnTo>
                  <a:lnTo>
                    <a:pt x="6" y="66"/>
                  </a:lnTo>
                  <a:lnTo>
                    <a:pt x="0" y="50"/>
                  </a:lnTo>
                  <a:lnTo>
                    <a:pt x="4" y="3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48" name="Freeform 210"/>
            <p:cNvSpPr>
              <a:spLocks/>
            </p:cNvSpPr>
            <p:nvPr/>
          </p:nvSpPr>
          <p:spPr bwMode="gray">
            <a:xfrm>
              <a:off x="1775" y="2296"/>
              <a:ext cx="790" cy="574"/>
            </a:xfrm>
            <a:custGeom>
              <a:avLst/>
              <a:gdLst>
                <a:gd name="T0" fmla="*/ 258 w 790"/>
                <a:gd name="T1" fmla="*/ 162 h 574"/>
                <a:gd name="T2" fmla="*/ 310 w 790"/>
                <a:gd name="T3" fmla="*/ 218 h 574"/>
                <a:gd name="T4" fmla="*/ 396 w 790"/>
                <a:gd name="T5" fmla="*/ 226 h 574"/>
                <a:gd name="T6" fmla="*/ 514 w 790"/>
                <a:gd name="T7" fmla="*/ 190 h 574"/>
                <a:gd name="T8" fmla="*/ 584 w 790"/>
                <a:gd name="T9" fmla="*/ 142 h 574"/>
                <a:gd name="T10" fmla="*/ 606 w 790"/>
                <a:gd name="T11" fmla="*/ 118 h 574"/>
                <a:gd name="T12" fmla="*/ 588 w 790"/>
                <a:gd name="T13" fmla="*/ 56 h 574"/>
                <a:gd name="T14" fmla="*/ 658 w 790"/>
                <a:gd name="T15" fmla="*/ 8 h 574"/>
                <a:gd name="T16" fmla="*/ 678 w 790"/>
                <a:gd name="T17" fmla="*/ 52 h 574"/>
                <a:gd name="T18" fmla="*/ 712 w 790"/>
                <a:gd name="T19" fmla="*/ 90 h 574"/>
                <a:gd name="T20" fmla="*/ 734 w 790"/>
                <a:gd name="T21" fmla="*/ 108 h 574"/>
                <a:gd name="T22" fmla="*/ 762 w 790"/>
                <a:gd name="T23" fmla="*/ 104 h 574"/>
                <a:gd name="T24" fmla="*/ 790 w 790"/>
                <a:gd name="T25" fmla="*/ 78 h 574"/>
                <a:gd name="T26" fmla="*/ 778 w 790"/>
                <a:gd name="T27" fmla="*/ 120 h 574"/>
                <a:gd name="T28" fmla="*/ 698 w 790"/>
                <a:gd name="T29" fmla="*/ 208 h 574"/>
                <a:gd name="T30" fmla="*/ 660 w 790"/>
                <a:gd name="T31" fmla="*/ 216 h 574"/>
                <a:gd name="T32" fmla="*/ 644 w 790"/>
                <a:gd name="T33" fmla="*/ 224 h 574"/>
                <a:gd name="T34" fmla="*/ 636 w 790"/>
                <a:gd name="T35" fmla="*/ 242 h 574"/>
                <a:gd name="T36" fmla="*/ 618 w 790"/>
                <a:gd name="T37" fmla="*/ 270 h 574"/>
                <a:gd name="T38" fmla="*/ 600 w 790"/>
                <a:gd name="T39" fmla="*/ 268 h 574"/>
                <a:gd name="T40" fmla="*/ 596 w 790"/>
                <a:gd name="T41" fmla="*/ 254 h 574"/>
                <a:gd name="T42" fmla="*/ 556 w 790"/>
                <a:gd name="T43" fmla="*/ 264 h 574"/>
                <a:gd name="T44" fmla="*/ 560 w 790"/>
                <a:gd name="T45" fmla="*/ 282 h 574"/>
                <a:gd name="T46" fmla="*/ 590 w 790"/>
                <a:gd name="T47" fmla="*/ 294 h 574"/>
                <a:gd name="T48" fmla="*/ 624 w 790"/>
                <a:gd name="T49" fmla="*/ 298 h 574"/>
                <a:gd name="T50" fmla="*/ 592 w 790"/>
                <a:gd name="T51" fmla="*/ 316 h 574"/>
                <a:gd name="T52" fmla="*/ 582 w 790"/>
                <a:gd name="T53" fmla="*/ 336 h 574"/>
                <a:gd name="T54" fmla="*/ 608 w 790"/>
                <a:gd name="T55" fmla="*/ 390 h 574"/>
                <a:gd name="T56" fmla="*/ 614 w 790"/>
                <a:gd name="T57" fmla="*/ 422 h 574"/>
                <a:gd name="T58" fmla="*/ 560 w 790"/>
                <a:gd name="T59" fmla="*/ 502 h 574"/>
                <a:gd name="T60" fmla="*/ 482 w 790"/>
                <a:gd name="T61" fmla="*/ 534 h 574"/>
                <a:gd name="T62" fmla="*/ 468 w 790"/>
                <a:gd name="T63" fmla="*/ 546 h 574"/>
                <a:gd name="T64" fmla="*/ 454 w 790"/>
                <a:gd name="T65" fmla="*/ 574 h 574"/>
                <a:gd name="T66" fmla="*/ 460 w 790"/>
                <a:gd name="T67" fmla="*/ 548 h 574"/>
                <a:gd name="T68" fmla="*/ 442 w 790"/>
                <a:gd name="T69" fmla="*/ 532 h 574"/>
                <a:gd name="T70" fmla="*/ 408 w 790"/>
                <a:gd name="T71" fmla="*/ 516 h 574"/>
                <a:gd name="T72" fmla="*/ 372 w 790"/>
                <a:gd name="T73" fmla="*/ 514 h 574"/>
                <a:gd name="T74" fmla="*/ 358 w 790"/>
                <a:gd name="T75" fmla="*/ 524 h 574"/>
                <a:gd name="T76" fmla="*/ 356 w 790"/>
                <a:gd name="T77" fmla="*/ 542 h 574"/>
                <a:gd name="T78" fmla="*/ 338 w 790"/>
                <a:gd name="T79" fmla="*/ 548 h 574"/>
                <a:gd name="T80" fmla="*/ 334 w 790"/>
                <a:gd name="T81" fmla="*/ 534 h 574"/>
                <a:gd name="T82" fmla="*/ 308 w 790"/>
                <a:gd name="T83" fmla="*/ 520 h 574"/>
                <a:gd name="T84" fmla="*/ 304 w 790"/>
                <a:gd name="T85" fmla="*/ 452 h 574"/>
                <a:gd name="T86" fmla="*/ 232 w 790"/>
                <a:gd name="T87" fmla="*/ 440 h 574"/>
                <a:gd name="T88" fmla="*/ 186 w 790"/>
                <a:gd name="T89" fmla="*/ 454 h 574"/>
                <a:gd name="T90" fmla="*/ 180 w 790"/>
                <a:gd name="T91" fmla="*/ 450 h 574"/>
                <a:gd name="T92" fmla="*/ 92 w 790"/>
                <a:gd name="T93" fmla="*/ 380 h 574"/>
                <a:gd name="T94" fmla="*/ 90 w 790"/>
                <a:gd name="T95" fmla="*/ 346 h 574"/>
                <a:gd name="T96" fmla="*/ 60 w 790"/>
                <a:gd name="T97" fmla="*/ 330 h 574"/>
                <a:gd name="T98" fmla="*/ 22 w 790"/>
                <a:gd name="T99" fmla="*/ 308 h 574"/>
                <a:gd name="T100" fmla="*/ 10 w 790"/>
                <a:gd name="T101" fmla="*/ 282 h 574"/>
                <a:gd name="T102" fmla="*/ 0 w 790"/>
                <a:gd name="T103" fmla="*/ 266 h 574"/>
                <a:gd name="T104" fmla="*/ 40 w 790"/>
                <a:gd name="T105" fmla="*/ 246 h 574"/>
                <a:gd name="T106" fmla="*/ 60 w 790"/>
                <a:gd name="T107" fmla="*/ 240 h 574"/>
                <a:gd name="T108" fmla="*/ 84 w 790"/>
                <a:gd name="T109" fmla="*/ 212 h 574"/>
                <a:gd name="T110" fmla="*/ 74 w 790"/>
                <a:gd name="T111" fmla="*/ 188 h 574"/>
                <a:gd name="T112" fmla="*/ 90 w 790"/>
                <a:gd name="T113" fmla="*/ 176 h 574"/>
                <a:gd name="T114" fmla="*/ 110 w 790"/>
                <a:gd name="T115" fmla="*/ 164 h 574"/>
                <a:gd name="T116" fmla="*/ 134 w 790"/>
                <a:gd name="T117" fmla="*/ 130 h 574"/>
                <a:gd name="T118" fmla="*/ 164 w 790"/>
                <a:gd name="T119" fmla="*/ 102 h 574"/>
                <a:gd name="T120" fmla="*/ 180 w 790"/>
                <a:gd name="T121" fmla="*/ 86 h 57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790"/>
                <a:gd name="T184" fmla="*/ 0 h 574"/>
                <a:gd name="T185" fmla="*/ 790 w 790"/>
                <a:gd name="T186" fmla="*/ 574 h 574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790" h="574">
                  <a:moveTo>
                    <a:pt x="194" y="86"/>
                  </a:moveTo>
                  <a:lnTo>
                    <a:pt x="192" y="104"/>
                  </a:lnTo>
                  <a:lnTo>
                    <a:pt x="198" y="120"/>
                  </a:lnTo>
                  <a:lnTo>
                    <a:pt x="208" y="132"/>
                  </a:lnTo>
                  <a:lnTo>
                    <a:pt x="222" y="142"/>
                  </a:lnTo>
                  <a:lnTo>
                    <a:pt x="236" y="148"/>
                  </a:lnTo>
                  <a:lnTo>
                    <a:pt x="248" y="154"/>
                  </a:lnTo>
                  <a:lnTo>
                    <a:pt x="258" y="162"/>
                  </a:lnTo>
                  <a:lnTo>
                    <a:pt x="264" y="174"/>
                  </a:lnTo>
                  <a:lnTo>
                    <a:pt x="268" y="188"/>
                  </a:lnTo>
                  <a:lnTo>
                    <a:pt x="270" y="198"/>
                  </a:lnTo>
                  <a:lnTo>
                    <a:pt x="270" y="202"/>
                  </a:lnTo>
                  <a:lnTo>
                    <a:pt x="272" y="210"/>
                  </a:lnTo>
                  <a:lnTo>
                    <a:pt x="280" y="214"/>
                  </a:lnTo>
                  <a:lnTo>
                    <a:pt x="294" y="216"/>
                  </a:lnTo>
                  <a:lnTo>
                    <a:pt x="310" y="218"/>
                  </a:lnTo>
                  <a:lnTo>
                    <a:pt x="324" y="216"/>
                  </a:lnTo>
                  <a:lnTo>
                    <a:pt x="338" y="214"/>
                  </a:lnTo>
                  <a:lnTo>
                    <a:pt x="348" y="214"/>
                  </a:lnTo>
                  <a:lnTo>
                    <a:pt x="356" y="216"/>
                  </a:lnTo>
                  <a:lnTo>
                    <a:pt x="362" y="222"/>
                  </a:lnTo>
                  <a:lnTo>
                    <a:pt x="368" y="226"/>
                  </a:lnTo>
                  <a:lnTo>
                    <a:pt x="380" y="228"/>
                  </a:lnTo>
                  <a:lnTo>
                    <a:pt x="396" y="226"/>
                  </a:lnTo>
                  <a:lnTo>
                    <a:pt x="412" y="220"/>
                  </a:lnTo>
                  <a:lnTo>
                    <a:pt x="424" y="212"/>
                  </a:lnTo>
                  <a:lnTo>
                    <a:pt x="432" y="208"/>
                  </a:lnTo>
                  <a:lnTo>
                    <a:pt x="440" y="206"/>
                  </a:lnTo>
                  <a:lnTo>
                    <a:pt x="454" y="202"/>
                  </a:lnTo>
                  <a:lnTo>
                    <a:pt x="474" y="198"/>
                  </a:lnTo>
                  <a:lnTo>
                    <a:pt x="494" y="194"/>
                  </a:lnTo>
                  <a:lnTo>
                    <a:pt x="514" y="190"/>
                  </a:lnTo>
                  <a:lnTo>
                    <a:pt x="530" y="186"/>
                  </a:lnTo>
                  <a:lnTo>
                    <a:pt x="542" y="180"/>
                  </a:lnTo>
                  <a:lnTo>
                    <a:pt x="548" y="172"/>
                  </a:lnTo>
                  <a:lnTo>
                    <a:pt x="552" y="164"/>
                  </a:lnTo>
                  <a:lnTo>
                    <a:pt x="552" y="156"/>
                  </a:lnTo>
                  <a:lnTo>
                    <a:pt x="552" y="154"/>
                  </a:lnTo>
                  <a:lnTo>
                    <a:pt x="568" y="146"/>
                  </a:lnTo>
                  <a:lnTo>
                    <a:pt x="584" y="142"/>
                  </a:lnTo>
                  <a:lnTo>
                    <a:pt x="590" y="142"/>
                  </a:lnTo>
                  <a:lnTo>
                    <a:pt x="596" y="140"/>
                  </a:lnTo>
                  <a:lnTo>
                    <a:pt x="604" y="138"/>
                  </a:lnTo>
                  <a:lnTo>
                    <a:pt x="608" y="134"/>
                  </a:lnTo>
                  <a:lnTo>
                    <a:pt x="612" y="130"/>
                  </a:lnTo>
                  <a:lnTo>
                    <a:pt x="612" y="126"/>
                  </a:lnTo>
                  <a:lnTo>
                    <a:pt x="610" y="122"/>
                  </a:lnTo>
                  <a:lnTo>
                    <a:pt x="606" y="118"/>
                  </a:lnTo>
                  <a:lnTo>
                    <a:pt x="600" y="116"/>
                  </a:lnTo>
                  <a:lnTo>
                    <a:pt x="596" y="114"/>
                  </a:lnTo>
                  <a:lnTo>
                    <a:pt x="592" y="114"/>
                  </a:lnTo>
                  <a:lnTo>
                    <a:pt x="590" y="114"/>
                  </a:lnTo>
                  <a:lnTo>
                    <a:pt x="562" y="114"/>
                  </a:lnTo>
                  <a:lnTo>
                    <a:pt x="570" y="76"/>
                  </a:lnTo>
                  <a:lnTo>
                    <a:pt x="588" y="60"/>
                  </a:lnTo>
                  <a:lnTo>
                    <a:pt x="588" y="56"/>
                  </a:lnTo>
                  <a:lnTo>
                    <a:pt x="588" y="46"/>
                  </a:lnTo>
                  <a:lnTo>
                    <a:pt x="590" y="34"/>
                  </a:lnTo>
                  <a:lnTo>
                    <a:pt x="594" y="20"/>
                  </a:lnTo>
                  <a:lnTo>
                    <a:pt x="602" y="8"/>
                  </a:lnTo>
                  <a:lnTo>
                    <a:pt x="614" y="2"/>
                  </a:lnTo>
                  <a:lnTo>
                    <a:pt x="634" y="0"/>
                  </a:lnTo>
                  <a:lnTo>
                    <a:pt x="648" y="2"/>
                  </a:lnTo>
                  <a:lnTo>
                    <a:pt x="658" y="8"/>
                  </a:lnTo>
                  <a:lnTo>
                    <a:pt x="664" y="20"/>
                  </a:lnTo>
                  <a:lnTo>
                    <a:pt x="666" y="22"/>
                  </a:lnTo>
                  <a:lnTo>
                    <a:pt x="666" y="24"/>
                  </a:lnTo>
                  <a:lnTo>
                    <a:pt x="668" y="30"/>
                  </a:lnTo>
                  <a:lnTo>
                    <a:pt x="672" y="36"/>
                  </a:lnTo>
                  <a:lnTo>
                    <a:pt x="674" y="42"/>
                  </a:lnTo>
                  <a:lnTo>
                    <a:pt x="676" y="50"/>
                  </a:lnTo>
                  <a:lnTo>
                    <a:pt x="678" y="52"/>
                  </a:lnTo>
                  <a:lnTo>
                    <a:pt x="686" y="60"/>
                  </a:lnTo>
                  <a:lnTo>
                    <a:pt x="694" y="70"/>
                  </a:lnTo>
                  <a:lnTo>
                    <a:pt x="700" y="80"/>
                  </a:lnTo>
                  <a:lnTo>
                    <a:pt x="702" y="92"/>
                  </a:lnTo>
                  <a:lnTo>
                    <a:pt x="704" y="92"/>
                  </a:lnTo>
                  <a:lnTo>
                    <a:pt x="706" y="92"/>
                  </a:lnTo>
                  <a:lnTo>
                    <a:pt x="708" y="90"/>
                  </a:lnTo>
                  <a:lnTo>
                    <a:pt x="712" y="90"/>
                  </a:lnTo>
                  <a:lnTo>
                    <a:pt x="716" y="90"/>
                  </a:lnTo>
                  <a:lnTo>
                    <a:pt x="722" y="92"/>
                  </a:lnTo>
                  <a:lnTo>
                    <a:pt x="726" y="94"/>
                  </a:lnTo>
                  <a:lnTo>
                    <a:pt x="730" y="98"/>
                  </a:lnTo>
                  <a:lnTo>
                    <a:pt x="732" y="104"/>
                  </a:lnTo>
                  <a:lnTo>
                    <a:pt x="734" y="106"/>
                  </a:lnTo>
                  <a:lnTo>
                    <a:pt x="734" y="108"/>
                  </a:lnTo>
                  <a:lnTo>
                    <a:pt x="736" y="112"/>
                  </a:lnTo>
                  <a:lnTo>
                    <a:pt x="738" y="114"/>
                  </a:lnTo>
                  <a:lnTo>
                    <a:pt x="742" y="114"/>
                  </a:lnTo>
                  <a:lnTo>
                    <a:pt x="746" y="114"/>
                  </a:lnTo>
                  <a:lnTo>
                    <a:pt x="752" y="112"/>
                  </a:lnTo>
                  <a:lnTo>
                    <a:pt x="758" y="108"/>
                  </a:lnTo>
                  <a:lnTo>
                    <a:pt x="760" y="108"/>
                  </a:lnTo>
                  <a:lnTo>
                    <a:pt x="762" y="104"/>
                  </a:lnTo>
                  <a:lnTo>
                    <a:pt x="764" y="100"/>
                  </a:lnTo>
                  <a:lnTo>
                    <a:pt x="768" y="94"/>
                  </a:lnTo>
                  <a:lnTo>
                    <a:pt x="774" y="90"/>
                  </a:lnTo>
                  <a:lnTo>
                    <a:pt x="778" y="84"/>
                  </a:lnTo>
                  <a:lnTo>
                    <a:pt x="784" y="80"/>
                  </a:lnTo>
                  <a:lnTo>
                    <a:pt x="790" y="78"/>
                  </a:lnTo>
                  <a:lnTo>
                    <a:pt x="790" y="80"/>
                  </a:lnTo>
                  <a:lnTo>
                    <a:pt x="790" y="82"/>
                  </a:lnTo>
                  <a:lnTo>
                    <a:pt x="790" y="86"/>
                  </a:lnTo>
                  <a:lnTo>
                    <a:pt x="790" y="90"/>
                  </a:lnTo>
                  <a:lnTo>
                    <a:pt x="788" y="96"/>
                  </a:lnTo>
                  <a:lnTo>
                    <a:pt x="786" y="104"/>
                  </a:lnTo>
                  <a:lnTo>
                    <a:pt x="784" y="108"/>
                  </a:lnTo>
                  <a:lnTo>
                    <a:pt x="778" y="120"/>
                  </a:lnTo>
                  <a:lnTo>
                    <a:pt x="772" y="132"/>
                  </a:lnTo>
                  <a:lnTo>
                    <a:pt x="762" y="144"/>
                  </a:lnTo>
                  <a:lnTo>
                    <a:pt x="752" y="156"/>
                  </a:lnTo>
                  <a:lnTo>
                    <a:pt x="744" y="164"/>
                  </a:lnTo>
                  <a:lnTo>
                    <a:pt x="740" y="174"/>
                  </a:lnTo>
                  <a:lnTo>
                    <a:pt x="720" y="190"/>
                  </a:lnTo>
                  <a:lnTo>
                    <a:pt x="698" y="208"/>
                  </a:lnTo>
                  <a:lnTo>
                    <a:pt x="696" y="210"/>
                  </a:lnTo>
                  <a:lnTo>
                    <a:pt x="694" y="212"/>
                  </a:lnTo>
                  <a:lnTo>
                    <a:pt x="690" y="214"/>
                  </a:lnTo>
                  <a:lnTo>
                    <a:pt x="686" y="216"/>
                  </a:lnTo>
                  <a:lnTo>
                    <a:pt x="680" y="218"/>
                  </a:lnTo>
                  <a:lnTo>
                    <a:pt x="672" y="218"/>
                  </a:lnTo>
                  <a:lnTo>
                    <a:pt x="666" y="218"/>
                  </a:lnTo>
                  <a:lnTo>
                    <a:pt x="660" y="216"/>
                  </a:lnTo>
                  <a:lnTo>
                    <a:pt x="656" y="216"/>
                  </a:lnTo>
                  <a:lnTo>
                    <a:pt x="654" y="216"/>
                  </a:lnTo>
                  <a:lnTo>
                    <a:pt x="652" y="216"/>
                  </a:lnTo>
                  <a:lnTo>
                    <a:pt x="648" y="216"/>
                  </a:lnTo>
                  <a:lnTo>
                    <a:pt x="646" y="218"/>
                  </a:lnTo>
                  <a:lnTo>
                    <a:pt x="644" y="220"/>
                  </a:lnTo>
                  <a:lnTo>
                    <a:pt x="644" y="224"/>
                  </a:lnTo>
                  <a:lnTo>
                    <a:pt x="646" y="228"/>
                  </a:lnTo>
                  <a:lnTo>
                    <a:pt x="646" y="232"/>
                  </a:lnTo>
                  <a:lnTo>
                    <a:pt x="646" y="236"/>
                  </a:lnTo>
                  <a:lnTo>
                    <a:pt x="646" y="238"/>
                  </a:lnTo>
                  <a:lnTo>
                    <a:pt x="644" y="240"/>
                  </a:lnTo>
                  <a:lnTo>
                    <a:pt x="642" y="242"/>
                  </a:lnTo>
                  <a:lnTo>
                    <a:pt x="638" y="242"/>
                  </a:lnTo>
                  <a:lnTo>
                    <a:pt x="636" y="242"/>
                  </a:lnTo>
                  <a:lnTo>
                    <a:pt x="632" y="240"/>
                  </a:lnTo>
                  <a:lnTo>
                    <a:pt x="630" y="240"/>
                  </a:lnTo>
                  <a:lnTo>
                    <a:pt x="628" y="240"/>
                  </a:lnTo>
                  <a:lnTo>
                    <a:pt x="628" y="262"/>
                  </a:lnTo>
                  <a:lnTo>
                    <a:pt x="626" y="264"/>
                  </a:lnTo>
                  <a:lnTo>
                    <a:pt x="622" y="268"/>
                  </a:lnTo>
                  <a:lnTo>
                    <a:pt x="618" y="270"/>
                  </a:lnTo>
                  <a:lnTo>
                    <a:pt x="612" y="274"/>
                  </a:lnTo>
                  <a:lnTo>
                    <a:pt x="608" y="276"/>
                  </a:lnTo>
                  <a:lnTo>
                    <a:pt x="606" y="276"/>
                  </a:lnTo>
                  <a:lnTo>
                    <a:pt x="604" y="276"/>
                  </a:lnTo>
                  <a:lnTo>
                    <a:pt x="602" y="274"/>
                  </a:lnTo>
                  <a:lnTo>
                    <a:pt x="600" y="274"/>
                  </a:lnTo>
                  <a:lnTo>
                    <a:pt x="600" y="272"/>
                  </a:lnTo>
                  <a:lnTo>
                    <a:pt x="600" y="268"/>
                  </a:lnTo>
                  <a:lnTo>
                    <a:pt x="602" y="264"/>
                  </a:lnTo>
                  <a:lnTo>
                    <a:pt x="606" y="262"/>
                  </a:lnTo>
                  <a:lnTo>
                    <a:pt x="608" y="258"/>
                  </a:lnTo>
                  <a:lnTo>
                    <a:pt x="608" y="256"/>
                  </a:lnTo>
                  <a:lnTo>
                    <a:pt x="608" y="254"/>
                  </a:lnTo>
                  <a:lnTo>
                    <a:pt x="604" y="252"/>
                  </a:lnTo>
                  <a:lnTo>
                    <a:pt x="600" y="252"/>
                  </a:lnTo>
                  <a:lnTo>
                    <a:pt x="596" y="254"/>
                  </a:lnTo>
                  <a:lnTo>
                    <a:pt x="592" y="256"/>
                  </a:lnTo>
                  <a:lnTo>
                    <a:pt x="586" y="260"/>
                  </a:lnTo>
                  <a:lnTo>
                    <a:pt x="582" y="264"/>
                  </a:lnTo>
                  <a:lnTo>
                    <a:pt x="574" y="266"/>
                  </a:lnTo>
                  <a:lnTo>
                    <a:pt x="568" y="266"/>
                  </a:lnTo>
                  <a:lnTo>
                    <a:pt x="562" y="266"/>
                  </a:lnTo>
                  <a:lnTo>
                    <a:pt x="558" y="266"/>
                  </a:lnTo>
                  <a:lnTo>
                    <a:pt x="556" y="264"/>
                  </a:lnTo>
                  <a:lnTo>
                    <a:pt x="554" y="264"/>
                  </a:lnTo>
                  <a:lnTo>
                    <a:pt x="552" y="266"/>
                  </a:lnTo>
                  <a:lnTo>
                    <a:pt x="550" y="268"/>
                  </a:lnTo>
                  <a:lnTo>
                    <a:pt x="550" y="270"/>
                  </a:lnTo>
                  <a:lnTo>
                    <a:pt x="552" y="274"/>
                  </a:lnTo>
                  <a:lnTo>
                    <a:pt x="554" y="278"/>
                  </a:lnTo>
                  <a:lnTo>
                    <a:pt x="560" y="282"/>
                  </a:lnTo>
                  <a:lnTo>
                    <a:pt x="566" y="286"/>
                  </a:lnTo>
                  <a:lnTo>
                    <a:pt x="570" y="290"/>
                  </a:lnTo>
                  <a:lnTo>
                    <a:pt x="574" y="294"/>
                  </a:lnTo>
                  <a:lnTo>
                    <a:pt x="578" y="296"/>
                  </a:lnTo>
                  <a:lnTo>
                    <a:pt x="580" y="296"/>
                  </a:lnTo>
                  <a:lnTo>
                    <a:pt x="584" y="294"/>
                  </a:lnTo>
                  <a:lnTo>
                    <a:pt x="590" y="294"/>
                  </a:lnTo>
                  <a:lnTo>
                    <a:pt x="594" y="292"/>
                  </a:lnTo>
                  <a:lnTo>
                    <a:pt x="600" y="292"/>
                  </a:lnTo>
                  <a:lnTo>
                    <a:pt x="604" y="290"/>
                  </a:lnTo>
                  <a:lnTo>
                    <a:pt x="610" y="290"/>
                  </a:lnTo>
                  <a:lnTo>
                    <a:pt x="616" y="292"/>
                  </a:lnTo>
                  <a:lnTo>
                    <a:pt x="620" y="294"/>
                  </a:lnTo>
                  <a:lnTo>
                    <a:pt x="622" y="296"/>
                  </a:lnTo>
                  <a:lnTo>
                    <a:pt x="624" y="298"/>
                  </a:lnTo>
                  <a:lnTo>
                    <a:pt x="624" y="300"/>
                  </a:lnTo>
                  <a:lnTo>
                    <a:pt x="620" y="302"/>
                  </a:lnTo>
                  <a:lnTo>
                    <a:pt x="616" y="304"/>
                  </a:lnTo>
                  <a:lnTo>
                    <a:pt x="610" y="306"/>
                  </a:lnTo>
                  <a:lnTo>
                    <a:pt x="604" y="308"/>
                  </a:lnTo>
                  <a:lnTo>
                    <a:pt x="600" y="312"/>
                  </a:lnTo>
                  <a:lnTo>
                    <a:pt x="596" y="314"/>
                  </a:lnTo>
                  <a:lnTo>
                    <a:pt x="592" y="316"/>
                  </a:lnTo>
                  <a:lnTo>
                    <a:pt x="590" y="316"/>
                  </a:lnTo>
                  <a:lnTo>
                    <a:pt x="588" y="318"/>
                  </a:lnTo>
                  <a:lnTo>
                    <a:pt x="584" y="320"/>
                  </a:lnTo>
                  <a:lnTo>
                    <a:pt x="582" y="324"/>
                  </a:lnTo>
                  <a:lnTo>
                    <a:pt x="580" y="326"/>
                  </a:lnTo>
                  <a:lnTo>
                    <a:pt x="580" y="332"/>
                  </a:lnTo>
                  <a:lnTo>
                    <a:pt x="582" y="336"/>
                  </a:lnTo>
                  <a:lnTo>
                    <a:pt x="586" y="342"/>
                  </a:lnTo>
                  <a:lnTo>
                    <a:pt x="590" y="348"/>
                  </a:lnTo>
                  <a:lnTo>
                    <a:pt x="594" y="352"/>
                  </a:lnTo>
                  <a:lnTo>
                    <a:pt x="596" y="358"/>
                  </a:lnTo>
                  <a:lnTo>
                    <a:pt x="598" y="362"/>
                  </a:lnTo>
                  <a:lnTo>
                    <a:pt x="600" y="364"/>
                  </a:lnTo>
                  <a:lnTo>
                    <a:pt x="600" y="366"/>
                  </a:lnTo>
                  <a:lnTo>
                    <a:pt x="608" y="390"/>
                  </a:lnTo>
                  <a:lnTo>
                    <a:pt x="610" y="390"/>
                  </a:lnTo>
                  <a:lnTo>
                    <a:pt x="610" y="394"/>
                  </a:lnTo>
                  <a:lnTo>
                    <a:pt x="612" y="398"/>
                  </a:lnTo>
                  <a:lnTo>
                    <a:pt x="614" y="402"/>
                  </a:lnTo>
                  <a:lnTo>
                    <a:pt x="614" y="406"/>
                  </a:lnTo>
                  <a:lnTo>
                    <a:pt x="614" y="412"/>
                  </a:lnTo>
                  <a:lnTo>
                    <a:pt x="614" y="416"/>
                  </a:lnTo>
                  <a:lnTo>
                    <a:pt x="614" y="422"/>
                  </a:lnTo>
                  <a:lnTo>
                    <a:pt x="612" y="426"/>
                  </a:lnTo>
                  <a:lnTo>
                    <a:pt x="610" y="430"/>
                  </a:lnTo>
                  <a:lnTo>
                    <a:pt x="606" y="434"/>
                  </a:lnTo>
                  <a:lnTo>
                    <a:pt x="606" y="436"/>
                  </a:lnTo>
                  <a:lnTo>
                    <a:pt x="604" y="438"/>
                  </a:lnTo>
                  <a:lnTo>
                    <a:pt x="592" y="458"/>
                  </a:lnTo>
                  <a:lnTo>
                    <a:pt x="582" y="482"/>
                  </a:lnTo>
                  <a:lnTo>
                    <a:pt x="560" y="502"/>
                  </a:lnTo>
                  <a:lnTo>
                    <a:pt x="544" y="512"/>
                  </a:lnTo>
                  <a:lnTo>
                    <a:pt x="540" y="520"/>
                  </a:lnTo>
                  <a:lnTo>
                    <a:pt x="536" y="520"/>
                  </a:lnTo>
                  <a:lnTo>
                    <a:pt x="526" y="522"/>
                  </a:lnTo>
                  <a:lnTo>
                    <a:pt x="514" y="522"/>
                  </a:lnTo>
                  <a:lnTo>
                    <a:pt x="502" y="520"/>
                  </a:lnTo>
                  <a:lnTo>
                    <a:pt x="494" y="532"/>
                  </a:lnTo>
                  <a:lnTo>
                    <a:pt x="482" y="534"/>
                  </a:lnTo>
                  <a:lnTo>
                    <a:pt x="480" y="534"/>
                  </a:lnTo>
                  <a:lnTo>
                    <a:pt x="478" y="534"/>
                  </a:lnTo>
                  <a:lnTo>
                    <a:pt x="474" y="536"/>
                  </a:lnTo>
                  <a:lnTo>
                    <a:pt x="472" y="536"/>
                  </a:lnTo>
                  <a:lnTo>
                    <a:pt x="470" y="540"/>
                  </a:lnTo>
                  <a:lnTo>
                    <a:pt x="468" y="542"/>
                  </a:lnTo>
                  <a:lnTo>
                    <a:pt x="468" y="546"/>
                  </a:lnTo>
                  <a:lnTo>
                    <a:pt x="470" y="552"/>
                  </a:lnTo>
                  <a:lnTo>
                    <a:pt x="470" y="558"/>
                  </a:lnTo>
                  <a:lnTo>
                    <a:pt x="470" y="564"/>
                  </a:lnTo>
                  <a:lnTo>
                    <a:pt x="470" y="568"/>
                  </a:lnTo>
                  <a:lnTo>
                    <a:pt x="470" y="570"/>
                  </a:lnTo>
                  <a:lnTo>
                    <a:pt x="468" y="572"/>
                  </a:lnTo>
                  <a:lnTo>
                    <a:pt x="456" y="574"/>
                  </a:lnTo>
                  <a:lnTo>
                    <a:pt x="454" y="574"/>
                  </a:lnTo>
                  <a:lnTo>
                    <a:pt x="452" y="572"/>
                  </a:lnTo>
                  <a:lnTo>
                    <a:pt x="450" y="570"/>
                  </a:lnTo>
                  <a:lnTo>
                    <a:pt x="450" y="566"/>
                  </a:lnTo>
                  <a:lnTo>
                    <a:pt x="450" y="564"/>
                  </a:lnTo>
                  <a:lnTo>
                    <a:pt x="452" y="560"/>
                  </a:lnTo>
                  <a:lnTo>
                    <a:pt x="456" y="556"/>
                  </a:lnTo>
                  <a:lnTo>
                    <a:pt x="458" y="552"/>
                  </a:lnTo>
                  <a:lnTo>
                    <a:pt x="460" y="548"/>
                  </a:lnTo>
                  <a:lnTo>
                    <a:pt x="460" y="544"/>
                  </a:lnTo>
                  <a:lnTo>
                    <a:pt x="458" y="540"/>
                  </a:lnTo>
                  <a:lnTo>
                    <a:pt x="456" y="538"/>
                  </a:lnTo>
                  <a:lnTo>
                    <a:pt x="452" y="536"/>
                  </a:lnTo>
                  <a:lnTo>
                    <a:pt x="448" y="536"/>
                  </a:lnTo>
                  <a:lnTo>
                    <a:pt x="444" y="534"/>
                  </a:lnTo>
                  <a:lnTo>
                    <a:pt x="442" y="532"/>
                  </a:lnTo>
                  <a:lnTo>
                    <a:pt x="438" y="534"/>
                  </a:lnTo>
                  <a:lnTo>
                    <a:pt x="434" y="536"/>
                  </a:lnTo>
                  <a:lnTo>
                    <a:pt x="434" y="538"/>
                  </a:lnTo>
                  <a:lnTo>
                    <a:pt x="432" y="538"/>
                  </a:lnTo>
                  <a:lnTo>
                    <a:pt x="430" y="528"/>
                  </a:lnTo>
                  <a:lnTo>
                    <a:pt x="418" y="516"/>
                  </a:lnTo>
                  <a:lnTo>
                    <a:pt x="412" y="514"/>
                  </a:lnTo>
                  <a:lnTo>
                    <a:pt x="408" y="516"/>
                  </a:lnTo>
                  <a:lnTo>
                    <a:pt x="402" y="516"/>
                  </a:lnTo>
                  <a:lnTo>
                    <a:pt x="396" y="516"/>
                  </a:lnTo>
                  <a:lnTo>
                    <a:pt x="390" y="516"/>
                  </a:lnTo>
                  <a:lnTo>
                    <a:pt x="386" y="514"/>
                  </a:lnTo>
                  <a:lnTo>
                    <a:pt x="382" y="514"/>
                  </a:lnTo>
                  <a:lnTo>
                    <a:pt x="378" y="514"/>
                  </a:lnTo>
                  <a:lnTo>
                    <a:pt x="372" y="514"/>
                  </a:lnTo>
                  <a:lnTo>
                    <a:pt x="370" y="516"/>
                  </a:lnTo>
                  <a:lnTo>
                    <a:pt x="368" y="516"/>
                  </a:lnTo>
                  <a:lnTo>
                    <a:pt x="364" y="516"/>
                  </a:lnTo>
                  <a:lnTo>
                    <a:pt x="362" y="518"/>
                  </a:lnTo>
                  <a:lnTo>
                    <a:pt x="362" y="520"/>
                  </a:lnTo>
                  <a:lnTo>
                    <a:pt x="362" y="522"/>
                  </a:lnTo>
                  <a:lnTo>
                    <a:pt x="358" y="524"/>
                  </a:lnTo>
                  <a:lnTo>
                    <a:pt x="356" y="526"/>
                  </a:lnTo>
                  <a:lnTo>
                    <a:pt x="356" y="528"/>
                  </a:lnTo>
                  <a:lnTo>
                    <a:pt x="356" y="532"/>
                  </a:lnTo>
                  <a:lnTo>
                    <a:pt x="358" y="538"/>
                  </a:lnTo>
                  <a:lnTo>
                    <a:pt x="356" y="542"/>
                  </a:lnTo>
                  <a:lnTo>
                    <a:pt x="356" y="544"/>
                  </a:lnTo>
                  <a:lnTo>
                    <a:pt x="354" y="544"/>
                  </a:lnTo>
                  <a:lnTo>
                    <a:pt x="352" y="544"/>
                  </a:lnTo>
                  <a:lnTo>
                    <a:pt x="350" y="544"/>
                  </a:lnTo>
                  <a:lnTo>
                    <a:pt x="348" y="544"/>
                  </a:lnTo>
                  <a:lnTo>
                    <a:pt x="342" y="546"/>
                  </a:lnTo>
                  <a:lnTo>
                    <a:pt x="338" y="548"/>
                  </a:lnTo>
                  <a:lnTo>
                    <a:pt x="334" y="548"/>
                  </a:lnTo>
                  <a:lnTo>
                    <a:pt x="332" y="548"/>
                  </a:lnTo>
                  <a:lnTo>
                    <a:pt x="332" y="546"/>
                  </a:lnTo>
                  <a:lnTo>
                    <a:pt x="332" y="542"/>
                  </a:lnTo>
                  <a:lnTo>
                    <a:pt x="334" y="538"/>
                  </a:lnTo>
                  <a:lnTo>
                    <a:pt x="334" y="536"/>
                  </a:lnTo>
                  <a:lnTo>
                    <a:pt x="334" y="534"/>
                  </a:lnTo>
                  <a:lnTo>
                    <a:pt x="326" y="528"/>
                  </a:lnTo>
                  <a:lnTo>
                    <a:pt x="320" y="530"/>
                  </a:lnTo>
                  <a:lnTo>
                    <a:pt x="316" y="530"/>
                  </a:lnTo>
                  <a:lnTo>
                    <a:pt x="312" y="528"/>
                  </a:lnTo>
                  <a:lnTo>
                    <a:pt x="310" y="526"/>
                  </a:lnTo>
                  <a:lnTo>
                    <a:pt x="308" y="524"/>
                  </a:lnTo>
                  <a:lnTo>
                    <a:pt x="308" y="522"/>
                  </a:lnTo>
                  <a:lnTo>
                    <a:pt x="308" y="520"/>
                  </a:lnTo>
                  <a:lnTo>
                    <a:pt x="312" y="498"/>
                  </a:lnTo>
                  <a:lnTo>
                    <a:pt x="316" y="488"/>
                  </a:lnTo>
                  <a:lnTo>
                    <a:pt x="320" y="484"/>
                  </a:lnTo>
                  <a:lnTo>
                    <a:pt x="316" y="470"/>
                  </a:lnTo>
                  <a:lnTo>
                    <a:pt x="310" y="458"/>
                  </a:lnTo>
                  <a:lnTo>
                    <a:pt x="304" y="452"/>
                  </a:lnTo>
                  <a:lnTo>
                    <a:pt x="300" y="450"/>
                  </a:lnTo>
                  <a:lnTo>
                    <a:pt x="300" y="448"/>
                  </a:lnTo>
                  <a:lnTo>
                    <a:pt x="298" y="448"/>
                  </a:lnTo>
                  <a:lnTo>
                    <a:pt x="264" y="452"/>
                  </a:lnTo>
                  <a:lnTo>
                    <a:pt x="252" y="450"/>
                  </a:lnTo>
                  <a:lnTo>
                    <a:pt x="248" y="446"/>
                  </a:lnTo>
                  <a:lnTo>
                    <a:pt x="242" y="442"/>
                  </a:lnTo>
                  <a:lnTo>
                    <a:pt x="232" y="440"/>
                  </a:lnTo>
                  <a:lnTo>
                    <a:pt x="222" y="440"/>
                  </a:lnTo>
                  <a:lnTo>
                    <a:pt x="216" y="438"/>
                  </a:lnTo>
                  <a:lnTo>
                    <a:pt x="208" y="440"/>
                  </a:lnTo>
                  <a:lnTo>
                    <a:pt x="200" y="444"/>
                  </a:lnTo>
                  <a:lnTo>
                    <a:pt x="196" y="446"/>
                  </a:lnTo>
                  <a:lnTo>
                    <a:pt x="192" y="450"/>
                  </a:lnTo>
                  <a:lnTo>
                    <a:pt x="188" y="452"/>
                  </a:lnTo>
                  <a:lnTo>
                    <a:pt x="186" y="454"/>
                  </a:lnTo>
                  <a:lnTo>
                    <a:pt x="186" y="452"/>
                  </a:lnTo>
                  <a:lnTo>
                    <a:pt x="184" y="450"/>
                  </a:lnTo>
                  <a:lnTo>
                    <a:pt x="184" y="448"/>
                  </a:lnTo>
                  <a:lnTo>
                    <a:pt x="182" y="450"/>
                  </a:lnTo>
                  <a:lnTo>
                    <a:pt x="180" y="450"/>
                  </a:lnTo>
                  <a:lnTo>
                    <a:pt x="178" y="450"/>
                  </a:lnTo>
                  <a:lnTo>
                    <a:pt x="178" y="452"/>
                  </a:lnTo>
                  <a:lnTo>
                    <a:pt x="114" y="438"/>
                  </a:lnTo>
                  <a:lnTo>
                    <a:pt x="88" y="416"/>
                  </a:lnTo>
                  <a:lnTo>
                    <a:pt x="82" y="402"/>
                  </a:lnTo>
                  <a:lnTo>
                    <a:pt x="82" y="392"/>
                  </a:lnTo>
                  <a:lnTo>
                    <a:pt x="88" y="384"/>
                  </a:lnTo>
                  <a:lnTo>
                    <a:pt x="92" y="380"/>
                  </a:lnTo>
                  <a:lnTo>
                    <a:pt x="94" y="380"/>
                  </a:lnTo>
                  <a:lnTo>
                    <a:pt x="88" y="366"/>
                  </a:lnTo>
                  <a:lnTo>
                    <a:pt x="96" y="362"/>
                  </a:lnTo>
                  <a:lnTo>
                    <a:pt x="94" y="358"/>
                  </a:lnTo>
                  <a:lnTo>
                    <a:pt x="92" y="354"/>
                  </a:lnTo>
                  <a:lnTo>
                    <a:pt x="92" y="350"/>
                  </a:lnTo>
                  <a:lnTo>
                    <a:pt x="90" y="348"/>
                  </a:lnTo>
                  <a:lnTo>
                    <a:pt x="90" y="346"/>
                  </a:lnTo>
                  <a:lnTo>
                    <a:pt x="88" y="342"/>
                  </a:lnTo>
                  <a:lnTo>
                    <a:pt x="86" y="340"/>
                  </a:lnTo>
                  <a:lnTo>
                    <a:pt x="82" y="338"/>
                  </a:lnTo>
                  <a:lnTo>
                    <a:pt x="76" y="336"/>
                  </a:lnTo>
                  <a:lnTo>
                    <a:pt x="72" y="336"/>
                  </a:lnTo>
                  <a:lnTo>
                    <a:pt x="66" y="334"/>
                  </a:lnTo>
                  <a:lnTo>
                    <a:pt x="62" y="332"/>
                  </a:lnTo>
                  <a:lnTo>
                    <a:pt x="60" y="330"/>
                  </a:lnTo>
                  <a:lnTo>
                    <a:pt x="58" y="328"/>
                  </a:lnTo>
                  <a:lnTo>
                    <a:pt x="50" y="330"/>
                  </a:lnTo>
                  <a:lnTo>
                    <a:pt x="30" y="332"/>
                  </a:lnTo>
                  <a:lnTo>
                    <a:pt x="28" y="314"/>
                  </a:lnTo>
                  <a:lnTo>
                    <a:pt x="26" y="312"/>
                  </a:lnTo>
                  <a:lnTo>
                    <a:pt x="24" y="310"/>
                  </a:lnTo>
                  <a:lnTo>
                    <a:pt x="22" y="308"/>
                  </a:lnTo>
                  <a:lnTo>
                    <a:pt x="20" y="304"/>
                  </a:lnTo>
                  <a:lnTo>
                    <a:pt x="18" y="300"/>
                  </a:lnTo>
                  <a:lnTo>
                    <a:pt x="16" y="294"/>
                  </a:lnTo>
                  <a:lnTo>
                    <a:pt x="16" y="290"/>
                  </a:lnTo>
                  <a:lnTo>
                    <a:pt x="14" y="286"/>
                  </a:lnTo>
                  <a:lnTo>
                    <a:pt x="12" y="284"/>
                  </a:lnTo>
                  <a:lnTo>
                    <a:pt x="10" y="282"/>
                  </a:lnTo>
                  <a:lnTo>
                    <a:pt x="6" y="282"/>
                  </a:lnTo>
                  <a:lnTo>
                    <a:pt x="4" y="280"/>
                  </a:lnTo>
                  <a:lnTo>
                    <a:pt x="2" y="280"/>
                  </a:lnTo>
                  <a:lnTo>
                    <a:pt x="0" y="276"/>
                  </a:lnTo>
                  <a:lnTo>
                    <a:pt x="0" y="272"/>
                  </a:lnTo>
                  <a:lnTo>
                    <a:pt x="0" y="270"/>
                  </a:lnTo>
                  <a:lnTo>
                    <a:pt x="0" y="266"/>
                  </a:lnTo>
                  <a:lnTo>
                    <a:pt x="0" y="264"/>
                  </a:lnTo>
                  <a:lnTo>
                    <a:pt x="2" y="260"/>
                  </a:lnTo>
                  <a:lnTo>
                    <a:pt x="4" y="256"/>
                  </a:lnTo>
                  <a:lnTo>
                    <a:pt x="8" y="254"/>
                  </a:lnTo>
                  <a:lnTo>
                    <a:pt x="12" y="252"/>
                  </a:lnTo>
                  <a:lnTo>
                    <a:pt x="18" y="252"/>
                  </a:lnTo>
                  <a:lnTo>
                    <a:pt x="28" y="254"/>
                  </a:lnTo>
                  <a:lnTo>
                    <a:pt x="40" y="246"/>
                  </a:lnTo>
                  <a:lnTo>
                    <a:pt x="42" y="244"/>
                  </a:lnTo>
                  <a:lnTo>
                    <a:pt x="44" y="242"/>
                  </a:lnTo>
                  <a:lnTo>
                    <a:pt x="48" y="242"/>
                  </a:lnTo>
                  <a:lnTo>
                    <a:pt x="54" y="240"/>
                  </a:lnTo>
                  <a:lnTo>
                    <a:pt x="56" y="240"/>
                  </a:lnTo>
                  <a:lnTo>
                    <a:pt x="60" y="240"/>
                  </a:lnTo>
                  <a:lnTo>
                    <a:pt x="64" y="238"/>
                  </a:lnTo>
                  <a:lnTo>
                    <a:pt x="70" y="236"/>
                  </a:lnTo>
                  <a:lnTo>
                    <a:pt x="74" y="232"/>
                  </a:lnTo>
                  <a:lnTo>
                    <a:pt x="78" y="226"/>
                  </a:lnTo>
                  <a:lnTo>
                    <a:pt x="80" y="220"/>
                  </a:lnTo>
                  <a:lnTo>
                    <a:pt x="82" y="218"/>
                  </a:lnTo>
                  <a:lnTo>
                    <a:pt x="82" y="216"/>
                  </a:lnTo>
                  <a:lnTo>
                    <a:pt x="84" y="212"/>
                  </a:lnTo>
                  <a:lnTo>
                    <a:pt x="84" y="208"/>
                  </a:lnTo>
                  <a:lnTo>
                    <a:pt x="84" y="206"/>
                  </a:lnTo>
                  <a:lnTo>
                    <a:pt x="84" y="202"/>
                  </a:lnTo>
                  <a:lnTo>
                    <a:pt x="80" y="202"/>
                  </a:lnTo>
                  <a:lnTo>
                    <a:pt x="78" y="198"/>
                  </a:lnTo>
                  <a:lnTo>
                    <a:pt x="76" y="196"/>
                  </a:lnTo>
                  <a:lnTo>
                    <a:pt x="74" y="192"/>
                  </a:lnTo>
                  <a:lnTo>
                    <a:pt x="74" y="188"/>
                  </a:lnTo>
                  <a:lnTo>
                    <a:pt x="74" y="186"/>
                  </a:lnTo>
                  <a:lnTo>
                    <a:pt x="80" y="184"/>
                  </a:lnTo>
                  <a:lnTo>
                    <a:pt x="84" y="182"/>
                  </a:lnTo>
                  <a:lnTo>
                    <a:pt x="86" y="182"/>
                  </a:lnTo>
                  <a:lnTo>
                    <a:pt x="88" y="180"/>
                  </a:lnTo>
                  <a:lnTo>
                    <a:pt x="90" y="178"/>
                  </a:lnTo>
                  <a:lnTo>
                    <a:pt x="90" y="176"/>
                  </a:lnTo>
                  <a:lnTo>
                    <a:pt x="90" y="174"/>
                  </a:lnTo>
                  <a:lnTo>
                    <a:pt x="90" y="172"/>
                  </a:lnTo>
                  <a:lnTo>
                    <a:pt x="94" y="172"/>
                  </a:lnTo>
                  <a:lnTo>
                    <a:pt x="98" y="170"/>
                  </a:lnTo>
                  <a:lnTo>
                    <a:pt x="102" y="170"/>
                  </a:lnTo>
                  <a:lnTo>
                    <a:pt x="106" y="168"/>
                  </a:lnTo>
                  <a:lnTo>
                    <a:pt x="110" y="164"/>
                  </a:lnTo>
                  <a:lnTo>
                    <a:pt x="112" y="158"/>
                  </a:lnTo>
                  <a:lnTo>
                    <a:pt x="116" y="152"/>
                  </a:lnTo>
                  <a:lnTo>
                    <a:pt x="116" y="146"/>
                  </a:lnTo>
                  <a:lnTo>
                    <a:pt x="116" y="142"/>
                  </a:lnTo>
                  <a:lnTo>
                    <a:pt x="120" y="136"/>
                  </a:lnTo>
                  <a:lnTo>
                    <a:pt x="124" y="134"/>
                  </a:lnTo>
                  <a:lnTo>
                    <a:pt x="128" y="132"/>
                  </a:lnTo>
                  <a:lnTo>
                    <a:pt x="134" y="130"/>
                  </a:lnTo>
                  <a:lnTo>
                    <a:pt x="140" y="130"/>
                  </a:lnTo>
                  <a:lnTo>
                    <a:pt x="144" y="128"/>
                  </a:lnTo>
                  <a:lnTo>
                    <a:pt x="146" y="124"/>
                  </a:lnTo>
                  <a:lnTo>
                    <a:pt x="148" y="120"/>
                  </a:lnTo>
                  <a:lnTo>
                    <a:pt x="150" y="114"/>
                  </a:lnTo>
                  <a:lnTo>
                    <a:pt x="154" y="110"/>
                  </a:lnTo>
                  <a:lnTo>
                    <a:pt x="158" y="104"/>
                  </a:lnTo>
                  <a:lnTo>
                    <a:pt x="164" y="102"/>
                  </a:lnTo>
                  <a:lnTo>
                    <a:pt x="172" y="100"/>
                  </a:lnTo>
                  <a:lnTo>
                    <a:pt x="176" y="100"/>
                  </a:lnTo>
                  <a:lnTo>
                    <a:pt x="178" y="98"/>
                  </a:lnTo>
                  <a:lnTo>
                    <a:pt x="180" y="96"/>
                  </a:lnTo>
                  <a:lnTo>
                    <a:pt x="180" y="94"/>
                  </a:lnTo>
                  <a:lnTo>
                    <a:pt x="180" y="92"/>
                  </a:lnTo>
                  <a:lnTo>
                    <a:pt x="180" y="90"/>
                  </a:lnTo>
                  <a:lnTo>
                    <a:pt x="180" y="86"/>
                  </a:lnTo>
                  <a:lnTo>
                    <a:pt x="182" y="82"/>
                  </a:lnTo>
                  <a:lnTo>
                    <a:pt x="186" y="80"/>
                  </a:lnTo>
                  <a:lnTo>
                    <a:pt x="190" y="76"/>
                  </a:lnTo>
                  <a:lnTo>
                    <a:pt x="194" y="74"/>
                  </a:lnTo>
                  <a:lnTo>
                    <a:pt x="216" y="74"/>
                  </a:lnTo>
                  <a:lnTo>
                    <a:pt x="194" y="8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49" name="Freeform 211"/>
            <p:cNvSpPr>
              <a:spLocks/>
            </p:cNvSpPr>
            <p:nvPr/>
          </p:nvSpPr>
          <p:spPr bwMode="gray">
            <a:xfrm>
              <a:off x="2133" y="2924"/>
              <a:ext cx="68" cy="56"/>
            </a:xfrm>
            <a:custGeom>
              <a:avLst/>
              <a:gdLst>
                <a:gd name="T0" fmla="*/ 2 w 68"/>
                <a:gd name="T1" fmla="*/ 36 h 56"/>
                <a:gd name="T2" fmla="*/ 2 w 68"/>
                <a:gd name="T3" fmla="*/ 32 h 56"/>
                <a:gd name="T4" fmla="*/ 0 w 68"/>
                <a:gd name="T5" fmla="*/ 22 h 56"/>
                <a:gd name="T6" fmla="*/ 2 w 68"/>
                <a:gd name="T7" fmla="*/ 10 h 56"/>
                <a:gd name="T8" fmla="*/ 10 w 68"/>
                <a:gd name="T9" fmla="*/ 4 h 56"/>
                <a:gd name="T10" fmla="*/ 10 w 68"/>
                <a:gd name="T11" fmla="*/ 2 h 56"/>
                <a:gd name="T12" fmla="*/ 12 w 68"/>
                <a:gd name="T13" fmla="*/ 2 h 56"/>
                <a:gd name="T14" fmla="*/ 14 w 68"/>
                <a:gd name="T15" fmla="*/ 2 h 56"/>
                <a:gd name="T16" fmla="*/ 16 w 68"/>
                <a:gd name="T17" fmla="*/ 0 h 56"/>
                <a:gd name="T18" fmla="*/ 22 w 68"/>
                <a:gd name="T19" fmla="*/ 0 h 56"/>
                <a:gd name="T20" fmla="*/ 28 w 68"/>
                <a:gd name="T21" fmla="*/ 2 h 56"/>
                <a:gd name="T22" fmla="*/ 34 w 68"/>
                <a:gd name="T23" fmla="*/ 4 h 56"/>
                <a:gd name="T24" fmla="*/ 42 w 68"/>
                <a:gd name="T25" fmla="*/ 10 h 56"/>
                <a:gd name="T26" fmla="*/ 44 w 68"/>
                <a:gd name="T27" fmla="*/ 8 h 56"/>
                <a:gd name="T28" fmla="*/ 46 w 68"/>
                <a:gd name="T29" fmla="*/ 8 h 56"/>
                <a:gd name="T30" fmla="*/ 50 w 68"/>
                <a:gd name="T31" fmla="*/ 8 h 56"/>
                <a:gd name="T32" fmla="*/ 54 w 68"/>
                <a:gd name="T33" fmla="*/ 8 h 56"/>
                <a:gd name="T34" fmla="*/ 58 w 68"/>
                <a:gd name="T35" fmla="*/ 8 h 56"/>
                <a:gd name="T36" fmla="*/ 60 w 68"/>
                <a:gd name="T37" fmla="*/ 8 h 56"/>
                <a:gd name="T38" fmla="*/ 64 w 68"/>
                <a:gd name="T39" fmla="*/ 10 h 56"/>
                <a:gd name="T40" fmla="*/ 66 w 68"/>
                <a:gd name="T41" fmla="*/ 12 h 56"/>
                <a:gd name="T42" fmla="*/ 68 w 68"/>
                <a:gd name="T43" fmla="*/ 16 h 56"/>
                <a:gd name="T44" fmla="*/ 68 w 68"/>
                <a:gd name="T45" fmla="*/ 18 h 56"/>
                <a:gd name="T46" fmla="*/ 66 w 68"/>
                <a:gd name="T47" fmla="*/ 22 h 56"/>
                <a:gd name="T48" fmla="*/ 66 w 68"/>
                <a:gd name="T49" fmla="*/ 26 h 56"/>
                <a:gd name="T50" fmla="*/ 64 w 68"/>
                <a:gd name="T51" fmla="*/ 30 h 56"/>
                <a:gd name="T52" fmla="*/ 64 w 68"/>
                <a:gd name="T53" fmla="*/ 32 h 56"/>
                <a:gd name="T54" fmla="*/ 64 w 68"/>
                <a:gd name="T55" fmla="*/ 34 h 56"/>
                <a:gd name="T56" fmla="*/ 54 w 68"/>
                <a:gd name="T57" fmla="*/ 38 h 56"/>
                <a:gd name="T58" fmla="*/ 50 w 68"/>
                <a:gd name="T59" fmla="*/ 42 h 56"/>
                <a:gd name="T60" fmla="*/ 46 w 68"/>
                <a:gd name="T61" fmla="*/ 42 h 56"/>
                <a:gd name="T62" fmla="*/ 42 w 68"/>
                <a:gd name="T63" fmla="*/ 52 h 56"/>
                <a:gd name="T64" fmla="*/ 24 w 68"/>
                <a:gd name="T65" fmla="*/ 56 h 56"/>
                <a:gd name="T66" fmla="*/ 2 w 68"/>
                <a:gd name="T67" fmla="*/ 36 h 5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8"/>
                <a:gd name="T103" fmla="*/ 0 h 56"/>
                <a:gd name="T104" fmla="*/ 68 w 68"/>
                <a:gd name="T105" fmla="*/ 56 h 5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8" h="56">
                  <a:moveTo>
                    <a:pt x="2" y="36"/>
                  </a:moveTo>
                  <a:lnTo>
                    <a:pt x="2" y="32"/>
                  </a:lnTo>
                  <a:lnTo>
                    <a:pt x="0" y="22"/>
                  </a:lnTo>
                  <a:lnTo>
                    <a:pt x="2" y="10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8" y="2"/>
                  </a:lnTo>
                  <a:lnTo>
                    <a:pt x="34" y="4"/>
                  </a:lnTo>
                  <a:lnTo>
                    <a:pt x="42" y="10"/>
                  </a:lnTo>
                  <a:lnTo>
                    <a:pt x="44" y="8"/>
                  </a:lnTo>
                  <a:lnTo>
                    <a:pt x="46" y="8"/>
                  </a:lnTo>
                  <a:lnTo>
                    <a:pt x="50" y="8"/>
                  </a:lnTo>
                  <a:lnTo>
                    <a:pt x="54" y="8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4" y="10"/>
                  </a:lnTo>
                  <a:lnTo>
                    <a:pt x="66" y="12"/>
                  </a:lnTo>
                  <a:lnTo>
                    <a:pt x="68" y="16"/>
                  </a:lnTo>
                  <a:lnTo>
                    <a:pt x="68" y="18"/>
                  </a:lnTo>
                  <a:lnTo>
                    <a:pt x="66" y="22"/>
                  </a:lnTo>
                  <a:lnTo>
                    <a:pt x="66" y="26"/>
                  </a:lnTo>
                  <a:lnTo>
                    <a:pt x="64" y="30"/>
                  </a:lnTo>
                  <a:lnTo>
                    <a:pt x="64" y="32"/>
                  </a:lnTo>
                  <a:lnTo>
                    <a:pt x="64" y="34"/>
                  </a:lnTo>
                  <a:lnTo>
                    <a:pt x="54" y="38"/>
                  </a:lnTo>
                  <a:lnTo>
                    <a:pt x="50" y="42"/>
                  </a:lnTo>
                  <a:lnTo>
                    <a:pt x="46" y="42"/>
                  </a:lnTo>
                  <a:lnTo>
                    <a:pt x="42" y="52"/>
                  </a:lnTo>
                  <a:lnTo>
                    <a:pt x="24" y="56"/>
                  </a:lnTo>
                  <a:lnTo>
                    <a:pt x="2" y="3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50" name="Freeform 212"/>
            <p:cNvSpPr>
              <a:spLocks/>
            </p:cNvSpPr>
            <p:nvPr/>
          </p:nvSpPr>
          <p:spPr bwMode="gray">
            <a:xfrm>
              <a:off x="2487" y="2650"/>
              <a:ext cx="36" cy="44"/>
            </a:xfrm>
            <a:custGeom>
              <a:avLst/>
              <a:gdLst>
                <a:gd name="T0" fmla="*/ 6 w 36"/>
                <a:gd name="T1" fmla="*/ 0 h 44"/>
                <a:gd name="T2" fmla="*/ 6 w 36"/>
                <a:gd name="T3" fmla="*/ 2 h 44"/>
                <a:gd name="T4" fmla="*/ 2 w 36"/>
                <a:gd name="T5" fmla="*/ 4 h 44"/>
                <a:gd name="T6" fmla="*/ 0 w 36"/>
                <a:gd name="T7" fmla="*/ 6 h 44"/>
                <a:gd name="T8" fmla="*/ 0 w 36"/>
                <a:gd name="T9" fmla="*/ 10 h 44"/>
                <a:gd name="T10" fmla="*/ 2 w 36"/>
                <a:gd name="T11" fmla="*/ 12 h 44"/>
                <a:gd name="T12" fmla="*/ 4 w 36"/>
                <a:gd name="T13" fmla="*/ 16 h 44"/>
                <a:gd name="T14" fmla="*/ 8 w 36"/>
                <a:gd name="T15" fmla="*/ 20 h 44"/>
                <a:gd name="T16" fmla="*/ 10 w 36"/>
                <a:gd name="T17" fmla="*/ 24 h 44"/>
                <a:gd name="T18" fmla="*/ 14 w 36"/>
                <a:gd name="T19" fmla="*/ 28 h 44"/>
                <a:gd name="T20" fmla="*/ 16 w 36"/>
                <a:gd name="T21" fmla="*/ 32 h 44"/>
                <a:gd name="T22" fmla="*/ 16 w 36"/>
                <a:gd name="T23" fmla="*/ 32 h 44"/>
                <a:gd name="T24" fmla="*/ 16 w 36"/>
                <a:gd name="T25" fmla="*/ 34 h 44"/>
                <a:gd name="T26" fmla="*/ 16 w 36"/>
                <a:gd name="T27" fmla="*/ 36 h 44"/>
                <a:gd name="T28" fmla="*/ 16 w 36"/>
                <a:gd name="T29" fmla="*/ 38 h 44"/>
                <a:gd name="T30" fmla="*/ 18 w 36"/>
                <a:gd name="T31" fmla="*/ 40 h 44"/>
                <a:gd name="T32" fmla="*/ 18 w 36"/>
                <a:gd name="T33" fmla="*/ 42 h 44"/>
                <a:gd name="T34" fmla="*/ 22 w 36"/>
                <a:gd name="T35" fmla="*/ 44 h 44"/>
                <a:gd name="T36" fmla="*/ 26 w 36"/>
                <a:gd name="T37" fmla="*/ 44 h 44"/>
                <a:gd name="T38" fmla="*/ 30 w 36"/>
                <a:gd name="T39" fmla="*/ 42 h 44"/>
                <a:gd name="T40" fmla="*/ 34 w 36"/>
                <a:gd name="T41" fmla="*/ 38 h 44"/>
                <a:gd name="T42" fmla="*/ 34 w 36"/>
                <a:gd name="T43" fmla="*/ 34 h 44"/>
                <a:gd name="T44" fmla="*/ 34 w 36"/>
                <a:gd name="T45" fmla="*/ 30 h 44"/>
                <a:gd name="T46" fmla="*/ 34 w 36"/>
                <a:gd name="T47" fmla="*/ 26 h 44"/>
                <a:gd name="T48" fmla="*/ 34 w 36"/>
                <a:gd name="T49" fmla="*/ 22 h 44"/>
                <a:gd name="T50" fmla="*/ 34 w 36"/>
                <a:gd name="T51" fmla="*/ 18 h 44"/>
                <a:gd name="T52" fmla="*/ 34 w 36"/>
                <a:gd name="T53" fmla="*/ 16 h 44"/>
                <a:gd name="T54" fmla="*/ 36 w 36"/>
                <a:gd name="T55" fmla="*/ 14 h 44"/>
                <a:gd name="T56" fmla="*/ 34 w 36"/>
                <a:gd name="T57" fmla="*/ 14 h 44"/>
                <a:gd name="T58" fmla="*/ 32 w 36"/>
                <a:gd name="T59" fmla="*/ 12 h 44"/>
                <a:gd name="T60" fmla="*/ 28 w 36"/>
                <a:gd name="T61" fmla="*/ 10 h 44"/>
                <a:gd name="T62" fmla="*/ 24 w 36"/>
                <a:gd name="T63" fmla="*/ 6 h 44"/>
                <a:gd name="T64" fmla="*/ 20 w 36"/>
                <a:gd name="T65" fmla="*/ 4 h 44"/>
                <a:gd name="T66" fmla="*/ 18 w 36"/>
                <a:gd name="T67" fmla="*/ 4 h 44"/>
                <a:gd name="T68" fmla="*/ 12 w 36"/>
                <a:gd name="T69" fmla="*/ 4 h 44"/>
                <a:gd name="T70" fmla="*/ 10 w 36"/>
                <a:gd name="T71" fmla="*/ 2 h 44"/>
                <a:gd name="T72" fmla="*/ 8 w 36"/>
                <a:gd name="T73" fmla="*/ 2 h 44"/>
                <a:gd name="T74" fmla="*/ 6 w 36"/>
                <a:gd name="T75" fmla="*/ 0 h 4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6"/>
                <a:gd name="T115" fmla="*/ 0 h 44"/>
                <a:gd name="T116" fmla="*/ 36 w 36"/>
                <a:gd name="T117" fmla="*/ 44 h 4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6" h="44">
                  <a:moveTo>
                    <a:pt x="6" y="0"/>
                  </a:moveTo>
                  <a:lnTo>
                    <a:pt x="6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10"/>
                  </a:lnTo>
                  <a:lnTo>
                    <a:pt x="2" y="12"/>
                  </a:lnTo>
                  <a:lnTo>
                    <a:pt x="4" y="16"/>
                  </a:lnTo>
                  <a:lnTo>
                    <a:pt x="8" y="20"/>
                  </a:lnTo>
                  <a:lnTo>
                    <a:pt x="10" y="24"/>
                  </a:lnTo>
                  <a:lnTo>
                    <a:pt x="14" y="28"/>
                  </a:lnTo>
                  <a:lnTo>
                    <a:pt x="16" y="32"/>
                  </a:lnTo>
                  <a:lnTo>
                    <a:pt x="16" y="34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8" y="40"/>
                  </a:lnTo>
                  <a:lnTo>
                    <a:pt x="18" y="42"/>
                  </a:lnTo>
                  <a:lnTo>
                    <a:pt x="22" y="44"/>
                  </a:lnTo>
                  <a:lnTo>
                    <a:pt x="26" y="44"/>
                  </a:lnTo>
                  <a:lnTo>
                    <a:pt x="30" y="42"/>
                  </a:lnTo>
                  <a:lnTo>
                    <a:pt x="34" y="38"/>
                  </a:lnTo>
                  <a:lnTo>
                    <a:pt x="34" y="34"/>
                  </a:lnTo>
                  <a:lnTo>
                    <a:pt x="34" y="30"/>
                  </a:lnTo>
                  <a:lnTo>
                    <a:pt x="34" y="26"/>
                  </a:lnTo>
                  <a:lnTo>
                    <a:pt x="34" y="22"/>
                  </a:lnTo>
                  <a:lnTo>
                    <a:pt x="34" y="18"/>
                  </a:lnTo>
                  <a:lnTo>
                    <a:pt x="34" y="16"/>
                  </a:lnTo>
                  <a:lnTo>
                    <a:pt x="36" y="14"/>
                  </a:lnTo>
                  <a:lnTo>
                    <a:pt x="34" y="14"/>
                  </a:lnTo>
                  <a:lnTo>
                    <a:pt x="32" y="12"/>
                  </a:lnTo>
                  <a:lnTo>
                    <a:pt x="28" y="10"/>
                  </a:lnTo>
                  <a:lnTo>
                    <a:pt x="24" y="6"/>
                  </a:lnTo>
                  <a:lnTo>
                    <a:pt x="20" y="4"/>
                  </a:lnTo>
                  <a:lnTo>
                    <a:pt x="18" y="4"/>
                  </a:lnTo>
                  <a:lnTo>
                    <a:pt x="12" y="4"/>
                  </a:lnTo>
                  <a:lnTo>
                    <a:pt x="10" y="2"/>
                  </a:lnTo>
                  <a:lnTo>
                    <a:pt x="8" y="2"/>
                  </a:lnTo>
                  <a:lnTo>
                    <a:pt x="6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51" name="Freeform 213"/>
            <p:cNvSpPr>
              <a:spLocks/>
            </p:cNvSpPr>
            <p:nvPr/>
          </p:nvSpPr>
          <p:spPr bwMode="gray">
            <a:xfrm>
              <a:off x="2499" y="2528"/>
              <a:ext cx="144" cy="122"/>
            </a:xfrm>
            <a:custGeom>
              <a:avLst/>
              <a:gdLst>
                <a:gd name="T0" fmla="*/ 0 w 144"/>
                <a:gd name="T1" fmla="*/ 114 h 122"/>
                <a:gd name="T2" fmla="*/ 22 w 144"/>
                <a:gd name="T3" fmla="*/ 114 h 122"/>
                <a:gd name="T4" fmla="*/ 58 w 144"/>
                <a:gd name="T5" fmla="*/ 106 h 122"/>
                <a:gd name="T6" fmla="*/ 62 w 144"/>
                <a:gd name="T7" fmla="*/ 118 h 122"/>
                <a:gd name="T8" fmla="*/ 66 w 144"/>
                <a:gd name="T9" fmla="*/ 120 h 122"/>
                <a:gd name="T10" fmla="*/ 74 w 144"/>
                <a:gd name="T11" fmla="*/ 120 h 122"/>
                <a:gd name="T12" fmla="*/ 82 w 144"/>
                <a:gd name="T13" fmla="*/ 114 h 122"/>
                <a:gd name="T14" fmla="*/ 86 w 144"/>
                <a:gd name="T15" fmla="*/ 110 h 122"/>
                <a:gd name="T16" fmla="*/ 102 w 144"/>
                <a:gd name="T17" fmla="*/ 104 h 122"/>
                <a:gd name="T18" fmla="*/ 106 w 144"/>
                <a:gd name="T19" fmla="*/ 100 h 122"/>
                <a:gd name="T20" fmla="*/ 116 w 144"/>
                <a:gd name="T21" fmla="*/ 94 h 122"/>
                <a:gd name="T22" fmla="*/ 124 w 144"/>
                <a:gd name="T23" fmla="*/ 88 h 122"/>
                <a:gd name="T24" fmla="*/ 128 w 144"/>
                <a:gd name="T25" fmla="*/ 82 h 122"/>
                <a:gd name="T26" fmla="*/ 132 w 144"/>
                <a:gd name="T27" fmla="*/ 76 h 122"/>
                <a:gd name="T28" fmla="*/ 136 w 144"/>
                <a:gd name="T29" fmla="*/ 68 h 122"/>
                <a:gd name="T30" fmla="*/ 138 w 144"/>
                <a:gd name="T31" fmla="*/ 60 h 122"/>
                <a:gd name="T32" fmla="*/ 138 w 144"/>
                <a:gd name="T33" fmla="*/ 52 h 122"/>
                <a:gd name="T34" fmla="*/ 136 w 144"/>
                <a:gd name="T35" fmla="*/ 44 h 122"/>
                <a:gd name="T36" fmla="*/ 136 w 144"/>
                <a:gd name="T37" fmla="*/ 42 h 122"/>
                <a:gd name="T38" fmla="*/ 140 w 144"/>
                <a:gd name="T39" fmla="*/ 38 h 122"/>
                <a:gd name="T40" fmla="*/ 144 w 144"/>
                <a:gd name="T41" fmla="*/ 30 h 122"/>
                <a:gd name="T42" fmla="*/ 144 w 144"/>
                <a:gd name="T43" fmla="*/ 20 h 122"/>
                <a:gd name="T44" fmla="*/ 142 w 144"/>
                <a:gd name="T45" fmla="*/ 8 h 122"/>
                <a:gd name="T46" fmla="*/ 140 w 144"/>
                <a:gd name="T47" fmla="*/ 0 h 122"/>
                <a:gd name="T48" fmla="*/ 138 w 144"/>
                <a:gd name="T49" fmla="*/ 0 h 122"/>
                <a:gd name="T50" fmla="*/ 132 w 144"/>
                <a:gd name="T51" fmla="*/ 2 h 122"/>
                <a:gd name="T52" fmla="*/ 122 w 144"/>
                <a:gd name="T53" fmla="*/ 8 h 122"/>
                <a:gd name="T54" fmla="*/ 116 w 144"/>
                <a:gd name="T55" fmla="*/ 18 h 122"/>
                <a:gd name="T56" fmla="*/ 114 w 144"/>
                <a:gd name="T57" fmla="*/ 32 h 122"/>
                <a:gd name="T58" fmla="*/ 112 w 144"/>
                <a:gd name="T59" fmla="*/ 44 h 122"/>
                <a:gd name="T60" fmla="*/ 108 w 144"/>
                <a:gd name="T61" fmla="*/ 48 h 122"/>
                <a:gd name="T62" fmla="*/ 102 w 144"/>
                <a:gd name="T63" fmla="*/ 58 h 122"/>
                <a:gd name="T64" fmla="*/ 94 w 144"/>
                <a:gd name="T65" fmla="*/ 68 h 122"/>
                <a:gd name="T66" fmla="*/ 82 w 144"/>
                <a:gd name="T67" fmla="*/ 76 h 122"/>
                <a:gd name="T68" fmla="*/ 72 w 144"/>
                <a:gd name="T69" fmla="*/ 84 h 122"/>
                <a:gd name="T70" fmla="*/ 64 w 144"/>
                <a:gd name="T71" fmla="*/ 90 h 122"/>
                <a:gd name="T72" fmla="*/ 40 w 144"/>
                <a:gd name="T73" fmla="*/ 90 h 122"/>
                <a:gd name="T74" fmla="*/ 6 w 144"/>
                <a:gd name="T75" fmla="*/ 106 h 12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44"/>
                <a:gd name="T115" fmla="*/ 0 h 122"/>
                <a:gd name="T116" fmla="*/ 144 w 144"/>
                <a:gd name="T117" fmla="*/ 122 h 12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44" h="122">
                  <a:moveTo>
                    <a:pt x="6" y="106"/>
                  </a:moveTo>
                  <a:lnTo>
                    <a:pt x="0" y="114"/>
                  </a:lnTo>
                  <a:lnTo>
                    <a:pt x="14" y="118"/>
                  </a:lnTo>
                  <a:lnTo>
                    <a:pt x="22" y="114"/>
                  </a:lnTo>
                  <a:lnTo>
                    <a:pt x="38" y="110"/>
                  </a:lnTo>
                  <a:lnTo>
                    <a:pt x="58" y="106"/>
                  </a:lnTo>
                  <a:lnTo>
                    <a:pt x="62" y="118"/>
                  </a:lnTo>
                  <a:lnTo>
                    <a:pt x="62" y="120"/>
                  </a:lnTo>
                  <a:lnTo>
                    <a:pt x="66" y="120"/>
                  </a:lnTo>
                  <a:lnTo>
                    <a:pt x="68" y="122"/>
                  </a:lnTo>
                  <a:lnTo>
                    <a:pt x="74" y="120"/>
                  </a:lnTo>
                  <a:lnTo>
                    <a:pt x="78" y="116"/>
                  </a:lnTo>
                  <a:lnTo>
                    <a:pt x="82" y="114"/>
                  </a:lnTo>
                  <a:lnTo>
                    <a:pt x="84" y="110"/>
                  </a:lnTo>
                  <a:lnTo>
                    <a:pt x="86" y="110"/>
                  </a:lnTo>
                  <a:lnTo>
                    <a:pt x="100" y="106"/>
                  </a:lnTo>
                  <a:lnTo>
                    <a:pt x="102" y="104"/>
                  </a:lnTo>
                  <a:lnTo>
                    <a:pt x="104" y="104"/>
                  </a:lnTo>
                  <a:lnTo>
                    <a:pt x="106" y="100"/>
                  </a:lnTo>
                  <a:lnTo>
                    <a:pt x="112" y="98"/>
                  </a:lnTo>
                  <a:lnTo>
                    <a:pt x="116" y="94"/>
                  </a:lnTo>
                  <a:lnTo>
                    <a:pt x="120" y="90"/>
                  </a:lnTo>
                  <a:lnTo>
                    <a:pt x="124" y="88"/>
                  </a:lnTo>
                  <a:lnTo>
                    <a:pt x="126" y="84"/>
                  </a:lnTo>
                  <a:lnTo>
                    <a:pt x="128" y="82"/>
                  </a:lnTo>
                  <a:lnTo>
                    <a:pt x="130" y="80"/>
                  </a:lnTo>
                  <a:lnTo>
                    <a:pt x="132" y="76"/>
                  </a:lnTo>
                  <a:lnTo>
                    <a:pt x="134" y="72"/>
                  </a:lnTo>
                  <a:lnTo>
                    <a:pt x="136" y="68"/>
                  </a:lnTo>
                  <a:lnTo>
                    <a:pt x="138" y="64"/>
                  </a:lnTo>
                  <a:lnTo>
                    <a:pt x="138" y="60"/>
                  </a:lnTo>
                  <a:lnTo>
                    <a:pt x="138" y="58"/>
                  </a:lnTo>
                  <a:lnTo>
                    <a:pt x="138" y="52"/>
                  </a:lnTo>
                  <a:lnTo>
                    <a:pt x="136" y="48"/>
                  </a:lnTo>
                  <a:lnTo>
                    <a:pt x="136" y="44"/>
                  </a:lnTo>
                  <a:lnTo>
                    <a:pt x="136" y="42"/>
                  </a:lnTo>
                  <a:lnTo>
                    <a:pt x="138" y="40"/>
                  </a:lnTo>
                  <a:lnTo>
                    <a:pt x="140" y="38"/>
                  </a:lnTo>
                  <a:lnTo>
                    <a:pt x="142" y="34"/>
                  </a:lnTo>
                  <a:lnTo>
                    <a:pt x="144" y="30"/>
                  </a:lnTo>
                  <a:lnTo>
                    <a:pt x="144" y="26"/>
                  </a:lnTo>
                  <a:lnTo>
                    <a:pt x="144" y="20"/>
                  </a:lnTo>
                  <a:lnTo>
                    <a:pt x="142" y="14"/>
                  </a:lnTo>
                  <a:lnTo>
                    <a:pt x="142" y="8"/>
                  </a:lnTo>
                  <a:lnTo>
                    <a:pt x="140" y="4"/>
                  </a:lnTo>
                  <a:lnTo>
                    <a:pt x="140" y="0"/>
                  </a:lnTo>
                  <a:lnTo>
                    <a:pt x="138" y="0"/>
                  </a:lnTo>
                  <a:lnTo>
                    <a:pt x="136" y="0"/>
                  </a:lnTo>
                  <a:lnTo>
                    <a:pt x="132" y="2"/>
                  </a:lnTo>
                  <a:lnTo>
                    <a:pt x="126" y="4"/>
                  </a:lnTo>
                  <a:lnTo>
                    <a:pt x="122" y="8"/>
                  </a:lnTo>
                  <a:lnTo>
                    <a:pt x="118" y="12"/>
                  </a:lnTo>
                  <a:lnTo>
                    <a:pt x="116" y="18"/>
                  </a:lnTo>
                  <a:lnTo>
                    <a:pt x="114" y="26"/>
                  </a:lnTo>
                  <a:lnTo>
                    <a:pt x="114" y="32"/>
                  </a:lnTo>
                  <a:lnTo>
                    <a:pt x="112" y="38"/>
                  </a:lnTo>
                  <a:lnTo>
                    <a:pt x="112" y="44"/>
                  </a:lnTo>
                  <a:lnTo>
                    <a:pt x="110" y="46"/>
                  </a:lnTo>
                  <a:lnTo>
                    <a:pt x="108" y="48"/>
                  </a:lnTo>
                  <a:lnTo>
                    <a:pt x="106" y="52"/>
                  </a:lnTo>
                  <a:lnTo>
                    <a:pt x="102" y="58"/>
                  </a:lnTo>
                  <a:lnTo>
                    <a:pt x="98" y="62"/>
                  </a:lnTo>
                  <a:lnTo>
                    <a:pt x="94" y="68"/>
                  </a:lnTo>
                  <a:lnTo>
                    <a:pt x="88" y="72"/>
                  </a:lnTo>
                  <a:lnTo>
                    <a:pt x="82" y="76"/>
                  </a:lnTo>
                  <a:lnTo>
                    <a:pt x="76" y="80"/>
                  </a:lnTo>
                  <a:lnTo>
                    <a:pt x="72" y="84"/>
                  </a:lnTo>
                  <a:lnTo>
                    <a:pt x="68" y="88"/>
                  </a:lnTo>
                  <a:lnTo>
                    <a:pt x="64" y="90"/>
                  </a:lnTo>
                  <a:lnTo>
                    <a:pt x="40" y="90"/>
                  </a:lnTo>
                  <a:lnTo>
                    <a:pt x="22" y="96"/>
                  </a:lnTo>
                  <a:lnTo>
                    <a:pt x="6" y="10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52" name="Freeform 214"/>
            <p:cNvSpPr>
              <a:spLocks/>
            </p:cNvSpPr>
            <p:nvPr/>
          </p:nvSpPr>
          <p:spPr bwMode="gray">
            <a:xfrm>
              <a:off x="2519" y="2644"/>
              <a:ext cx="24" cy="16"/>
            </a:xfrm>
            <a:custGeom>
              <a:avLst/>
              <a:gdLst>
                <a:gd name="T0" fmla="*/ 8 w 24"/>
                <a:gd name="T1" fmla="*/ 0 h 16"/>
                <a:gd name="T2" fmla="*/ 0 w 24"/>
                <a:gd name="T3" fmla="*/ 10 h 16"/>
                <a:gd name="T4" fmla="*/ 8 w 24"/>
                <a:gd name="T5" fmla="*/ 16 h 16"/>
                <a:gd name="T6" fmla="*/ 18 w 24"/>
                <a:gd name="T7" fmla="*/ 8 h 16"/>
                <a:gd name="T8" fmla="*/ 24 w 24"/>
                <a:gd name="T9" fmla="*/ 2 h 16"/>
                <a:gd name="T10" fmla="*/ 8 w 24"/>
                <a:gd name="T11" fmla="*/ 0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"/>
                <a:gd name="T19" fmla="*/ 0 h 16"/>
                <a:gd name="T20" fmla="*/ 24 w 24"/>
                <a:gd name="T21" fmla="*/ 16 h 1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" h="16">
                  <a:moveTo>
                    <a:pt x="8" y="0"/>
                  </a:moveTo>
                  <a:lnTo>
                    <a:pt x="0" y="10"/>
                  </a:lnTo>
                  <a:lnTo>
                    <a:pt x="8" y="16"/>
                  </a:lnTo>
                  <a:lnTo>
                    <a:pt x="18" y="8"/>
                  </a:lnTo>
                  <a:lnTo>
                    <a:pt x="24" y="2"/>
                  </a:lnTo>
                  <a:lnTo>
                    <a:pt x="8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53" name="Freeform 215"/>
            <p:cNvSpPr>
              <a:spLocks/>
            </p:cNvSpPr>
            <p:nvPr/>
          </p:nvSpPr>
          <p:spPr bwMode="gray">
            <a:xfrm>
              <a:off x="2617" y="2454"/>
              <a:ext cx="78" cy="60"/>
            </a:xfrm>
            <a:custGeom>
              <a:avLst/>
              <a:gdLst>
                <a:gd name="T0" fmla="*/ 36 w 78"/>
                <a:gd name="T1" fmla="*/ 6 h 60"/>
                <a:gd name="T2" fmla="*/ 36 w 78"/>
                <a:gd name="T3" fmla="*/ 6 h 60"/>
                <a:gd name="T4" fmla="*/ 34 w 78"/>
                <a:gd name="T5" fmla="*/ 4 h 60"/>
                <a:gd name="T6" fmla="*/ 32 w 78"/>
                <a:gd name="T7" fmla="*/ 2 h 60"/>
                <a:gd name="T8" fmla="*/ 30 w 78"/>
                <a:gd name="T9" fmla="*/ 0 h 60"/>
                <a:gd name="T10" fmla="*/ 28 w 78"/>
                <a:gd name="T11" fmla="*/ 0 h 60"/>
                <a:gd name="T12" fmla="*/ 26 w 78"/>
                <a:gd name="T13" fmla="*/ 2 h 60"/>
                <a:gd name="T14" fmla="*/ 24 w 78"/>
                <a:gd name="T15" fmla="*/ 4 h 60"/>
                <a:gd name="T16" fmla="*/ 22 w 78"/>
                <a:gd name="T17" fmla="*/ 12 h 60"/>
                <a:gd name="T18" fmla="*/ 20 w 78"/>
                <a:gd name="T19" fmla="*/ 18 h 60"/>
                <a:gd name="T20" fmla="*/ 20 w 78"/>
                <a:gd name="T21" fmla="*/ 22 h 60"/>
                <a:gd name="T22" fmla="*/ 20 w 78"/>
                <a:gd name="T23" fmla="*/ 26 h 60"/>
                <a:gd name="T24" fmla="*/ 18 w 78"/>
                <a:gd name="T25" fmla="*/ 28 h 60"/>
                <a:gd name="T26" fmla="*/ 16 w 78"/>
                <a:gd name="T27" fmla="*/ 32 h 60"/>
                <a:gd name="T28" fmla="*/ 12 w 78"/>
                <a:gd name="T29" fmla="*/ 36 h 60"/>
                <a:gd name="T30" fmla="*/ 10 w 78"/>
                <a:gd name="T31" fmla="*/ 42 h 60"/>
                <a:gd name="T32" fmla="*/ 6 w 78"/>
                <a:gd name="T33" fmla="*/ 46 h 60"/>
                <a:gd name="T34" fmla="*/ 4 w 78"/>
                <a:gd name="T35" fmla="*/ 48 h 60"/>
                <a:gd name="T36" fmla="*/ 2 w 78"/>
                <a:gd name="T37" fmla="*/ 50 h 60"/>
                <a:gd name="T38" fmla="*/ 0 w 78"/>
                <a:gd name="T39" fmla="*/ 52 h 60"/>
                <a:gd name="T40" fmla="*/ 0 w 78"/>
                <a:gd name="T41" fmla="*/ 54 h 60"/>
                <a:gd name="T42" fmla="*/ 0 w 78"/>
                <a:gd name="T43" fmla="*/ 56 h 60"/>
                <a:gd name="T44" fmla="*/ 4 w 78"/>
                <a:gd name="T45" fmla="*/ 56 h 60"/>
                <a:gd name="T46" fmla="*/ 8 w 78"/>
                <a:gd name="T47" fmla="*/ 58 h 60"/>
                <a:gd name="T48" fmla="*/ 14 w 78"/>
                <a:gd name="T49" fmla="*/ 58 h 60"/>
                <a:gd name="T50" fmla="*/ 20 w 78"/>
                <a:gd name="T51" fmla="*/ 58 h 60"/>
                <a:gd name="T52" fmla="*/ 26 w 78"/>
                <a:gd name="T53" fmla="*/ 58 h 60"/>
                <a:gd name="T54" fmla="*/ 30 w 78"/>
                <a:gd name="T55" fmla="*/ 56 h 60"/>
                <a:gd name="T56" fmla="*/ 32 w 78"/>
                <a:gd name="T57" fmla="*/ 56 h 60"/>
                <a:gd name="T58" fmla="*/ 38 w 78"/>
                <a:gd name="T59" fmla="*/ 60 h 60"/>
                <a:gd name="T60" fmla="*/ 48 w 78"/>
                <a:gd name="T61" fmla="*/ 58 h 60"/>
                <a:gd name="T62" fmla="*/ 48 w 78"/>
                <a:gd name="T63" fmla="*/ 58 h 60"/>
                <a:gd name="T64" fmla="*/ 50 w 78"/>
                <a:gd name="T65" fmla="*/ 56 h 60"/>
                <a:gd name="T66" fmla="*/ 52 w 78"/>
                <a:gd name="T67" fmla="*/ 52 h 60"/>
                <a:gd name="T68" fmla="*/ 54 w 78"/>
                <a:gd name="T69" fmla="*/ 50 h 60"/>
                <a:gd name="T70" fmla="*/ 56 w 78"/>
                <a:gd name="T71" fmla="*/ 46 h 60"/>
                <a:gd name="T72" fmla="*/ 60 w 78"/>
                <a:gd name="T73" fmla="*/ 44 h 60"/>
                <a:gd name="T74" fmla="*/ 62 w 78"/>
                <a:gd name="T75" fmla="*/ 44 h 60"/>
                <a:gd name="T76" fmla="*/ 64 w 78"/>
                <a:gd name="T77" fmla="*/ 44 h 60"/>
                <a:gd name="T78" fmla="*/ 66 w 78"/>
                <a:gd name="T79" fmla="*/ 42 h 60"/>
                <a:gd name="T80" fmla="*/ 70 w 78"/>
                <a:gd name="T81" fmla="*/ 40 h 60"/>
                <a:gd name="T82" fmla="*/ 72 w 78"/>
                <a:gd name="T83" fmla="*/ 38 h 60"/>
                <a:gd name="T84" fmla="*/ 74 w 78"/>
                <a:gd name="T85" fmla="*/ 36 h 60"/>
                <a:gd name="T86" fmla="*/ 76 w 78"/>
                <a:gd name="T87" fmla="*/ 34 h 60"/>
                <a:gd name="T88" fmla="*/ 78 w 78"/>
                <a:gd name="T89" fmla="*/ 32 h 60"/>
                <a:gd name="T90" fmla="*/ 78 w 78"/>
                <a:gd name="T91" fmla="*/ 32 h 60"/>
                <a:gd name="T92" fmla="*/ 78 w 78"/>
                <a:gd name="T93" fmla="*/ 30 h 60"/>
                <a:gd name="T94" fmla="*/ 78 w 78"/>
                <a:gd name="T95" fmla="*/ 26 h 60"/>
                <a:gd name="T96" fmla="*/ 78 w 78"/>
                <a:gd name="T97" fmla="*/ 24 h 60"/>
                <a:gd name="T98" fmla="*/ 76 w 78"/>
                <a:gd name="T99" fmla="*/ 22 h 60"/>
                <a:gd name="T100" fmla="*/ 74 w 78"/>
                <a:gd name="T101" fmla="*/ 20 h 60"/>
                <a:gd name="T102" fmla="*/ 72 w 78"/>
                <a:gd name="T103" fmla="*/ 22 h 60"/>
                <a:gd name="T104" fmla="*/ 70 w 78"/>
                <a:gd name="T105" fmla="*/ 24 h 60"/>
                <a:gd name="T106" fmla="*/ 66 w 78"/>
                <a:gd name="T107" fmla="*/ 26 h 60"/>
                <a:gd name="T108" fmla="*/ 64 w 78"/>
                <a:gd name="T109" fmla="*/ 26 h 60"/>
                <a:gd name="T110" fmla="*/ 62 w 78"/>
                <a:gd name="T111" fmla="*/ 26 h 60"/>
                <a:gd name="T112" fmla="*/ 58 w 78"/>
                <a:gd name="T113" fmla="*/ 24 h 60"/>
                <a:gd name="T114" fmla="*/ 52 w 78"/>
                <a:gd name="T115" fmla="*/ 22 h 60"/>
                <a:gd name="T116" fmla="*/ 46 w 78"/>
                <a:gd name="T117" fmla="*/ 20 h 60"/>
                <a:gd name="T118" fmla="*/ 42 w 78"/>
                <a:gd name="T119" fmla="*/ 16 h 60"/>
                <a:gd name="T120" fmla="*/ 38 w 78"/>
                <a:gd name="T121" fmla="*/ 12 h 60"/>
                <a:gd name="T122" fmla="*/ 36 w 78"/>
                <a:gd name="T123" fmla="*/ 6 h 6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78"/>
                <a:gd name="T187" fmla="*/ 0 h 60"/>
                <a:gd name="T188" fmla="*/ 78 w 78"/>
                <a:gd name="T189" fmla="*/ 60 h 6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78" h="60">
                  <a:moveTo>
                    <a:pt x="36" y="6"/>
                  </a:moveTo>
                  <a:lnTo>
                    <a:pt x="36" y="6"/>
                  </a:lnTo>
                  <a:lnTo>
                    <a:pt x="34" y="4"/>
                  </a:lnTo>
                  <a:lnTo>
                    <a:pt x="32" y="2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6" y="2"/>
                  </a:lnTo>
                  <a:lnTo>
                    <a:pt x="24" y="4"/>
                  </a:lnTo>
                  <a:lnTo>
                    <a:pt x="22" y="12"/>
                  </a:lnTo>
                  <a:lnTo>
                    <a:pt x="20" y="18"/>
                  </a:lnTo>
                  <a:lnTo>
                    <a:pt x="20" y="22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6" y="32"/>
                  </a:lnTo>
                  <a:lnTo>
                    <a:pt x="12" y="36"/>
                  </a:lnTo>
                  <a:lnTo>
                    <a:pt x="10" y="42"/>
                  </a:lnTo>
                  <a:lnTo>
                    <a:pt x="6" y="46"/>
                  </a:lnTo>
                  <a:lnTo>
                    <a:pt x="4" y="48"/>
                  </a:lnTo>
                  <a:lnTo>
                    <a:pt x="2" y="50"/>
                  </a:lnTo>
                  <a:lnTo>
                    <a:pt x="0" y="52"/>
                  </a:lnTo>
                  <a:lnTo>
                    <a:pt x="0" y="54"/>
                  </a:lnTo>
                  <a:lnTo>
                    <a:pt x="0" y="56"/>
                  </a:lnTo>
                  <a:lnTo>
                    <a:pt x="4" y="56"/>
                  </a:lnTo>
                  <a:lnTo>
                    <a:pt x="8" y="58"/>
                  </a:lnTo>
                  <a:lnTo>
                    <a:pt x="14" y="58"/>
                  </a:lnTo>
                  <a:lnTo>
                    <a:pt x="20" y="58"/>
                  </a:lnTo>
                  <a:lnTo>
                    <a:pt x="26" y="58"/>
                  </a:lnTo>
                  <a:lnTo>
                    <a:pt x="30" y="56"/>
                  </a:lnTo>
                  <a:lnTo>
                    <a:pt x="32" y="56"/>
                  </a:lnTo>
                  <a:lnTo>
                    <a:pt x="38" y="60"/>
                  </a:lnTo>
                  <a:lnTo>
                    <a:pt x="48" y="58"/>
                  </a:lnTo>
                  <a:lnTo>
                    <a:pt x="50" y="56"/>
                  </a:lnTo>
                  <a:lnTo>
                    <a:pt x="52" y="52"/>
                  </a:lnTo>
                  <a:lnTo>
                    <a:pt x="54" y="50"/>
                  </a:lnTo>
                  <a:lnTo>
                    <a:pt x="56" y="46"/>
                  </a:lnTo>
                  <a:lnTo>
                    <a:pt x="60" y="44"/>
                  </a:lnTo>
                  <a:lnTo>
                    <a:pt x="62" y="44"/>
                  </a:lnTo>
                  <a:lnTo>
                    <a:pt x="64" y="44"/>
                  </a:lnTo>
                  <a:lnTo>
                    <a:pt x="66" y="42"/>
                  </a:lnTo>
                  <a:lnTo>
                    <a:pt x="70" y="40"/>
                  </a:lnTo>
                  <a:lnTo>
                    <a:pt x="72" y="38"/>
                  </a:lnTo>
                  <a:lnTo>
                    <a:pt x="74" y="36"/>
                  </a:lnTo>
                  <a:lnTo>
                    <a:pt x="76" y="34"/>
                  </a:lnTo>
                  <a:lnTo>
                    <a:pt x="78" y="32"/>
                  </a:lnTo>
                  <a:lnTo>
                    <a:pt x="78" y="30"/>
                  </a:lnTo>
                  <a:lnTo>
                    <a:pt x="78" y="26"/>
                  </a:lnTo>
                  <a:lnTo>
                    <a:pt x="78" y="24"/>
                  </a:lnTo>
                  <a:lnTo>
                    <a:pt x="76" y="22"/>
                  </a:lnTo>
                  <a:lnTo>
                    <a:pt x="74" y="20"/>
                  </a:lnTo>
                  <a:lnTo>
                    <a:pt x="72" y="22"/>
                  </a:lnTo>
                  <a:lnTo>
                    <a:pt x="70" y="24"/>
                  </a:lnTo>
                  <a:lnTo>
                    <a:pt x="66" y="26"/>
                  </a:lnTo>
                  <a:lnTo>
                    <a:pt x="64" y="26"/>
                  </a:lnTo>
                  <a:lnTo>
                    <a:pt x="62" y="26"/>
                  </a:lnTo>
                  <a:lnTo>
                    <a:pt x="58" y="24"/>
                  </a:lnTo>
                  <a:lnTo>
                    <a:pt x="52" y="22"/>
                  </a:lnTo>
                  <a:lnTo>
                    <a:pt x="46" y="20"/>
                  </a:lnTo>
                  <a:lnTo>
                    <a:pt x="42" y="16"/>
                  </a:lnTo>
                  <a:lnTo>
                    <a:pt x="38" y="12"/>
                  </a:lnTo>
                  <a:lnTo>
                    <a:pt x="36" y="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54" name="Freeform 216"/>
            <p:cNvSpPr>
              <a:spLocks/>
            </p:cNvSpPr>
            <p:nvPr/>
          </p:nvSpPr>
          <p:spPr bwMode="gray">
            <a:xfrm>
              <a:off x="1777" y="2624"/>
              <a:ext cx="80" cy="34"/>
            </a:xfrm>
            <a:custGeom>
              <a:avLst/>
              <a:gdLst>
                <a:gd name="T0" fmla="*/ 58 w 80"/>
                <a:gd name="T1" fmla="*/ 0 h 34"/>
                <a:gd name="T2" fmla="*/ 52 w 80"/>
                <a:gd name="T3" fmla="*/ 2 h 34"/>
                <a:gd name="T4" fmla="*/ 38 w 80"/>
                <a:gd name="T5" fmla="*/ 2 h 34"/>
                <a:gd name="T6" fmla="*/ 24 w 80"/>
                <a:gd name="T7" fmla="*/ 2 h 34"/>
                <a:gd name="T8" fmla="*/ 16 w 80"/>
                <a:gd name="T9" fmla="*/ 2 h 34"/>
                <a:gd name="T10" fmla="*/ 0 w 80"/>
                <a:gd name="T11" fmla="*/ 16 h 34"/>
                <a:gd name="T12" fmla="*/ 0 w 80"/>
                <a:gd name="T13" fmla="*/ 22 h 34"/>
                <a:gd name="T14" fmla="*/ 0 w 80"/>
                <a:gd name="T15" fmla="*/ 22 h 34"/>
                <a:gd name="T16" fmla="*/ 2 w 80"/>
                <a:gd name="T17" fmla="*/ 24 h 34"/>
                <a:gd name="T18" fmla="*/ 2 w 80"/>
                <a:gd name="T19" fmla="*/ 28 h 34"/>
                <a:gd name="T20" fmla="*/ 4 w 80"/>
                <a:gd name="T21" fmla="*/ 30 h 34"/>
                <a:gd name="T22" fmla="*/ 6 w 80"/>
                <a:gd name="T23" fmla="*/ 30 h 34"/>
                <a:gd name="T24" fmla="*/ 8 w 80"/>
                <a:gd name="T25" fmla="*/ 30 h 34"/>
                <a:gd name="T26" fmla="*/ 12 w 80"/>
                <a:gd name="T27" fmla="*/ 28 h 34"/>
                <a:gd name="T28" fmla="*/ 16 w 80"/>
                <a:gd name="T29" fmla="*/ 28 h 34"/>
                <a:gd name="T30" fmla="*/ 20 w 80"/>
                <a:gd name="T31" fmla="*/ 30 h 34"/>
                <a:gd name="T32" fmla="*/ 26 w 80"/>
                <a:gd name="T33" fmla="*/ 34 h 34"/>
                <a:gd name="T34" fmla="*/ 26 w 80"/>
                <a:gd name="T35" fmla="*/ 32 h 34"/>
                <a:gd name="T36" fmla="*/ 30 w 80"/>
                <a:gd name="T37" fmla="*/ 28 h 34"/>
                <a:gd name="T38" fmla="*/ 40 w 80"/>
                <a:gd name="T39" fmla="*/ 26 h 34"/>
                <a:gd name="T40" fmla="*/ 58 w 80"/>
                <a:gd name="T41" fmla="*/ 24 h 34"/>
                <a:gd name="T42" fmla="*/ 58 w 80"/>
                <a:gd name="T43" fmla="*/ 24 h 34"/>
                <a:gd name="T44" fmla="*/ 58 w 80"/>
                <a:gd name="T45" fmla="*/ 22 h 34"/>
                <a:gd name="T46" fmla="*/ 58 w 80"/>
                <a:gd name="T47" fmla="*/ 20 h 34"/>
                <a:gd name="T48" fmla="*/ 60 w 80"/>
                <a:gd name="T49" fmla="*/ 16 h 34"/>
                <a:gd name="T50" fmla="*/ 62 w 80"/>
                <a:gd name="T51" fmla="*/ 14 h 34"/>
                <a:gd name="T52" fmla="*/ 66 w 80"/>
                <a:gd name="T53" fmla="*/ 12 h 34"/>
                <a:gd name="T54" fmla="*/ 72 w 80"/>
                <a:gd name="T55" fmla="*/ 10 h 34"/>
                <a:gd name="T56" fmla="*/ 80 w 80"/>
                <a:gd name="T57" fmla="*/ 10 h 34"/>
                <a:gd name="T58" fmla="*/ 78 w 80"/>
                <a:gd name="T59" fmla="*/ 8 h 34"/>
                <a:gd name="T60" fmla="*/ 76 w 80"/>
                <a:gd name="T61" fmla="*/ 8 h 34"/>
                <a:gd name="T62" fmla="*/ 70 w 80"/>
                <a:gd name="T63" fmla="*/ 8 h 34"/>
                <a:gd name="T64" fmla="*/ 64 w 80"/>
                <a:gd name="T65" fmla="*/ 6 h 34"/>
                <a:gd name="T66" fmla="*/ 60 w 80"/>
                <a:gd name="T67" fmla="*/ 4 h 34"/>
                <a:gd name="T68" fmla="*/ 58 w 80"/>
                <a:gd name="T69" fmla="*/ 0 h 3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80"/>
                <a:gd name="T106" fmla="*/ 0 h 34"/>
                <a:gd name="T107" fmla="*/ 80 w 80"/>
                <a:gd name="T108" fmla="*/ 34 h 34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80" h="34">
                  <a:moveTo>
                    <a:pt x="58" y="0"/>
                  </a:moveTo>
                  <a:lnTo>
                    <a:pt x="52" y="2"/>
                  </a:lnTo>
                  <a:lnTo>
                    <a:pt x="38" y="2"/>
                  </a:lnTo>
                  <a:lnTo>
                    <a:pt x="24" y="2"/>
                  </a:lnTo>
                  <a:lnTo>
                    <a:pt x="16" y="2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2" y="24"/>
                  </a:lnTo>
                  <a:lnTo>
                    <a:pt x="2" y="28"/>
                  </a:lnTo>
                  <a:lnTo>
                    <a:pt x="4" y="30"/>
                  </a:lnTo>
                  <a:lnTo>
                    <a:pt x="6" y="30"/>
                  </a:lnTo>
                  <a:lnTo>
                    <a:pt x="8" y="30"/>
                  </a:lnTo>
                  <a:lnTo>
                    <a:pt x="12" y="28"/>
                  </a:lnTo>
                  <a:lnTo>
                    <a:pt x="16" y="28"/>
                  </a:lnTo>
                  <a:lnTo>
                    <a:pt x="20" y="30"/>
                  </a:lnTo>
                  <a:lnTo>
                    <a:pt x="26" y="34"/>
                  </a:lnTo>
                  <a:lnTo>
                    <a:pt x="26" y="32"/>
                  </a:lnTo>
                  <a:lnTo>
                    <a:pt x="30" y="28"/>
                  </a:lnTo>
                  <a:lnTo>
                    <a:pt x="40" y="26"/>
                  </a:lnTo>
                  <a:lnTo>
                    <a:pt x="58" y="24"/>
                  </a:lnTo>
                  <a:lnTo>
                    <a:pt x="58" y="22"/>
                  </a:lnTo>
                  <a:lnTo>
                    <a:pt x="58" y="20"/>
                  </a:lnTo>
                  <a:lnTo>
                    <a:pt x="60" y="16"/>
                  </a:lnTo>
                  <a:lnTo>
                    <a:pt x="62" y="14"/>
                  </a:lnTo>
                  <a:lnTo>
                    <a:pt x="66" y="12"/>
                  </a:lnTo>
                  <a:lnTo>
                    <a:pt x="72" y="10"/>
                  </a:lnTo>
                  <a:lnTo>
                    <a:pt x="80" y="10"/>
                  </a:lnTo>
                  <a:lnTo>
                    <a:pt x="78" y="8"/>
                  </a:lnTo>
                  <a:lnTo>
                    <a:pt x="76" y="8"/>
                  </a:lnTo>
                  <a:lnTo>
                    <a:pt x="70" y="8"/>
                  </a:lnTo>
                  <a:lnTo>
                    <a:pt x="64" y="6"/>
                  </a:lnTo>
                  <a:lnTo>
                    <a:pt x="60" y="4"/>
                  </a:lnTo>
                  <a:lnTo>
                    <a:pt x="58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55" name="Freeform 217"/>
            <p:cNvSpPr>
              <a:spLocks/>
            </p:cNvSpPr>
            <p:nvPr/>
          </p:nvSpPr>
          <p:spPr bwMode="gray">
            <a:xfrm>
              <a:off x="1777" y="2624"/>
              <a:ext cx="80" cy="34"/>
            </a:xfrm>
            <a:custGeom>
              <a:avLst/>
              <a:gdLst>
                <a:gd name="T0" fmla="*/ 56 w 80"/>
                <a:gd name="T1" fmla="*/ 0 h 34"/>
                <a:gd name="T2" fmla="*/ 50 w 80"/>
                <a:gd name="T3" fmla="*/ 2 h 34"/>
                <a:gd name="T4" fmla="*/ 38 w 80"/>
                <a:gd name="T5" fmla="*/ 2 h 34"/>
                <a:gd name="T6" fmla="*/ 24 w 80"/>
                <a:gd name="T7" fmla="*/ 2 h 34"/>
                <a:gd name="T8" fmla="*/ 16 w 80"/>
                <a:gd name="T9" fmla="*/ 2 h 34"/>
                <a:gd name="T10" fmla="*/ 0 w 80"/>
                <a:gd name="T11" fmla="*/ 16 h 34"/>
                <a:gd name="T12" fmla="*/ 0 w 80"/>
                <a:gd name="T13" fmla="*/ 22 h 34"/>
                <a:gd name="T14" fmla="*/ 0 w 80"/>
                <a:gd name="T15" fmla="*/ 22 h 34"/>
                <a:gd name="T16" fmla="*/ 2 w 80"/>
                <a:gd name="T17" fmla="*/ 24 h 34"/>
                <a:gd name="T18" fmla="*/ 2 w 80"/>
                <a:gd name="T19" fmla="*/ 28 h 34"/>
                <a:gd name="T20" fmla="*/ 4 w 80"/>
                <a:gd name="T21" fmla="*/ 30 h 34"/>
                <a:gd name="T22" fmla="*/ 6 w 80"/>
                <a:gd name="T23" fmla="*/ 30 h 34"/>
                <a:gd name="T24" fmla="*/ 8 w 80"/>
                <a:gd name="T25" fmla="*/ 30 h 34"/>
                <a:gd name="T26" fmla="*/ 12 w 80"/>
                <a:gd name="T27" fmla="*/ 28 h 34"/>
                <a:gd name="T28" fmla="*/ 16 w 80"/>
                <a:gd name="T29" fmla="*/ 28 h 34"/>
                <a:gd name="T30" fmla="*/ 20 w 80"/>
                <a:gd name="T31" fmla="*/ 30 h 34"/>
                <a:gd name="T32" fmla="*/ 26 w 80"/>
                <a:gd name="T33" fmla="*/ 34 h 34"/>
                <a:gd name="T34" fmla="*/ 26 w 80"/>
                <a:gd name="T35" fmla="*/ 32 h 34"/>
                <a:gd name="T36" fmla="*/ 30 w 80"/>
                <a:gd name="T37" fmla="*/ 28 h 34"/>
                <a:gd name="T38" fmla="*/ 40 w 80"/>
                <a:gd name="T39" fmla="*/ 26 h 34"/>
                <a:gd name="T40" fmla="*/ 58 w 80"/>
                <a:gd name="T41" fmla="*/ 24 h 34"/>
                <a:gd name="T42" fmla="*/ 58 w 80"/>
                <a:gd name="T43" fmla="*/ 24 h 34"/>
                <a:gd name="T44" fmla="*/ 58 w 80"/>
                <a:gd name="T45" fmla="*/ 22 h 34"/>
                <a:gd name="T46" fmla="*/ 58 w 80"/>
                <a:gd name="T47" fmla="*/ 20 h 34"/>
                <a:gd name="T48" fmla="*/ 60 w 80"/>
                <a:gd name="T49" fmla="*/ 16 h 34"/>
                <a:gd name="T50" fmla="*/ 62 w 80"/>
                <a:gd name="T51" fmla="*/ 14 h 34"/>
                <a:gd name="T52" fmla="*/ 66 w 80"/>
                <a:gd name="T53" fmla="*/ 12 h 34"/>
                <a:gd name="T54" fmla="*/ 72 w 80"/>
                <a:gd name="T55" fmla="*/ 10 h 34"/>
                <a:gd name="T56" fmla="*/ 80 w 80"/>
                <a:gd name="T57" fmla="*/ 10 h 34"/>
                <a:gd name="T58" fmla="*/ 78 w 80"/>
                <a:gd name="T59" fmla="*/ 8 h 34"/>
                <a:gd name="T60" fmla="*/ 74 w 80"/>
                <a:gd name="T61" fmla="*/ 8 h 34"/>
                <a:gd name="T62" fmla="*/ 70 w 80"/>
                <a:gd name="T63" fmla="*/ 8 h 34"/>
                <a:gd name="T64" fmla="*/ 64 w 80"/>
                <a:gd name="T65" fmla="*/ 6 h 34"/>
                <a:gd name="T66" fmla="*/ 60 w 80"/>
                <a:gd name="T67" fmla="*/ 4 h 34"/>
                <a:gd name="T68" fmla="*/ 56 w 80"/>
                <a:gd name="T69" fmla="*/ 0 h 3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80"/>
                <a:gd name="T106" fmla="*/ 0 h 34"/>
                <a:gd name="T107" fmla="*/ 80 w 80"/>
                <a:gd name="T108" fmla="*/ 34 h 34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80" h="34">
                  <a:moveTo>
                    <a:pt x="56" y="0"/>
                  </a:moveTo>
                  <a:lnTo>
                    <a:pt x="50" y="2"/>
                  </a:lnTo>
                  <a:lnTo>
                    <a:pt x="38" y="2"/>
                  </a:lnTo>
                  <a:lnTo>
                    <a:pt x="24" y="2"/>
                  </a:lnTo>
                  <a:lnTo>
                    <a:pt x="16" y="2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2" y="24"/>
                  </a:lnTo>
                  <a:lnTo>
                    <a:pt x="2" y="28"/>
                  </a:lnTo>
                  <a:lnTo>
                    <a:pt x="4" y="30"/>
                  </a:lnTo>
                  <a:lnTo>
                    <a:pt x="6" y="30"/>
                  </a:lnTo>
                  <a:lnTo>
                    <a:pt x="8" y="30"/>
                  </a:lnTo>
                  <a:lnTo>
                    <a:pt x="12" y="28"/>
                  </a:lnTo>
                  <a:lnTo>
                    <a:pt x="16" y="28"/>
                  </a:lnTo>
                  <a:lnTo>
                    <a:pt x="20" y="30"/>
                  </a:lnTo>
                  <a:lnTo>
                    <a:pt x="26" y="34"/>
                  </a:lnTo>
                  <a:lnTo>
                    <a:pt x="26" y="32"/>
                  </a:lnTo>
                  <a:lnTo>
                    <a:pt x="30" y="28"/>
                  </a:lnTo>
                  <a:lnTo>
                    <a:pt x="40" y="26"/>
                  </a:lnTo>
                  <a:lnTo>
                    <a:pt x="58" y="24"/>
                  </a:lnTo>
                  <a:lnTo>
                    <a:pt x="58" y="22"/>
                  </a:lnTo>
                  <a:lnTo>
                    <a:pt x="58" y="20"/>
                  </a:lnTo>
                  <a:lnTo>
                    <a:pt x="60" y="16"/>
                  </a:lnTo>
                  <a:lnTo>
                    <a:pt x="62" y="14"/>
                  </a:lnTo>
                  <a:lnTo>
                    <a:pt x="66" y="12"/>
                  </a:lnTo>
                  <a:lnTo>
                    <a:pt x="72" y="10"/>
                  </a:lnTo>
                  <a:lnTo>
                    <a:pt x="80" y="10"/>
                  </a:lnTo>
                  <a:lnTo>
                    <a:pt x="78" y="8"/>
                  </a:lnTo>
                  <a:lnTo>
                    <a:pt x="74" y="8"/>
                  </a:lnTo>
                  <a:lnTo>
                    <a:pt x="70" y="8"/>
                  </a:lnTo>
                  <a:lnTo>
                    <a:pt x="64" y="6"/>
                  </a:lnTo>
                  <a:lnTo>
                    <a:pt x="60" y="4"/>
                  </a:lnTo>
                  <a:lnTo>
                    <a:pt x="56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56" name="Freeform 218"/>
            <p:cNvSpPr>
              <a:spLocks/>
            </p:cNvSpPr>
            <p:nvPr/>
          </p:nvSpPr>
          <p:spPr bwMode="gray">
            <a:xfrm>
              <a:off x="925" y="1780"/>
              <a:ext cx="336" cy="412"/>
            </a:xfrm>
            <a:custGeom>
              <a:avLst/>
              <a:gdLst>
                <a:gd name="T0" fmla="*/ 302 w 336"/>
                <a:gd name="T1" fmla="*/ 44 h 412"/>
                <a:gd name="T2" fmla="*/ 314 w 336"/>
                <a:gd name="T3" fmla="*/ 42 h 412"/>
                <a:gd name="T4" fmla="*/ 312 w 336"/>
                <a:gd name="T5" fmla="*/ 42 h 412"/>
                <a:gd name="T6" fmla="*/ 326 w 336"/>
                <a:gd name="T7" fmla="*/ 38 h 412"/>
                <a:gd name="T8" fmla="*/ 330 w 336"/>
                <a:gd name="T9" fmla="*/ 22 h 412"/>
                <a:gd name="T10" fmla="*/ 302 w 336"/>
                <a:gd name="T11" fmla="*/ 4 h 412"/>
                <a:gd name="T12" fmla="*/ 250 w 336"/>
                <a:gd name="T13" fmla="*/ 8 h 412"/>
                <a:gd name="T14" fmla="*/ 230 w 336"/>
                <a:gd name="T15" fmla="*/ 14 h 412"/>
                <a:gd name="T16" fmla="*/ 218 w 336"/>
                <a:gd name="T17" fmla="*/ 20 h 412"/>
                <a:gd name="T18" fmla="*/ 214 w 336"/>
                <a:gd name="T19" fmla="*/ 26 h 412"/>
                <a:gd name="T20" fmla="*/ 204 w 336"/>
                <a:gd name="T21" fmla="*/ 36 h 412"/>
                <a:gd name="T22" fmla="*/ 194 w 336"/>
                <a:gd name="T23" fmla="*/ 34 h 412"/>
                <a:gd name="T24" fmla="*/ 186 w 336"/>
                <a:gd name="T25" fmla="*/ 34 h 412"/>
                <a:gd name="T26" fmla="*/ 176 w 336"/>
                <a:gd name="T27" fmla="*/ 48 h 412"/>
                <a:gd name="T28" fmla="*/ 158 w 336"/>
                <a:gd name="T29" fmla="*/ 58 h 412"/>
                <a:gd name="T30" fmla="*/ 148 w 336"/>
                <a:gd name="T31" fmla="*/ 76 h 412"/>
                <a:gd name="T32" fmla="*/ 136 w 336"/>
                <a:gd name="T33" fmla="*/ 114 h 412"/>
                <a:gd name="T34" fmla="*/ 106 w 336"/>
                <a:gd name="T35" fmla="*/ 170 h 412"/>
                <a:gd name="T36" fmla="*/ 94 w 336"/>
                <a:gd name="T37" fmla="*/ 200 h 412"/>
                <a:gd name="T38" fmla="*/ 72 w 336"/>
                <a:gd name="T39" fmla="*/ 230 h 412"/>
                <a:gd name="T40" fmla="*/ 26 w 336"/>
                <a:gd name="T41" fmla="*/ 278 h 412"/>
                <a:gd name="T42" fmla="*/ 16 w 336"/>
                <a:gd name="T43" fmla="*/ 284 h 412"/>
                <a:gd name="T44" fmla="*/ 8 w 336"/>
                <a:gd name="T45" fmla="*/ 300 h 412"/>
                <a:gd name="T46" fmla="*/ 4 w 336"/>
                <a:gd name="T47" fmla="*/ 334 h 412"/>
                <a:gd name="T48" fmla="*/ 10 w 336"/>
                <a:gd name="T49" fmla="*/ 344 h 412"/>
                <a:gd name="T50" fmla="*/ 6 w 336"/>
                <a:gd name="T51" fmla="*/ 352 h 412"/>
                <a:gd name="T52" fmla="*/ 2 w 336"/>
                <a:gd name="T53" fmla="*/ 364 h 412"/>
                <a:gd name="T54" fmla="*/ 4 w 336"/>
                <a:gd name="T55" fmla="*/ 384 h 412"/>
                <a:gd name="T56" fmla="*/ 10 w 336"/>
                <a:gd name="T57" fmla="*/ 400 h 412"/>
                <a:gd name="T58" fmla="*/ 28 w 336"/>
                <a:gd name="T59" fmla="*/ 412 h 412"/>
                <a:gd name="T60" fmla="*/ 46 w 336"/>
                <a:gd name="T61" fmla="*/ 402 h 412"/>
                <a:gd name="T62" fmla="*/ 54 w 336"/>
                <a:gd name="T63" fmla="*/ 390 h 412"/>
                <a:gd name="T64" fmla="*/ 58 w 336"/>
                <a:gd name="T65" fmla="*/ 376 h 412"/>
                <a:gd name="T66" fmla="*/ 68 w 336"/>
                <a:gd name="T67" fmla="*/ 370 h 412"/>
                <a:gd name="T68" fmla="*/ 76 w 336"/>
                <a:gd name="T69" fmla="*/ 358 h 412"/>
                <a:gd name="T70" fmla="*/ 80 w 336"/>
                <a:gd name="T71" fmla="*/ 342 h 412"/>
                <a:gd name="T72" fmla="*/ 92 w 336"/>
                <a:gd name="T73" fmla="*/ 354 h 412"/>
                <a:gd name="T74" fmla="*/ 100 w 336"/>
                <a:gd name="T75" fmla="*/ 318 h 412"/>
                <a:gd name="T76" fmla="*/ 102 w 336"/>
                <a:gd name="T77" fmla="*/ 260 h 412"/>
                <a:gd name="T78" fmla="*/ 132 w 336"/>
                <a:gd name="T79" fmla="*/ 198 h 412"/>
                <a:gd name="T80" fmla="*/ 140 w 336"/>
                <a:gd name="T81" fmla="*/ 178 h 412"/>
                <a:gd name="T82" fmla="*/ 154 w 336"/>
                <a:gd name="T83" fmla="*/ 162 h 412"/>
                <a:gd name="T84" fmla="*/ 162 w 336"/>
                <a:gd name="T85" fmla="*/ 134 h 412"/>
                <a:gd name="T86" fmla="*/ 170 w 336"/>
                <a:gd name="T87" fmla="*/ 112 h 412"/>
                <a:gd name="T88" fmla="*/ 224 w 336"/>
                <a:gd name="T89" fmla="*/ 64 h 412"/>
                <a:gd name="T90" fmla="*/ 238 w 336"/>
                <a:gd name="T91" fmla="*/ 66 h 412"/>
                <a:gd name="T92" fmla="*/ 264 w 336"/>
                <a:gd name="T93" fmla="*/ 70 h 412"/>
                <a:gd name="T94" fmla="*/ 276 w 336"/>
                <a:gd name="T95" fmla="*/ 64 h 412"/>
                <a:gd name="T96" fmla="*/ 278 w 336"/>
                <a:gd name="T97" fmla="*/ 56 h 412"/>
                <a:gd name="T98" fmla="*/ 294 w 336"/>
                <a:gd name="T99" fmla="*/ 50 h 412"/>
                <a:gd name="T100" fmla="*/ 328 w 336"/>
                <a:gd name="T101" fmla="*/ 64 h 412"/>
                <a:gd name="T102" fmla="*/ 326 w 336"/>
                <a:gd name="T103" fmla="*/ 52 h 41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36"/>
                <a:gd name="T157" fmla="*/ 0 h 412"/>
                <a:gd name="T158" fmla="*/ 336 w 336"/>
                <a:gd name="T159" fmla="*/ 412 h 412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36" h="412">
                  <a:moveTo>
                    <a:pt x="326" y="52"/>
                  </a:moveTo>
                  <a:lnTo>
                    <a:pt x="314" y="48"/>
                  </a:lnTo>
                  <a:lnTo>
                    <a:pt x="308" y="46"/>
                  </a:lnTo>
                  <a:lnTo>
                    <a:pt x="302" y="44"/>
                  </a:lnTo>
                  <a:lnTo>
                    <a:pt x="300" y="44"/>
                  </a:lnTo>
                  <a:lnTo>
                    <a:pt x="298" y="44"/>
                  </a:lnTo>
                  <a:lnTo>
                    <a:pt x="314" y="42"/>
                  </a:lnTo>
                  <a:lnTo>
                    <a:pt x="312" y="42"/>
                  </a:lnTo>
                  <a:lnTo>
                    <a:pt x="314" y="42"/>
                  </a:lnTo>
                  <a:lnTo>
                    <a:pt x="318" y="42"/>
                  </a:lnTo>
                  <a:lnTo>
                    <a:pt x="322" y="40"/>
                  </a:lnTo>
                  <a:lnTo>
                    <a:pt x="326" y="38"/>
                  </a:lnTo>
                  <a:lnTo>
                    <a:pt x="328" y="34"/>
                  </a:lnTo>
                  <a:lnTo>
                    <a:pt x="328" y="30"/>
                  </a:lnTo>
                  <a:lnTo>
                    <a:pt x="330" y="26"/>
                  </a:lnTo>
                  <a:lnTo>
                    <a:pt x="330" y="22"/>
                  </a:lnTo>
                  <a:lnTo>
                    <a:pt x="314" y="20"/>
                  </a:lnTo>
                  <a:lnTo>
                    <a:pt x="310" y="10"/>
                  </a:lnTo>
                  <a:lnTo>
                    <a:pt x="302" y="4"/>
                  </a:lnTo>
                  <a:lnTo>
                    <a:pt x="282" y="6"/>
                  </a:lnTo>
                  <a:lnTo>
                    <a:pt x="258" y="0"/>
                  </a:lnTo>
                  <a:lnTo>
                    <a:pt x="256" y="4"/>
                  </a:lnTo>
                  <a:lnTo>
                    <a:pt x="250" y="8"/>
                  </a:lnTo>
                  <a:lnTo>
                    <a:pt x="246" y="12"/>
                  </a:lnTo>
                  <a:lnTo>
                    <a:pt x="240" y="12"/>
                  </a:lnTo>
                  <a:lnTo>
                    <a:pt x="234" y="14"/>
                  </a:lnTo>
                  <a:lnTo>
                    <a:pt x="230" y="14"/>
                  </a:lnTo>
                  <a:lnTo>
                    <a:pt x="224" y="16"/>
                  </a:lnTo>
                  <a:lnTo>
                    <a:pt x="220" y="18"/>
                  </a:lnTo>
                  <a:lnTo>
                    <a:pt x="218" y="20"/>
                  </a:lnTo>
                  <a:lnTo>
                    <a:pt x="216" y="22"/>
                  </a:lnTo>
                  <a:lnTo>
                    <a:pt x="214" y="26"/>
                  </a:lnTo>
                  <a:lnTo>
                    <a:pt x="214" y="28"/>
                  </a:lnTo>
                  <a:lnTo>
                    <a:pt x="212" y="32"/>
                  </a:lnTo>
                  <a:lnTo>
                    <a:pt x="208" y="36"/>
                  </a:lnTo>
                  <a:lnTo>
                    <a:pt x="204" y="36"/>
                  </a:lnTo>
                  <a:lnTo>
                    <a:pt x="200" y="36"/>
                  </a:lnTo>
                  <a:lnTo>
                    <a:pt x="196" y="36"/>
                  </a:lnTo>
                  <a:lnTo>
                    <a:pt x="196" y="34"/>
                  </a:lnTo>
                  <a:lnTo>
                    <a:pt x="194" y="34"/>
                  </a:lnTo>
                  <a:lnTo>
                    <a:pt x="194" y="32"/>
                  </a:lnTo>
                  <a:lnTo>
                    <a:pt x="190" y="32"/>
                  </a:lnTo>
                  <a:lnTo>
                    <a:pt x="186" y="34"/>
                  </a:lnTo>
                  <a:lnTo>
                    <a:pt x="182" y="38"/>
                  </a:lnTo>
                  <a:lnTo>
                    <a:pt x="178" y="42"/>
                  </a:lnTo>
                  <a:lnTo>
                    <a:pt x="176" y="46"/>
                  </a:lnTo>
                  <a:lnTo>
                    <a:pt x="176" y="48"/>
                  </a:lnTo>
                  <a:lnTo>
                    <a:pt x="174" y="48"/>
                  </a:lnTo>
                  <a:lnTo>
                    <a:pt x="168" y="54"/>
                  </a:lnTo>
                  <a:lnTo>
                    <a:pt x="162" y="56"/>
                  </a:lnTo>
                  <a:lnTo>
                    <a:pt x="158" y="58"/>
                  </a:lnTo>
                  <a:lnTo>
                    <a:pt x="154" y="62"/>
                  </a:lnTo>
                  <a:lnTo>
                    <a:pt x="152" y="66"/>
                  </a:lnTo>
                  <a:lnTo>
                    <a:pt x="150" y="70"/>
                  </a:lnTo>
                  <a:lnTo>
                    <a:pt x="148" y="76"/>
                  </a:lnTo>
                  <a:lnTo>
                    <a:pt x="148" y="80"/>
                  </a:lnTo>
                  <a:lnTo>
                    <a:pt x="148" y="82"/>
                  </a:lnTo>
                  <a:lnTo>
                    <a:pt x="136" y="114"/>
                  </a:lnTo>
                  <a:lnTo>
                    <a:pt x="116" y="150"/>
                  </a:lnTo>
                  <a:lnTo>
                    <a:pt x="114" y="152"/>
                  </a:lnTo>
                  <a:lnTo>
                    <a:pt x="110" y="160"/>
                  </a:lnTo>
                  <a:lnTo>
                    <a:pt x="106" y="170"/>
                  </a:lnTo>
                  <a:lnTo>
                    <a:pt x="102" y="180"/>
                  </a:lnTo>
                  <a:lnTo>
                    <a:pt x="100" y="184"/>
                  </a:lnTo>
                  <a:lnTo>
                    <a:pt x="98" y="190"/>
                  </a:lnTo>
                  <a:lnTo>
                    <a:pt x="94" y="200"/>
                  </a:lnTo>
                  <a:lnTo>
                    <a:pt x="88" y="212"/>
                  </a:lnTo>
                  <a:lnTo>
                    <a:pt x="84" y="220"/>
                  </a:lnTo>
                  <a:lnTo>
                    <a:pt x="82" y="224"/>
                  </a:lnTo>
                  <a:lnTo>
                    <a:pt x="72" y="230"/>
                  </a:lnTo>
                  <a:lnTo>
                    <a:pt x="54" y="254"/>
                  </a:lnTo>
                  <a:lnTo>
                    <a:pt x="32" y="268"/>
                  </a:lnTo>
                  <a:lnTo>
                    <a:pt x="30" y="274"/>
                  </a:lnTo>
                  <a:lnTo>
                    <a:pt x="26" y="278"/>
                  </a:lnTo>
                  <a:lnTo>
                    <a:pt x="22" y="280"/>
                  </a:lnTo>
                  <a:lnTo>
                    <a:pt x="20" y="282"/>
                  </a:lnTo>
                  <a:lnTo>
                    <a:pt x="16" y="284"/>
                  </a:lnTo>
                  <a:lnTo>
                    <a:pt x="14" y="290"/>
                  </a:lnTo>
                  <a:lnTo>
                    <a:pt x="12" y="294"/>
                  </a:lnTo>
                  <a:lnTo>
                    <a:pt x="10" y="298"/>
                  </a:lnTo>
                  <a:lnTo>
                    <a:pt x="8" y="300"/>
                  </a:lnTo>
                  <a:lnTo>
                    <a:pt x="2" y="312"/>
                  </a:lnTo>
                  <a:lnTo>
                    <a:pt x="0" y="324"/>
                  </a:lnTo>
                  <a:lnTo>
                    <a:pt x="4" y="334"/>
                  </a:lnTo>
                  <a:lnTo>
                    <a:pt x="8" y="338"/>
                  </a:lnTo>
                  <a:lnTo>
                    <a:pt x="10" y="340"/>
                  </a:lnTo>
                  <a:lnTo>
                    <a:pt x="10" y="342"/>
                  </a:lnTo>
                  <a:lnTo>
                    <a:pt x="10" y="344"/>
                  </a:lnTo>
                  <a:lnTo>
                    <a:pt x="8" y="344"/>
                  </a:lnTo>
                  <a:lnTo>
                    <a:pt x="8" y="346"/>
                  </a:lnTo>
                  <a:lnTo>
                    <a:pt x="6" y="348"/>
                  </a:lnTo>
                  <a:lnTo>
                    <a:pt x="6" y="352"/>
                  </a:lnTo>
                  <a:lnTo>
                    <a:pt x="6" y="356"/>
                  </a:lnTo>
                  <a:lnTo>
                    <a:pt x="6" y="358"/>
                  </a:lnTo>
                  <a:lnTo>
                    <a:pt x="2" y="364"/>
                  </a:lnTo>
                  <a:lnTo>
                    <a:pt x="2" y="370"/>
                  </a:lnTo>
                  <a:lnTo>
                    <a:pt x="2" y="376"/>
                  </a:lnTo>
                  <a:lnTo>
                    <a:pt x="2" y="380"/>
                  </a:lnTo>
                  <a:lnTo>
                    <a:pt x="4" y="384"/>
                  </a:lnTo>
                  <a:lnTo>
                    <a:pt x="4" y="386"/>
                  </a:lnTo>
                  <a:lnTo>
                    <a:pt x="4" y="388"/>
                  </a:lnTo>
                  <a:lnTo>
                    <a:pt x="8" y="394"/>
                  </a:lnTo>
                  <a:lnTo>
                    <a:pt x="10" y="400"/>
                  </a:lnTo>
                  <a:lnTo>
                    <a:pt x="16" y="404"/>
                  </a:lnTo>
                  <a:lnTo>
                    <a:pt x="20" y="408"/>
                  </a:lnTo>
                  <a:lnTo>
                    <a:pt x="24" y="410"/>
                  </a:lnTo>
                  <a:lnTo>
                    <a:pt x="28" y="412"/>
                  </a:lnTo>
                  <a:lnTo>
                    <a:pt x="30" y="412"/>
                  </a:lnTo>
                  <a:lnTo>
                    <a:pt x="36" y="410"/>
                  </a:lnTo>
                  <a:lnTo>
                    <a:pt x="42" y="406"/>
                  </a:lnTo>
                  <a:lnTo>
                    <a:pt x="46" y="402"/>
                  </a:lnTo>
                  <a:lnTo>
                    <a:pt x="50" y="398"/>
                  </a:lnTo>
                  <a:lnTo>
                    <a:pt x="52" y="394"/>
                  </a:lnTo>
                  <a:lnTo>
                    <a:pt x="54" y="392"/>
                  </a:lnTo>
                  <a:lnTo>
                    <a:pt x="54" y="390"/>
                  </a:lnTo>
                  <a:lnTo>
                    <a:pt x="54" y="384"/>
                  </a:lnTo>
                  <a:lnTo>
                    <a:pt x="56" y="380"/>
                  </a:lnTo>
                  <a:lnTo>
                    <a:pt x="56" y="376"/>
                  </a:lnTo>
                  <a:lnTo>
                    <a:pt x="58" y="376"/>
                  </a:lnTo>
                  <a:lnTo>
                    <a:pt x="58" y="374"/>
                  </a:lnTo>
                  <a:lnTo>
                    <a:pt x="62" y="374"/>
                  </a:lnTo>
                  <a:lnTo>
                    <a:pt x="64" y="372"/>
                  </a:lnTo>
                  <a:lnTo>
                    <a:pt x="68" y="370"/>
                  </a:lnTo>
                  <a:lnTo>
                    <a:pt x="70" y="368"/>
                  </a:lnTo>
                  <a:lnTo>
                    <a:pt x="70" y="366"/>
                  </a:lnTo>
                  <a:lnTo>
                    <a:pt x="72" y="364"/>
                  </a:lnTo>
                  <a:lnTo>
                    <a:pt x="76" y="358"/>
                  </a:lnTo>
                  <a:lnTo>
                    <a:pt x="78" y="352"/>
                  </a:lnTo>
                  <a:lnTo>
                    <a:pt x="80" y="346"/>
                  </a:lnTo>
                  <a:lnTo>
                    <a:pt x="80" y="344"/>
                  </a:lnTo>
                  <a:lnTo>
                    <a:pt x="80" y="342"/>
                  </a:lnTo>
                  <a:lnTo>
                    <a:pt x="80" y="340"/>
                  </a:lnTo>
                  <a:lnTo>
                    <a:pt x="86" y="356"/>
                  </a:lnTo>
                  <a:lnTo>
                    <a:pt x="88" y="356"/>
                  </a:lnTo>
                  <a:lnTo>
                    <a:pt x="92" y="354"/>
                  </a:lnTo>
                  <a:lnTo>
                    <a:pt x="96" y="350"/>
                  </a:lnTo>
                  <a:lnTo>
                    <a:pt x="100" y="340"/>
                  </a:lnTo>
                  <a:lnTo>
                    <a:pt x="100" y="324"/>
                  </a:lnTo>
                  <a:lnTo>
                    <a:pt x="100" y="318"/>
                  </a:lnTo>
                  <a:lnTo>
                    <a:pt x="100" y="306"/>
                  </a:lnTo>
                  <a:lnTo>
                    <a:pt x="102" y="290"/>
                  </a:lnTo>
                  <a:lnTo>
                    <a:pt x="102" y="274"/>
                  </a:lnTo>
                  <a:lnTo>
                    <a:pt x="102" y="260"/>
                  </a:lnTo>
                  <a:lnTo>
                    <a:pt x="98" y="254"/>
                  </a:lnTo>
                  <a:lnTo>
                    <a:pt x="120" y="240"/>
                  </a:lnTo>
                  <a:lnTo>
                    <a:pt x="122" y="216"/>
                  </a:lnTo>
                  <a:lnTo>
                    <a:pt x="132" y="198"/>
                  </a:lnTo>
                  <a:lnTo>
                    <a:pt x="134" y="182"/>
                  </a:lnTo>
                  <a:lnTo>
                    <a:pt x="136" y="182"/>
                  </a:lnTo>
                  <a:lnTo>
                    <a:pt x="138" y="182"/>
                  </a:lnTo>
                  <a:lnTo>
                    <a:pt x="140" y="178"/>
                  </a:lnTo>
                  <a:lnTo>
                    <a:pt x="144" y="174"/>
                  </a:lnTo>
                  <a:lnTo>
                    <a:pt x="148" y="170"/>
                  </a:lnTo>
                  <a:lnTo>
                    <a:pt x="152" y="166"/>
                  </a:lnTo>
                  <a:lnTo>
                    <a:pt x="154" y="162"/>
                  </a:lnTo>
                  <a:lnTo>
                    <a:pt x="158" y="158"/>
                  </a:lnTo>
                  <a:lnTo>
                    <a:pt x="158" y="136"/>
                  </a:lnTo>
                  <a:lnTo>
                    <a:pt x="160" y="134"/>
                  </a:lnTo>
                  <a:lnTo>
                    <a:pt x="162" y="134"/>
                  </a:lnTo>
                  <a:lnTo>
                    <a:pt x="164" y="130"/>
                  </a:lnTo>
                  <a:lnTo>
                    <a:pt x="166" y="124"/>
                  </a:lnTo>
                  <a:lnTo>
                    <a:pt x="166" y="122"/>
                  </a:lnTo>
                  <a:lnTo>
                    <a:pt x="170" y="112"/>
                  </a:lnTo>
                  <a:lnTo>
                    <a:pt x="178" y="98"/>
                  </a:lnTo>
                  <a:lnTo>
                    <a:pt x="196" y="82"/>
                  </a:lnTo>
                  <a:lnTo>
                    <a:pt x="224" y="64"/>
                  </a:lnTo>
                  <a:lnTo>
                    <a:pt x="226" y="64"/>
                  </a:lnTo>
                  <a:lnTo>
                    <a:pt x="230" y="64"/>
                  </a:lnTo>
                  <a:lnTo>
                    <a:pt x="234" y="64"/>
                  </a:lnTo>
                  <a:lnTo>
                    <a:pt x="238" y="66"/>
                  </a:lnTo>
                  <a:lnTo>
                    <a:pt x="242" y="70"/>
                  </a:lnTo>
                  <a:lnTo>
                    <a:pt x="260" y="72"/>
                  </a:lnTo>
                  <a:lnTo>
                    <a:pt x="264" y="70"/>
                  </a:lnTo>
                  <a:lnTo>
                    <a:pt x="266" y="70"/>
                  </a:lnTo>
                  <a:lnTo>
                    <a:pt x="270" y="68"/>
                  </a:lnTo>
                  <a:lnTo>
                    <a:pt x="272" y="66"/>
                  </a:lnTo>
                  <a:lnTo>
                    <a:pt x="276" y="64"/>
                  </a:lnTo>
                  <a:lnTo>
                    <a:pt x="276" y="60"/>
                  </a:lnTo>
                  <a:lnTo>
                    <a:pt x="276" y="58"/>
                  </a:lnTo>
                  <a:lnTo>
                    <a:pt x="278" y="56"/>
                  </a:lnTo>
                  <a:lnTo>
                    <a:pt x="280" y="52"/>
                  </a:lnTo>
                  <a:lnTo>
                    <a:pt x="284" y="50"/>
                  </a:lnTo>
                  <a:lnTo>
                    <a:pt x="288" y="50"/>
                  </a:lnTo>
                  <a:lnTo>
                    <a:pt x="294" y="50"/>
                  </a:lnTo>
                  <a:lnTo>
                    <a:pt x="326" y="66"/>
                  </a:lnTo>
                  <a:lnTo>
                    <a:pt x="328" y="64"/>
                  </a:lnTo>
                  <a:lnTo>
                    <a:pt x="328" y="62"/>
                  </a:lnTo>
                  <a:lnTo>
                    <a:pt x="328" y="56"/>
                  </a:lnTo>
                  <a:lnTo>
                    <a:pt x="336" y="56"/>
                  </a:lnTo>
                  <a:lnTo>
                    <a:pt x="326" y="5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57" name="Freeform 219"/>
            <p:cNvSpPr>
              <a:spLocks/>
            </p:cNvSpPr>
            <p:nvPr/>
          </p:nvSpPr>
          <p:spPr bwMode="gray">
            <a:xfrm>
              <a:off x="739" y="2478"/>
              <a:ext cx="158" cy="132"/>
            </a:xfrm>
            <a:custGeom>
              <a:avLst/>
              <a:gdLst>
                <a:gd name="T0" fmla="*/ 154 w 158"/>
                <a:gd name="T1" fmla="*/ 46 h 132"/>
                <a:gd name="T2" fmla="*/ 146 w 158"/>
                <a:gd name="T3" fmla="*/ 46 h 132"/>
                <a:gd name="T4" fmla="*/ 136 w 158"/>
                <a:gd name="T5" fmla="*/ 48 h 132"/>
                <a:gd name="T6" fmla="*/ 132 w 158"/>
                <a:gd name="T7" fmla="*/ 54 h 132"/>
                <a:gd name="T8" fmla="*/ 126 w 158"/>
                <a:gd name="T9" fmla="*/ 58 h 132"/>
                <a:gd name="T10" fmla="*/ 120 w 158"/>
                <a:gd name="T11" fmla="*/ 66 h 132"/>
                <a:gd name="T12" fmla="*/ 120 w 158"/>
                <a:gd name="T13" fmla="*/ 74 h 132"/>
                <a:gd name="T14" fmla="*/ 120 w 158"/>
                <a:gd name="T15" fmla="*/ 78 h 132"/>
                <a:gd name="T16" fmla="*/ 116 w 158"/>
                <a:gd name="T17" fmla="*/ 84 h 132"/>
                <a:gd name="T18" fmla="*/ 110 w 158"/>
                <a:gd name="T19" fmla="*/ 92 h 132"/>
                <a:gd name="T20" fmla="*/ 96 w 158"/>
                <a:gd name="T21" fmla="*/ 118 h 132"/>
                <a:gd name="T22" fmla="*/ 92 w 158"/>
                <a:gd name="T23" fmla="*/ 118 h 132"/>
                <a:gd name="T24" fmla="*/ 78 w 158"/>
                <a:gd name="T25" fmla="*/ 118 h 132"/>
                <a:gd name="T26" fmla="*/ 68 w 158"/>
                <a:gd name="T27" fmla="*/ 116 h 132"/>
                <a:gd name="T28" fmla="*/ 60 w 158"/>
                <a:gd name="T29" fmla="*/ 118 h 132"/>
                <a:gd name="T30" fmla="*/ 52 w 158"/>
                <a:gd name="T31" fmla="*/ 120 h 132"/>
                <a:gd name="T32" fmla="*/ 50 w 158"/>
                <a:gd name="T33" fmla="*/ 122 h 132"/>
                <a:gd name="T34" fmla="*/ 44 w 158"/>
                <a:gd name="T35" fmla="*/ 120 h 132"/>
                <a:gd name="T36" fmla="*/ 38 w 158"/>
                <a:gd name="T37" fmla="*/ 120 h 132"/>
                <a:gd name="T38" fmla="*/ 32 w 158"/>
                <a:gd name="T39" fmla="*/ 124 h 132"/>
                <a:gd name="T40" fmla="*/ 30 w 158"/>
                <a:gd name="T41" fmla="*/ 132 h 132"/>
                <a:gd name="T42" fmla="*/ 26 w 158"/>
                <a:gd name="T43" fmla="*/ 132 h 132"/>
                <a:gd name="T44" fmla="*/ 20 w 158"/>
                <a:gd name="T45" fmla="*/ 128 h 132"/>
                <a:gd name="T46" fmla="*/ 18 w 158"/>
                <a:gd name="T47" fmla="*/ 122 h 132"/>
                <a:gd name="T48" fmla="*/ 16 w 158"/>
                <a:gd name="T49" fmla="*/ 120 h 132"/>
                <a:gd name="T50" fmla="*/ 16 w 158"/>
                <a:gd name="T51" fmla="*/ 118 h 132"/>
                <a:gd name="T52" fmla="*/ 16 w 158"/>
                <a:gd name="T53" fmla="*/ 118 h 132"/>
                <a:gd name="T54" fmla="*/ 16 w 158"/>
                <a:gd name="T55" fmla="*/ 114 h 132"/>
                <a:gd name="T56" fmla="*/ 20 w 158"/>
                <a:gd name="T57" fmla="*/ 104 h 132"/>
                <a:gd name="T58" fmla="*/ 24 w 158"/>
                <a:gd name="T59" fmla="*/ 102 h 132"/>
                <a:gd name="T60" fmla="*/ 30 w 158"/>
                <a:gd name="T61" fmla="*/ 98 h 132"/>
                <a:gd name="T62" fmla="*/ 28 w 158"/>
                <a:gd name="T63" fmla="*/ 88 h 132"/>
                <a:gd name="T64" fmla="*/ 30 w 158"/>
                <a:gd name="T65" fmla="*/ 70 h 132"/>
                <a:gd name="T66" fmla="*/ 30 w 158"/>
                <a:gd name="T67" fmla="*/ 50 h 132"/>
                <a:gd name="T68" fmla="*/ 32 w 158"/>
                <a:gd name="T69" fmla="*/ 42 h 132"/>
                <a:gd name="T70" fmla="*/ 38 w 158"/>
                <a:gd name="T71" fmla="*/ 38 h 132"/>
                <a:gd name="T72" fmla="*/ 38 w 158"/>
                <a:gd name="T73" fmla="*/ 34 h 132"/>
                <a:gd name="T74" fmla="*/ 36 w 158"/>
                <a:gd name="T75" fmla="*/ 32 h 132"/>
                <a:gd name="T76" fmla="*/ 28 w 158"/>
                <a:gd name="T77" fmla="*/ 28 h 132"/>
                <a:gd name="T78" fmla="*/ 26 w 158"/>
                <a:gd name="T79" fmla="*/ 28 h 132"/>
                <a:gd name="T80" fmla="*/ 24 w 158"/>
                <a:gd name="T81" fmla="*/ 28 h 132"/>
                <a:gd name="T82" fmla="*/ 10 w 158"/>
                <a:gd name="T83" fmla="*/ 30 h 132"/>
                <a:gd name="T84" fmla="*/ 4 w 158"/>
                <a:gd name="T85" fmla="*/ 24 h 132"/>
                <a:gd name="T86" fmla="*/ 4 w 158"/>
                <a:gd name="T87" fmla="*/ 20 h 132"/>
                <a:gd name="T88" fmla="*/ 0 w 158"/>
                <a:gd name="T89" fmla="*/ 14 h 132"/>
                <a:gd name="T90" fmla="*/ 2 w 158"/>
                <a:gd name="T91" fmla="*/ 12 h 132"/>
                <a:gd name="T92" fmla="*/ 4 w 158"/>
                <a:gd name="T93" fmla="*/ 10 h 132"/>
                <a:gd name="T94" fmla="*/ 18 w 158"/>
                <a:gd name="T95" fmla="*/ 0 h 132"/>
                <a:gd name="T96" fmla="*/ 22 w 158"/>
                <a:gd name="T97" fmla="*/ 0 h 132"/>
                <a:gd name="T98" fmla="*/ 26 w 158"/>
                <a:gd name="T99" fmla="*/ 2 h 132"/>
                <a:gd name="T100" fmla="*/ 58 w 158"/>
                <a:gd name="T101" fmla="*/ 6 h 132"/>
                <a:gd name="T102" fmla="*/ 84 w 158"/>
                <a:gd name="T103" fmla="*/ 8 h 132"/>
                <a:gd name="T104" fmla="*/ 98 w 158"/>
                <a:gd name="T105" fmla="*/ 6 h 132"/>
                <a:gd name="T106" fmla="*/ 102 w 158"/>
                <a:gd name="T107" fmla="*/ 8 h 132"/>
                <a:gd name="T108" fmla="*/ 102 w 158"/>
                <a:gd name="T109" fmla="*/ 12 h 132"/>
                <a:gd name="T110" fmla="*/ 106 w 158"/>
                <a:gd name="T111" fmla="*/ 14 h 132"/>
                <a:gd name="T112" fmla="*/ 112 w 158"/>
                <a:gd name="T113" fmla="*/ 18 h 132"/>
                <a:gd name="T114" fmla="*/ 114 w 158"/>
                <a:gd name="T115" fmla="*/ 18 h 132"/>
                <a:gd name="T116" fmla="*/ 120 w 158"/>
                <a:gd name="T117" fmla="*/ 22 h 132"/>
                <a:gd name="T118" fmla="*/ 126 w 158"/>
                <a:gd name="T119" fmla="*/ 28 h 132"/>
                <a:gd name="T120" fmla="*/ 134 w 158"/>
                <a:gd name="T121" fmla="*/ 36 h 132"/>
                <a:gd name="T122" fmla="*/ 152 w 158"/>
                <a:gd name="T123" fmla="*/ 42 h 132"/>
                <a:gd name="T124" fmla="*/ 154 w 158"/>
                <a:gd name="T125" fmla="*/ 46 h 13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58"/>
                <a:gd name="T190" fmla="*/ 0 h 132"/>
                <a:gd name="T191" fmla="*/ 158 w 158"/>
                <a:gd name="T192" fmla="*/ 132 h 132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58" h="132">
                  <a:moveTo>
                    <a:pt x="154" y="46"/>
                  </a:moveTo>
                  <a:lnTo>
                    <a:pt x="154" y="46"/>
                  </a:lnTo>
                  <a:lnTo>
                    <a:pt x="150" y="46"/>
                  </a:lnTo>
                  <a:lnTo>
                    <a:pt x="146" y="46"/>
                  </a:lnTo>
                  <a:lnTo>
                    <a:pt x="142" y="46"/>
                  </a:lnTo>
                  <a:lnTo>
                    <a:pt x="136" y="48"/>
                  </a:lnTo>
                  <a:lnTo>
                    <a:pt x="132" y="52"/>
                  </a:lnTo>
                  <a:lnTo>
                    <a:pt x="132" y="54"/>
                  </a:lnTo>
                  <a:lnTo>
                    <a:pt x="130" y="54"/>
                  </a:lnTo>
                  <a:lnTo>
                    <a:pt x="126" y="58"/>
                  </a:lnTo>
                  <a:lnTo>
                    <a:pt x="122" y="62"/>
                  </a:lnTo>
                  <a:lnTo>
                    <a:pt x="120" y="66"/>
                  </a:lnTo>
                  <a:lnTo>
                    <a:pt x="118" y="70"/>
                  </a:lnTo>
                  <a:lnTo>
                    <a:pt x="120" y="74"/>
                  </a:lnTo>
                  <a:lnTo>
                    <a:pt x="122" y="78"/>
                  </a:lnTo>
                  <a:lnTo>
                    <a:pt x="120" y="78"/>
                  </a:lnTo>
                  <a:lnTo>
                    <a:pt x="118" y="80"/>
                  </a:lnTo>
                  <a:lnTo>
                    <a:pt x="116" y="84"/>
                  </a:lnTo>
                  <a:lnTo>
                    <a:pt x="112" y="88"/>
                  </a:lnTo>
                  <a:lnTo>
                    <a:pt x="110" y="92"/>
                  </a:lnTo>
                  <a:lnTo>
                    <a:pt x="106" y="96"/>
                  </a:lnTo>
                  <a:lnTo>
                    <a:pt x="96" y="118"/>
                  </a:lnTo>
                  <a:lnTo>
                    <a:pt x="94" y="118"/>
                  </a:lnTo>
                  <a:lnTo>
                    <a:pt x="92" y="118"/>
                  </a:lnTo>
                  <a:lnTo>
                    <a:pt x="86" y="118"/>
                  </a:lnTo>
                  <a:lnTo>
                    <a:pt x="78" y="118"/>
                  </a:lnTo>
                  <a:lnTo>
                    <a:pt x="68" y="116"/>
                  </a:lnTo>
                  <a:lnTo>
                    <a:pt x="64" y="116"/>
                  </a:lnTo>
                  <a:lnTo>
                    <a:pt x="60" y="118"/>
                  </a:lnTo>
                  <a:lnTo>
                    <a:pt x="56" y="118"/>
                  </a:lnTo>
                  <a:lnTo>
                    <a:pt x="52" y="120"/>
                  </a:lnTo>
                  <a:lnTo>
                    <a:pt x="50" y="122"/>
                  </a:lnTo>
                  <a:lnTo>
                    <a:pt x="48" y="120"/>
                  </a:lnTo>
                  <a:lnTo>
                    <a:pt x="44" y="120"/>
                  </a:lnTo>
                  <a:lnTo>
                    <a:pt x="40" y="120"/>
                  </a:lnTo>
                  <a:lnTo>
                    <a:pt x="38" y="120"/>
                  </a:lnTo>
                  <a:lnTo>
                    <a:pt x="34" y="122"/>
                  </a:lnTo>
                  <a:lnTo>
                    <a:pt x="32" y="124"/>
                  </a:lnTo>
                  <a:lnTo>
                    <a:pt x="30" y="128"/>
                  </a:lnTo>
                  <a:lnTo>
                    <a:pt x="30" y="132"/>
                  </a:lnTo>
                  <a:lnTo>
                    <a:pt x="28" y="132"/>
                  </a:lnTo>
                  <a:lnTo>
                    <a:pt x="26" y="132"/>
                  </a:lnTo>
                  <a:lnTo>
                    <a:pt x="24" y="130"/>
                  </a:lnTo>
                  <a:lnTo>
                    <a:pt x="20" y="128"/>
                  </a:lnTo>
                  <a:lnTo>
                    <a:pt x="18" y="126"/>
                  </a:lnTo>
                  <a:lnTo>
                    <a:pt x="18" y="122"/>
                  </a:lnTo>
                  <a:lnTo>
                    <a:pt x="16" y="122"/>
                  </a:lnTo>
                  <a:lnTo>
                    <a:pt x="16" y="120"/>
                  </a:lnTo>
                  <a:lnTo>
                    <a:pt x="16" y="118"/>
                  </a:lnTo>
                  <a:lnTo>
                    <a:pt x="16" y="116"/>
                  </a:lnTo>
                  <a:lnTo>
                    <a:pt x="16" y="114"/>
                  </a:lnTo>
                  <a:lnTo>
                    <a:pt x="18" y="108"/>
                  </a:lnTo>
                  <a:lnTo>
                    <a:pt x="20" y="104"/>
                  </a:lnTo>
                  <a:lnTo>
                    <a:pt x="22" y="102"/>
                  </a:lnTo>
                  <a:lnTo>
                    <a:pt x="24" y="102"/>
                  </a:lnTo>
                  <a:lnTo>
                    <a:pt x="26" y="102"/>
                  </a:lnTo>
                  <a:lnTo>
                    <a:pt x="30" y="98"/>
                  </a:lnTo>
                  <a:lnTo>
                    <a:pt x="24" y="92"/>
                  </a:lnTo>
                  <a:lnTo>
                    <a:pt x="28" y="88"/>
                  </a:lnTo>
                  <a:lnTo>
                    <a:pt x="30" y="80"/>
                  </a:lnTo>
                  <a:lnTo>
                    <a:pt x="30" y="70"/>
                  </a:lnTo>
                  <a:lnTo>
                    <a:pt x="26" y="60"/>
                  </a:lnTo>
                  <a:lnTo>
                    <a:pt x="30" y="50"/>
                  </a:lnTo>
                  <a:lnTo>
                    <a:pt x="32" y="42"/>
                  </a:lnTo>
                  <a:lnTo>
                    <a:pt x="36" y="40"/>
                  </a:lnTo>
                  <a:lnTo>
                    <a:pt x="38" y="38"/>
                  </a:lnTo>
                  <a:lnTo>
                    <a:pt x="38" y="36"/>
                  </a:lnTo>
                  <a:lnTo>
                    <a:pt x="38" y="34"/>
                  </a:lnTo>
                  <a:lnTo>
                    <a:pt x="36" y="32"/>
                  </a:lnTo>
                  <a:lnTo>
                    <a:pt x="28" y="28"/>
                  </a:lnTo>
                  <a:lnTo>
                    <a:pt x="26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10" y="30"/>
                  </a:lnTo>
                  <a:lnTo>
                    <a:pt x="4" y="28"/>
                  </a:lnTo>
                  <a:lnTo>
                    <a:pt x="4" y="24"/>
                  </a:lnTo>
                  <a:lnTo>
                    <a:pt x="4" y="22"/>
                  </a:lnTo>
                  <a:lnTo>
                    <a:pt x="4" y="20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2" y="14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8" y="1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6" y="2"/>
                  </a:lnTo>
                  <a:lnTo>
                    <a:pt x="54" y="6"/>
                  </a:lnTo>
                  <a:lnTo>
                    <a:pt x="58" y="6"/>
                  </a:lnTo>
                  <a:lnTo>
                    <a:pt x="72" y="6"/>
                  </a:lnTo>
                  <a:lnTo>
                    <a:pt x="84" y="8"/>
                  </a:lnTo>
                  <a:lnTo>
                    <a:pt x="98" y="4"/>
                  </a:lnTo>
                  <a:lnTo>
                    <a:pt x="98" y="6"/>
                  </a:lnTo>
                  <a:lnTo>
                    <a:pt x="100" y="6"/>
                  </a:lnTo>
                  <a:lnTo>
                    <a:pt x="102" y="8"/>
                  </a:lnTo>
                  <a:lnTo>
                    <a:pt x="102" y="10"/>
                  </a:lnTo>
                  <a:lnTo>
                    <a:pt x="102" y="12"/>
                  </a:lnTo>
                  <a:lnTo>
                    <a:pt x="104" y="12"/>
                  </a:lnTo>
                  <a:lnTo>
                    <a:pt x="106" y="14"/>
                  </a:lnTo>
                  <a:lnTo>
                    <a:pt x="108" y="16"/>
                  </a:lnTo>
                  <a:lnTo>
                    <a:pt x="112" y="18"/>
                  </a:lnTo>
                  <a:lnTo>
                    <a:pt x="114" y="18"/>
                  </a:lnTo>
                  <a:lnTo>
                    <a:pt x="116" y="20"/>
                  </a:lnTo>
                  <a:lnTo>
                    <a:pt x="120" y="22"/>
                  </a:lnTo>
                  <a:lnTo>
                    <a:pt x="122" y="24"/>
                  </a:lnTo>
                  <a:lnTo>
                    <a:pt x="126" y="28"/>
                  </a:lnTo>
                  <a:lnTo>
                    <a:pt x="126" y="26"/>
                  </a:lnTo>
                  <a:lnTo>
                    <a:pt x="134" y="36"/>
                  </a:lnTo>
                  <a:lnTo>
                    <a:pt x="152" y="42"/>
                  </a:lnTo>
                  <a:lnTo>
                    <a:pt x="158" y="44"/>
                  </a:lnTo>
                  <a:lnTo>
                    <a:pt x="154" y="4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58" name="Freeform 220"/>
            <p:cNvSpPr>
              <a:spLocks/>
            </p:cNvSpPr>
            <p:nvPr/>
          </p:nvSpPr>
          <p:spPr bwMode="gray">
            <a:xfrm>
              <a:off x="939" y="2440"/>
              <a:ext cx="156" cy="146"/>
            </a:xfrm>
            <a:custGeom>
              <a:avLst/>
              <a:gdLst>
                <a:gd name="T0" fmla="*/ 94 w 156"/>
                <a:gd name="T1" fmla="*/ 14 h 146"/>
                <a:gd name="T2" fmla="*/ 92 w 156"/>
                <a:gd name="T3" fmla="*/ 16 h 146"/>
                <a:gd name="T4" fmla="*/ 92 w 156"/>
                <a:gd name="T5" fmla="*/ 16 h 146"/>
                <a:gd name="T6" fmla="*/ 94 w 156"/>
                <a:gd name="T7" fmla="*/ 18 h 146"/>
                <a:gd name="T8" fmla="*/ 94 w 156"/>
                <a:gd name="T9" fmla="*/ 20 h 146"/>
                <a:gd name="T10" fmla="*/ 76 w 156"/>
                <a:gd name="T11" fmla="*/ 28 h 146"/>
                <a:gd name="T12" fmla="*/ 78 w 156"/>
                <a:gd name="T13" fmla="*/ 32 h 146"/>
                <a:gd name="T14" fmla="*/ 84 w 156"/>
                <a:gd name="T15" fmla="*/ 38 h 146"/>
                <a:gd name="T16" fmla="*/ 94 w 156"/>
                <a:gd name="T17" fmla="*/ 46 h 146"/>
                <a:gd name="T18" fmla="*/ 104 w 156"/>
                <a:gd name="T19" fmla="*/ 52 h 146"/>
                <a:gd name="T20" fmla="*/ 102 w 156"/>
                <a:gd name="T21" fmla="*/ 56 h 146"/>
                <a:gd name="T22" fmla="*/ 104 w 156"/>
                <a:gd name="T23" fmla="*/ 62 h 146"/>
                <a:gd name="T24" fmla="*/ 138 w 156"/>
                <a:gd name="T25" fmla="*/ 90 h 146"/>
                <a:gd name="T26" fmla="*/ 156 w 156"/>
                <a:gd name="T27" fmla="*/ 120 h 146"/>
                <a:gd name="T28" fmla="*/ 144 w 156"/>
                <a:gd name="T29" fmla="*/ 118 h 146"/>
                <a:gd name="T30" fmla="*/ 134 w 156"/>
                <a:gd name="T31" fmla="*/ 122 h 146"/>
                <a:gd name="T32" fmla="*/ 130 w 156"/>
                <a:gd name="T33" fmla="*/ 134 h 146"/>
                <a:gd name="T34" fmla="*/ 124 w 156"/>
                <a:gd name="T35" fmla="*/ 146 h 146"/>
                <a:gd name="T36" fmla="*/ 120 w 156"/>
                <a:gd name="T37" fmla="*/ 134 h 146"/>
                <a:gd name="T38" fmla="*/ 118 w 156"/>
                <a:gd name="T39" fmla="*/ 132 h 146"/>
                <a:gd name="T40" fmla="*/ 116 w 156"/>
                <a:gd name="T41" fmla="*/ 130 h 146"/>
                <a:gd name="T42" fmla="*/ 118 w 156"/>
                <a:gd name="T43" fmla="*/ 128 h 146"/>
                <a:gd name="T44" fmla="*/ 122 w 156"/>
                <a:gd name="T45" fmla="*/ 112 h 146"/>
                <a:gd name="T46" fmla="*/ 110 w 156"/>
                <a:gd name="T47" fmla="*/ 106 h 146"/>
                <a:gd name="T48" fmla="*/ 80 w 156"/>
                <a:gd name="T49" fmla="*/ 84 h 146"/>
                <a:gd name="T50" fmla="*/ 50 w 156"/>
                <a:gd name="T51" fmla="*/ 54 h 146"/>
                <a:gd name="T52" fmla="*/ 50 w 156"/>
                <a:gd name="T53" fmla="*/ 50 h 146"/>
                <a:gd name="T54" fmla="*/ 48 w 156"/>
                <a:gd name="T55" fmla="*/ 44 h 146"/>
                <a:gd name="T56" fmla="*/ 44 w 156"/>
                <a:gd name="T57" fmla="*/ 40 h 146"/>
                <a:gd name="T58" fmla="*/ 18 w 156"/>
                <a:gd name="T59" fmla="*/ 48 h 146"/>
                <a:gd name="T60" fmla="*/ 12 w 156"/>
                <a:gd name="T61" fmla="*/ 48 h 146"/>
                <a:gd name="T62" fmla="*/ 4 w 156"/>
                <a:gd name="T63" fmla="*/ 34 h 146"/>
                <a:gd name="T64" fmla="*/ 2 w 156"/>
                <a:gd name="T65" fmla="*/ 32 h 146"/>
                <a:gd name="T66" fmla="*/ 0 w 156"/>
                <a:gd name="T67" fmla="*/ 22 h 146"/>
                <a:gd name="T68" fmla="*/ 12 w 156"/>
                <a:gd name="T69" fmla="*/ 22 h 146"/>
                <a:gd name="T70" fmla="*/ 16 w 156"/>
                <a:gd name="T71" fmla="*/ 24 h 146"/>
                <a:gd name="T72" fmla="*/ 24 w 156"/>
                <a:gd name="T73" fmla="*/ 12 h 146"/>
                <a:gd name="T74" fmla="*/ 30 w 156"/>
                <a:gd name="T75" fmla="*/ 10 h 146"/>
                <a:gd name="T76" fmla="*/ 30 w 156"/>
                <a:gd name="T77" fmla="*/ 14 h 146"/>
                <a:gd name="T78" fmla="*/ 32 w 156"/>
                <a:gd name="T79" fmla="*/ 16 h 146"/>
                <a:gd name="T80" fmla="*/ 36 w 156"/>
                <a:gd name="T81" fmla="*/ 14 h 146"/>
                <a:gd name="T82" fmla="*/ 40 w 156"/>
                <a:gd name="T83" fmla="*/ 12 h 146"/>
                <a:gd name="T84" fmla="*/ 42 w 156"/>
                <a:gd name="T85" fmla="*/ 10 h 146"/>
                <a:gd name="T86" fmla="*/ 44 w 156"/>
                <a:gd name="T87" fmla="*/ 8 h 146"/>
                <a:gd name="T88" fmla="*/ 44 w 156"/>
                <a:gd name="T89" fmla="*/ 10 h 146"/>
                <a:gd name="T90" fmla="*/ 46 w 156"/>
                <a:gd name="T91" fmla="*/ 12 h 146"/>
                <a:gd name="T92" fmla="*/ 48 w 156"/>
                <a:gd name="T93" fmla="*/ 10 h 146"/>
                <a:gd name="T94" fmla="*/ 48 w 156"/>
                <a:gd name="T95" fmla="*/ 8 h 146"/>
                <a:gd name="T96" fmla="*/ 46 w 156"/>
                <a:gd name="T97" fmla="*/ 4 h 146"/>
                <a:gd name="T98" fmla="*/ 48 w 156"/>
                <a:gd name="T99" fmla="*/ 4 h 146"/>
                <a:gd name="T100" fmla="*/ 50 w 156"/>
                <a:gd name="T101" fmla="*/ 2 h 146"/>
                <a:gd name="T102" fmla="*/ 54 w 156"/>
                <a:gd name="T103" fmla="*/ 0 h 146"/>
                <a:gd name="T104" fmla="*/ 58 w 156"/>
                <a:gd name="T105" fmla="*/ 0 h 146"/>
                <a:gd name="T106" fmla="*/ 62 w 156"/>
                <a:gd name="T107" fmla="*/ 0 h 146"/>
                <a:gd name="T108" fmla="*/ 66 w 156"/>
                <a:gd name="T109" fmla="*/ 0 h 146"/>
                <a:gd name="T110" fmla="*/ 72 w 156"/>
                <a:gd name="T111" fmla="*/ 0 h 146"/>
                <a:gd name="T112" fmla="*/ 74 w 156"/>
                <a:gd name="T113" fmla="*/ 4 h 146"/>
                <a:gd name="T114" fmla="*/ 80 w 156"/>
                <a:gd name="T115" fmla="*/ 8 h 146"/>
                <a:gd name="T116" fmla="*/ 88 w 156"/>
                <a:gd name="T117" fmla="*/ 12 h 146"/>
                <a:gd name="T118" fmla="*/ 94 w 156"/>
                <a:gd name="T119" fmla="*/ 14 h 14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156"/>
                <a:gd name="T181" fmla="*/ 0 h 146"/>
                <a:gd name="T182" fmla="*/ 156 w 156"/>
                <a:gd name="T183" fmla="*/ 146 h 14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156" h="146">
                  <a:moveTo>
                    <a:pt x="94" y="14"/>
                  </a:moveTo>
                  <a:lnTo>
                    <a:pt x="94" y="14"/>
                  </a:lnTo>
                  <a:lnTo>
                    <a:pt x="92" y="16"/>
                  </a:lnTo>
                  <a:lnTo>
                    <a:pt x="94" y="18"/>
                  </a:lnTo>
                  <a:lnTo>
                    <a:pt x="94" y="20"/>
                  </a:lnTo>
                  <a:lnTo>
                    <a:pt x="84" y="24"/>
                  </a:lnTo>
                  <a:lnTo>
                    <a:pt x="76" y="28"/>
                  </a:lnTo>
                  <a:lnTo>
                    <a:pt x="78" y="32"/>
                  </a:lnTo>
                  <a:lnTo>
                    <a:pt x="82" y="34"/>
                  </a:lnTo>
                  <a:lnTo>
                    <a:pt x="84" y="38"/>
                  </a:lnTo>
                  <a:lnTo>
                    <a:pt x="88" y="42"/>
                  </a:lnTo>
                  <a:lnTo>
                    <a:pt x="94" y="46"/>
                  </a:lnTo>
                  <a:lnTo>
                    <a:pt x="98" y="50"/>
                  </a:lnTo>
                  <a:lnTo>
                    <a:pt x="104" y="52"/>
                  </a:lnTo>
                  <a:lnTo>
                    <a:pt x="102" y="56"/>
                  </a:lnTo>
                  <a:lnTo>
                    <a:pt x="104" y="58"/>
                  </a:lnTo>
                  <a:lnTo>
                    <a:pt x="104" y="62"/>
                  </a:lnTo>
                  <a:lnTo>
                    <a:pt x="108" y="64"/>
                  </a:lnTo>
                  <a:lnTo>
                    <a:pt x="138" y="90"/>
                  </a:lnTo>
                  <a:lnTo>
                    <a:pt x="148" y="102"/>
                  </a:lnTo>
                  <a:lnTo>
                    <a:pt x="156" y="120"/>
                  </a:lnTo>
                  <a:lnTo>
                    <a:pt x="152" y="126"/>
                  </a:lnTo>
                  <a:lnTo>
                    <a:pt x="144" y="118"/>
                  </a:lnTo>
                  <a:lnTo>
                    <a:pt x="138" y="118"/>
                  </a:lnTo>
                  <a:lnTo>
                    <a:pt x="134" y="122"/>
                  </a:lnTo>
                  <a:lnTo>
                    <a:pt x="138" y="132"/>
                  </a:lnTo>
                  <a:lnTo>
                    <a:pt x="130" y="134"/>
                  </a:lnTo>
                  <a:lnTo>
                    <a:pt x="130" y="142"/>
                  </a:lnTo>
                  <a:lnTo>
                    <a:pt x="124" y="146"/>
                  </a:lnTo>
                  <a:lnTo>
                    <a:pt x="118" y="142"/>
                  </a:lnTo>
                  <a:lnTo>
                    <a:pt x="120" y="134"/>
                  </a:lnTo>
                  <a:lnTo>
                    <a:pt x="118" y="132"/>
                  </a:lnTo>
                  <a:lnTo>
                    <a:pt x="116" y="130"/>
                  </a:lnTo>
                  <a:lnTo>
                    <a:pt x="116" y="128"/>
                  </a:lnTo>
                  <a:lnTo>
                    <a:pt x="118" y="128"/>
                  </a:lnTo>
                  <a:lnTo>
                    <a:pt x="122" y="128"/>
                  </a:lnTo>
                  <a:lnTo>
                    <a:pt x="122" y="112"/>
                  </a:lnTo>
                  <a:lnTo>
                    <a:pt x="114" y="110"/>
                  </a:lnTo>
                  <a:lnTo>
                    <a:pt x="110" y="106"/>
                  </a:lnTo>
                  <a:lnTo>
                    <a:pt x="88" y="92"/>
                  </a:lnTo>
                  <a:lnTo>
                    <a:pt x="80" y="84"/>
                  </a:lnTo>
                  <a:lnTo>
                    <a:pt x="74" y="74"/>
                  </a:lnTo>
                  <a:lnTo>
                    <a:pt x="50" y="54"/>
                  </a:lnTo>
                  <a:lnTo>
                    <a:pt x="50" y="52"/>
                  </a:lnTo>
                  <a:lnTo>
                    <a:pt x="50" y="50"/>
                  </a:lnTo>
                  <a:lnTo>
                    <a:pt x="50" y="48"/>
                  </a:lnTo>
                  <a:lnTo>
                    <a:pt x="48" y="44"/>
                  </a:lnTo>
                  <a:lnTo>
                    <a:pt x="46" y="42"/>
                  </a:lnTo>
                  <a:lnTo>
                    <a:pt x="44" y="40"/>
                  </a:lnTo>
                  <a:lnTo>
                    <a:pt x="38" y="38"/>
                  </a:lnTo>
                  <a:lnTo>
                    <a:pt x="18" y="48"/>
                  </a:lnTo>
                  <a:lnTo>
                    <a:pt x="12" y="48"/>
                  </a:lnTo>
                  <a:lnTo>
                    <a:pt x="12" y="42"/>
                  </a:lnTo>
                  <a:lnTo>
                    <a:pt x="4" y="34"/>
                  </a:lnTo>
                  <a:lnTo>
                    <a:pt x="2" y="32"/>
                  </a:lnTo>
                  <a:lnTo>
                    <a:pt x="0" y="28"/>
                  </a:lnTo>
                  <a:lnTo>
                    <a:pt x="0" y="22"/>
                  </a:lnTo>
                  <a:lnTo>
                    <a:pt x="10" y="22"/>
                  </a:lnTo>
                  <a:lnTo>
                    <a:pt x="12" y="22"/>
                  </a:lnTo>
                  <a:lnTo>
                    <a:pt x="14" y="24"/>
                  </a:lnTo>
                  <a:lnTo>
                    <a:pt x="16" y="24"/>
                  </a:lnTo>
                  <a:lnTo>
                    <a:pt x="28" y="16"/>
                  </a:lnTo>
                  <a:lnTo>
                    <a:pt x="24" y="12"/>
                  </a:lnTo>
                  <a:lnTo>
                    <a:pt x="30" y="10"/>
                  </a:lnTo>
                  <a:lnTo>
                    <a:pt x="30" y="12"/>
                  </a:lnTo>
                  <a:lnTo>
                    <a:pt x="30" y="14"/>
                  </a:lnTo>
                  <a:lnTo>
                    <a:pt x="32" y="16"/>
                  </a:lnTo>
                  <a:lnTo>
                    <a:pt x="34" y="14"/>
                  </a:lnTo>
                  <a:lnTo>
                    <a:pt x="36" y="14"/>
                  </a:lnTo>
                  <a:lnTo>
                    <a:pt x="40" y="12"/>
                  </a:lnTo>
                  <a:lnTo>
                    <a:pt x="40" y="10"/>
                  </a:lnTo>
                  <a:lnTo>
                    <a:pt x="42" y="10"/>
                  </a:lnTo>
                  <a:lnTo>
                    <a:pt x="46" y="6"/>
                  </a:lnTo>
                  <a:lnTo>
                    <a:pt x="44" y="8"/>
                  </a:lnTo>
                  <a:lnTo>
                    <a:pt x="44" y="10"/>
                  </a:lnTo>
                  <a:lnTo>
                    <a:pt x="46" y="12"/>
                  </a:lnTo>
                  <a:lnTo>
                    <a:pt x="48" y="12"/>
                  </a:lnTo>
                  <a:lnTo>
                    <a:pt x="48" y="10"/>
                  </a:lnTo>
                  <a:lnTo>
                    <a:pt x="48" y="8"/>
                  </a:lnTo>
                  <a:lnTo>
                    <a:pt x="48" y="6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0" y="2"/>
                  </a:lnTo>
                  <a:lnTo>
                    <a:pt x="52" y="2"/>
                  </a:lnTo>
                  <a:lnTo>
                    <a:pt x="54" y="0"/>
                  </a:lnTo>
                  <a:lnTo>
                    <a:pt x="58" y="0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6" y="0"/>
                  </a:lnTo>
                  <a:lnTo>
                    <a:pt x="70" y="0"/>
                  </a:lnTo>
                  <a:lnTo>
                    <a:pt x="72" y="0"/>
                  </a:lnTo>
                  <a:lnTo>
                    <a:pt x="74" y="4"/>
                  </a:lnTo>
                  <a:lnTo>
                    <a:pt x="76" y="6"/>
                  </a:lnTo>
                  <a:lnTo>
                    <a:pt x="80" y="8"/>
                  </a:lnTo>
                  <a:lnTo>
                    <a:pt x="84" y="10"/>
                  </a:lnTo>
                  <a:lnTo>
                    <a:pt x="88" y="12"/>
                  </a:lnTo>
                  <a:lnTo>
                    <a:pt x="92" y="12"/>
                  </a:lnTo>
                  <a:lnTo>
                    <a:pt x="94" y="14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59" name="Freeform 221"/>
            <p:cNvSpPr>
              <a:spLocks/>
            </p:cNvSpPr>
            <p:nvPr/>
          </p:nvSpPr>
          <p:spPr bwMode="gray">
            <a:xfrm>
              <a:off x="1013" y="2576"/>
              <a:ext cx="42" cy="24"/>
            </a:xfrm>
            <a:custGeom>
              <a:avLst/>
              <a:gdLst>
                <a:gd name="T0" fmla="*/ 6 w 42"/>
                <a:gd name="T1" fmla="*/ 4 h 24"/>
                <a:gd name="T2" fmla="*/ 0 w 42"/>
                <a:gd name="T3" fmla="*/ 6 h 24"/>
                <a:gd name="T4" fmla="*/ 0 w 42"/>
                <a:gd name="T5" fmla="*/ 6 h 24"/>
                <a:gd name="T6" fmla="*/ 0 w 42"/>
                <a:gd name="T7" fmla="*/ 6 h 24"/>
                <a:gd name="T8" fmla="*/ 0 w 42"/>
                <a:gd name="T9" fmla="*/ 8 h 24"/>
                <a:gd name="T10" fmla="*/ 2 w 42"/>
                <a:gd name="T11" fmla="*/ 10 h 24"/>
                <a:gd name="T12" fmla="*/ 22 w 42"/>
                <a:gd name="T13" fmla="*/ 16 h 24"/>
                <a:gd name="T14" fmla="*/ 22 w 42"/>
                <a:gd name="T15" fmla="*/ 16 h 24"/>
                <a:gd name="T16" fmla="*/ 24 w 42"/>
                <a:gd name="T17" fmla="*/ 20 h 24"/>
                <a:gd name="T18" fmla="*/ 26 w 42"/>
                <a:gd name="T19" fmla="*/ 22 h 24"/>
                <a:gd name="T20" fmla="*/ 28 w 42"/>
                <a:gd name="T21" fmla="*/ 24 h 24"/>
                <a:gd name="T22" fmla="*/ 30 w 42"/>
                <a:gd name="T23" fmla="*/ 22 h 24"/>
                <a:gd name="T24" fmla="*/ 34 w 42"/>
                <a:gd name="T25" fmla="*/ 20 h 24"/>
                <a:gd name="T26" fmla="*/ 38 w 42"/>
                <a:gd name="T27" fmla="*/ 18 h 24"/>
                <a:gd name="T28" fmla="*/ 38 w 42"/>
                <a:gd name="T29" fmla="*/ 18 h 24"/>
                <a:gd name="T30" fmla="*/ 38 w 42"/>
                <a:gd name="T31" fmla="*/ 16 h 24"/>
                <a:gd name="T32" fmla="*/ 38 w 42"/>
                <a:gd name="T33" fmla="*/ 14 h 24"/>
                <a:gd name="T34" fmla="*/ 38 w 42"/>
                <a:gd name="T35" fmla="*/ 12 h 24"/>
                <a:gd name="T36" fmla="*/ 36 w 42"/>
                <a:gd name="T37" fmla="*/ 12 h 24"/>
                <a:gd name="T38" fmla="*/ 40 w 42"/>
                <a:gd name="T39" fmla="*/ 4 h 24"/>
                <a:gd name="T40" fmla="*/ 40 w 42"/>
                <a:gd name="T41" fmla="*/ 4 h 24"/>
                <a:gd name="T42" fmla="*/ 42 w 42"/>
                <a:gd name="T43" fmla="*/ 2 h 24"/>
                <a:gd name="T44" fmla="*/ 42 w 42"/>
                <a:gd name="T45" fmla="*/ 2 h 24"/>
                <a:gd name="T46" fmla="*/ 40 w 42"/>
                <a:gd name="T47" fmla="*/ 0 h 24"/>
                <a:gd name="T48" fmla="*/ 38 w 42"/>
                <a:gd name="T49" fmla="*/ 0 h 24"/>
                <a:gd name="T50" fmla="*/ 36 w 42"/>
                <a:gd name="T51" fmla="*/ 0 h 24"/>
                <a:gd name="T52" fmla="*/ 34 w 42"/>
                <a:gd name="T53" fmla="*/ 2 h 24"/>
                <a:gd name="T54" fmla="*/ 32 w 42"/>
                <a:gd name="T55" fmla="*/ 2 h 24"/>
                <a:gd name="T56" fmla="*/ 28 w 42"/>
                <a:gd name="T57" fmla="*/ 4 h 24"/>
                <a:gd name="T58" fmla="*/ 26 w 42"/>
                <a:gd name="T59" fmla="*/ 4 h 24"/>
                <a:gd name="T60" fmla="*/ 22 w 42"/>
                <a:gd name="T61" fmla="*/ 4 h 24"/>
                <a:gd name="T62" fmla="*/ 18 w 42"/>
                <a:gd name="T63" fmla="*/ 4 h 24"/>
                <a:gd name="T64" fmla="*/ 12 w 42"/>
                <a:gd name="T65" fmla="*/ 4 h 24"/>
                <a:gd name="T66" fmla="*/ 8 w 42"/>
                <a:gd name="T67" fmla="*/ 4 h 24"/>
                <a:gd name="T68" fmla="*/ 6 w 42"/>
                <a:gd name="T69" fmla="*/ 4 h 2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42"/>
                <a:gd name="T106" fmla="*/ 0 h 24"/>
                <a:gd name="T107" fmla="*/ 42 w 42"/>
                <a:gd name="T108" fmla="*/ 24 h 24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42" h="24">
                  <a:moveTo>
                    <a:pt x="6" y="4"/>
                  </a:moveTo>
                  <a:lnTo>
                    <a:pt x="0" y="6"/>
                  </a:lnTo>
                  <a:lnTo>
                    <a:pt x="0" y="8"/>
                  </a:lnTo>
                  <a:lnTo>
                    <a:pt x="2" y="10"/>
                  </a:lnTo>
                  <a:lnTo>
                    <a:pt x="22" y="16"/>
                  </a:lnTo>
                  <a:lnTo>
                    <a:pt x="24" y="20"/>
                  </a:lnTo>
                  <a:lnTo>
                    <a:pt x="26" y="22"/>
                  </a:lnTo>
                  <a:lnTo>
                    <a:pt x="28" y="24"/>
                  </a:lnTo>
                  <a:lnTo>
                    <a:pt x="30" y="22"/>
                  </a:lnTo>
                  <a:lnTo>
                    <a:pt x="34" y="20"/>
                  </a:lnTo>
                  <a:lnTo>
                    <a:pt x="38" y="18"/>
                  </a:lnTo>
                  <a:lnTo>
                    <a:pt x="38" y="16"/>
                  </a:lnTo>
                  <a:lnTo>
                    <a:pt x="38" y="14"/>
                  </a:lnTo>
                  <a:lnTo>
                    <a:pt x="38" y="12"/>
                  </a:lnTo>
                  <a:lnTo>
                    <a:pt x="36" y="12"/>
                  </a:lnTo>
                  <a:lnTo>
                    <a:pt x="40" y="4"/>
                  </a:lnTo>
                  <a:lnTo>
                    <a:pt x="42" y="2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4" y="2"/>
                  </a:lnTo>
                  <a:lnTo>
                    <a:pt x="32" y="2"/>
                  </a:lnTo>
                  <a:lnTo>
                    <a:pt x="28" y="4"/>
                  </a:lnTo>
                  <a:lnTo>
                    <a:pt x="26" y="4"/>
                  </a:lnTo>
                  <a:lnTo>
                    <a:pt x="22" y="4"/>
                  </a:lnTo>
                  <a:lnTo>
                    <a:pt x="18" y="4"/>
                  </a:lnTo>
                  <a:lnTo>
                    <a:pt x="12" y="4"/>
                  </a:lnTo>
                  <a:lnTo>
                    <a:pt x="8" y="4"/>
                  </a:lnTo>
                  <a:lnTo>
                    <a:pt x="6" y="4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60" name="Freeform 222"/>
            <p:cNvSpPr>
              <a:spLocks/>
            </p:cNvSpPr>
            <p:nvPr/>
          </p:nvSpPr>
          <p:spPr bwMode="gray">
            <a:xfrm>
              <a:off x="963" y="2524"/>
              <a:ext cx="20" cy="42"/>
            </a:xfrm>
            <a:custGeom>
              <a:avLst/>
              <a:gdLst>
                <a:gd name="T0" fmla="*/ 14 w 20"/>
                <a:gd name="T1" fmla="*/ 0 h 42"/>
                <a:gd name="T2" fmla="*/ 14 w 20"/>
                <a:gd name="T3" fmla="*/ 2 h 42"/>
                <a:gd name="T4" fmla="*/ 12 w 20"/>
                <a:gd name="T5" fmla="*/ 2 h 42"/>
                <a:gd name="T6" fmla="*/ 10 w 20"/>
                <a:gd name="T7" fmla="*/ 4 h 42"/>
                <a:gd name="T8" fmla="*/ 8 w 20"/>
                <a:gd name="T9" fmla="*/ 6 h 42"/>
                <a:gd name="T10" fmla="*/ 4 w 20"/>
                <a:gd name="T11" fmla="*/ 6 h 42"/>
                <a:gd name="T12" fmla="*/ 2 w 20"/>
                <a:gd name="T13" fmla="*/ 6 h 42"/>
                <a:gd name="T14" fmla="*/ 2 w 20"/>
                <a:gd name="T15" fmla="*/ 4 h 42"/>
                <a:gd name="T16" fmla="*/ 0 w 20"/>
                <a:gd name="T17" fmla="*/ 4 h 42"/>
                <a:gd name="T18" fmla="*/ 0 w 20"/>
                <a:gd name="T19" fmla="*/ 4 h 42"/>
                <a:gd name="T20" fmla="*/ 2 w 20"/>
                <a:gd name="T21" fmla="*/ 8 h 42"/>
                <a:gd name="T22" fmla="*/ 2 w 20"/>
                <a:gd name="T23" fmla="*/ 12 h 42"/>
                <a:gd name="T24" fmla="*/ 2 w 20"/>
                <a:gd name="T25" fmla="*/ 16 h 42"/>
                <a:gd name="T26" fmla="*/ 0 w 20"/>
                <a:gd name="T27" fmla="*/ 20 h 42"/>
                <a:gd name="T28" fmla="*/ 0 w 20"/>
                <a:gd name="T29" fmla="*/ 38 h 42"/>
                <a:gd name="T30" fmla="*/ 0 w 20"/>
                <a:gd name="T31" fmla="*/ 38 h 42"/>
                <a:gd name="T32" fmla="*/ 4 w 20"/>
                <a:gd name="T33" fmla="*/ 40 h 42"/>
                <a:gd name="T34" fmla="*/ 8 w 20"/>
                <a:gd name="T35" fmla="*/ 40 h 42"/>
                <a:gd name="T36" fmla="*/ 12 w 20"/>
                <a:gd name="T37" fmla="*/ 42 h 42"/>
                <a:gd name="T38" fmla="*/ 12 w 20"/>
                <a:gd name="T39" fmla="*/ 38 h 42"/>
                <a:gd name="T40" fmla="*/ 12 w 20"/>
                <a:gd name="T41" fmla="*/ 36 h 42"/>
                <a:gd name="T42" fmla="*/ 14 w 20"/>
                <a:gd name="T43" fmla="*/ 36 h 42"/>
                <a:gd name="T44" fmla="*/ 16 w 20"/>
                <a:gd name="T45" fmla="*/ 34 h 42"/>
                <a:gd name="T46" fmla="*/ 18 w 20"/>
                <a:gd name="T47" fmla="*/ 34 h 42"/>
                <a:gd name="T48" fmla="*/ 18 w 20"/>
                <a:gd name="T49" fmla="*/ 20 h 42"/>
                <a:gd name="T50" fmla="*/ 18 w 20"/>
                <a:gd name="T51" fmla="*/ 18 h 42"/>
                <a:gd name="T52" fmla="*/ 20 w 20"/>
                <a:gd name="T53" fmla="*/ 16 h 42"/>
                <a:gd name="T54" fmla="*/ 20 w 20"/>
                <a:gd name="T55" fmla="*/ 16 h 42"/>
                <a:gd name="T56" fmla="*/ 20 w 20"/>
                <a:gd name="T57" fmla="*/ 14 h 42"/>
                <a:gd name="T58" fmla="*/ 20 w 20"/>
                <a:gd name="T59" fmla="*/ 10 h 42"/>
                <a:gd name="T60" fmla="*/ 20 w 20"/>
                <a:gd name="T61" fmla="*/ 6 h 42"/>
                <a:gd name="T62" fmla="*/ 18 w 20"/>
                <a:gd name="T63" fmla="*/ 4 h 42"/>
                <a:gd name="T64" fmla="*/ 14 w 20"/>
                <a:gd name="T65" fmla="*/ 0 h 4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0"/>
                <a:gd name="T100" fmla="*/ 0 h 42"/>
                <a:gd name="T101" fmla="*/ 20 w 20"/>
                <a:gd name="T102" fmla="*/ 42 h 42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0" h="42">
                  <a:moveTo>
                    <a:pt x="14" y="0"/>
                  </a:moveTo>
                  <a:lnTo>
                    <a:pt x="14" y="2"/>
                  </a:lnTo>
                  <a:lnTo>
                    <a:pt x="12" y="2"/>
                  </a:lnTo>
                  <a:lnTo>
                    <a:pt x="10" y="4"/>
                  </a:lnTo>
                  <a:lnTo>
                    <a:pt x="8" y="6"/>
                  </a:lnTo>
                  <a:lnTo>
                    <a:pt x="4" y="6"/>
                  </a:lnTo>
                  <a:lnTo>
                    <a:pt x="2" y="6"/>
                  </a:lnTo>
                  <a:lnTo>
                    <a:pt x="2" y="4"/>
                  </a:lnTo>
                  <a:lnTo>
                    <a:pt x="0" y="4"/>
                  </a:lnTo>
                  <a:lnTo>
                    <a:pt x="2" y="8"/>
                  </a:lnTo>
                  <a:lnTo>
                    <a:pt x="2" y="12"/>
                  </a:lnTo>
                  <a:lnTo>
                    <a:pt x="2" y="16"/>
                  </a:lnTo>
                  <a:lnTo>
                    <a:pt x="0" y="20"/>
                  </a:lnTo>
                  <a:lnTo>
                    <a:pt x="0" y="38"/>
                  </a:lnTo>
                  <a:lnTo>
                    <a:pt x="4" y="40"/>
                  </a:lnTo>
                  <a:lnTo>
                    <a:pt x="8" y="40"/>
                  </a:lnTo>
                  <a:lnTo>
                    <a:pt x="12" y="42"/>
                  </a:lnTo>
                  <a:lnTo>
                    <a:pt x="12" y="38"/>
                  </a:lnTo>
                  <a:lnTo>
                    <a:pt x="12" y="36"/>
                  </a:lnTo>
                  <a:lnTo>
                    <a:pt x="14" y="36"/>
                  </a:lnTo>
                  <a:lnTo>
                    <a:pt x="16" y="34"/>
                  </a:lnTo>
                  <a:lnTo>
                    <a:pt x="18" y="34"/>
                  </a:lnTo>
                  <a:lnTo>
                    <a:pt x="18" y="20"/>
                  </a:lnTo>
                  <a:lnTo>
                    <a:pt x="18" y="18"/>
                  </a:lnTo>
                  <a:lnTo>
                    <a:pt x="20" y="16"/>
                  </a:lnTo>
                  <a:lnTo>
                    <a:pt x="20" y="14"/>
                  </a:lnTo>
                  <a:lnTo>
                    <a:pt x="20" y="10"/>
                  </a:lnTo>
                  <a:lnTo>
                    <a:pt x="20" y="6"/>
                  </a:lnTo>
                  <a:lnTo>
                    <a:pt x="18" y="4"/>
                  </a:lnTo>
                  <a:lnTo>
                    <a:pt x="14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61" name="Freeform 223"/>
            <p:cNvSpPr>
              <a:spLocks/>
            </p:cNvSpPr>
            <p:nvPr/>
          </p:nvSpPr>
          <p:spPr bwMode="gray">
            <a:xfrm>
              <a:off x="967" y="2492"/>
              <a:ext cx="18" cy="28"/>
            </a:xfrm>
            <a:custGeom>
              <a:avLst/>
              <a:gdLst>
                <a:gd name="T0" fmla="*/ 8 w 18"/>
                <a:gd name="T1" fmla="*/ 4 h 28"/>
                <a:gd name="T2" fmla="*/ 6 w 18"/>
                <a:gd name="T3" fmla="*/ 4 h 28"/>
                <a:gd name="T4" fmla="*/ 6 w 18"/>
                <a:gd name="T5" fmla="*/ 4 h 28"/>
                <a:gd name="T6" fmla="*/ 4 w 18"/>
                <a:gd name="T7" fmla="*/ 4 h 28"/>
                <a:gd name="T8" fmla="*/ 2 w 18"/>
                <a:gd name="T9" fmla="*/ 6 h 28"/>
                <a:gd name="T10" fmla="*/ 0 w 18"/>
                <a:gd name="T11" fmla="*/ 8 h 28"/>
                <a:gd name="T12" fmla="*/ 2 w 18"/>
                <a:gd name="T13" fmla="*/ 10 h 28"/>
                <a:gd name="T14" fmla="*/ 2 w 18"/>
                <a:gd name="T15" fmla="*/ 12 h 28"/>
                <a:gd name="T16" fmla="*/ 2 w 18"/>
                <a:gd name="T17" fmla="*/ 16 h 28"/>
                <a:gd name="T18" fmla="*/ 4 w 18"/>
                <a:gd name="T19" fmla="*/ 20 h 28"/>
                <a:gd name="T20" fmla="*/ 6 w 18"/>
                <a:gd name="T21" fmla="*/ 22 h 28"/>
                <a:gd name="T22" fmla="*/ 12 w 18"/>
                <a:gd name="T23" fmla="*/ 28 h 28"/>
                <a:gd name="T24" fmla="*/ 12 w 18"/>
                <a:gd name="T25" fmla="*/ 28 h 28"/>
                <a:gd name="T26" fmla="*/ 14 w 18"/>
                <a:gd name="T27" fmla="*/ 24 h 28"/>
                <a:gd name="T28" fmla="*/ 14 w 18"/>
                <a:gd name="T29" fmla="*/ 22 h 28"/>
                <a:gd name="T30" fmla="*/ 16 w 18"/>
                <a:gd name="T31" fmla="*/ 18 h 28"/>
                <a:gd name="T32" fmla="*/ 18 w 18"/>
                <a:gd name="T33" fmla="*/ 18 h 28"/>
                <a:gd name="T34" fmla="*/ 18 w 18"/>
                <a:gd name="T35" fmla="*/ 16 h 28"/>
                <a:gd name="T36" fmla="*/ 18 w 18"/>
                <a:gd name="T37" fmla="*/ 14 h 28"/>
                <a:gd name="T38" fmla="*/ 16 w 18"/>
                <a:gd name="T39" fmla="*/ 10 h 28"/>
                <a:gd name="T40" fmla="*/ 16 w 18"/>
                <a:gd name="T41" fmla="*/ 6 h 28"/>
                <a:gd name="T42" fmla="*/ 14 w 18"/>
                <a:gd name="T43" fmla="*/ 4 h 28"/>
                <a:gd name="T44" fmla="*/ 10 w 18"/>
                <a:gd name="T45" fmla="*/ 0 h 28"/>
                <a:gd name="T46" fmla="*/ 8 w 18"/>
                <a:gd name="T47" fmla="*/ 4 h 2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8"/>
                <a:gd name="T73" fmla="*/ 0 h 28"/>
                <a:gd name="T74" fmla="*/ 18 w 18"/>
                <a:gd name="T75" fmla="*/ 28 h 28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8" h="28">
                  <a:moveTo>
                    <a:pt x="8" y="4"/>
                  </a:moveTo>
                  <a:lnTo>
                    <a:pt x="6" y="4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8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2" y="16"/>
                  </a:lnTo>
                  <a:lnTo>
                    <a:pt x="4" y="20"/>
                  </a:lnTo>
                  <a:lnTo>
                    <a:pt x="6" y="22"/>
                  </a:lnTo>
                  <a:lnTo>
                    <a:pt x="12" y="28"/>
                  </a:lnTo>
                  <a:lnTo>
                    <a:pt x="14" y="24"/>
                  </a:lnTo>
                  <a:lnTo>
                    <a:pt x="14" y="22"/>
                  </a:lnTo>
                  <a:lnTo>
                    <a:pt x="16" y="18"/>
                  </a:lnTo>
                  <a:lnTo>
                    <a:pt x="18" y="18"/>
                  </a:lnTo>
                  <a:lnTo>
                    <a:pt x="18" y="16"/>
                  </a:lnTo>
                  <a:lnTo>
                    <a:pt x="18" y="14"/>
                  </a:lnTo>
                  <a:lnTo>
                    <a:pt x="16" y="10"/>
                  </a:lnTo>
                  <a:lnTo>
                    <a:pt x="16" y="6"/>
                  </a:lnTo>
                  <a:lnTo>
                    <a:pt x="14" y="4"/>
                  </a:lnTo>
                  <a:lnTo>
                    <a:pt x="10" y="0"/>
                  </a:lnTo>
                  <a:lnTo>
                    <a:pt x="8" y="4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62" name="Freeform 224"/>
            <p:cNvSpPr>
              <a:spLocks/>
            </p:cNvSpPr>
            <p:nvPr/>
          </p:nvSpPr>
          <p:spPr bwMode="gray">
            <a:xfrm>
              <a:off x="977" y="2384"/>
              <a:ext cx="102" cy="60"/>
            </a:xfrm>
            <a:custGeom>
              <a:avLst/>
              <a:gdLst>
                <a:gd name="T0" fmla="*/ 34 w 102"/>
                <a:gd name="T1" fmla="*/ 58 h 60"/>
                <a:gd name="T2" fmla="*/ 32 w 102"/>
                <a:gd name="T3" fmla="*/ 56 h 60"/>
                <a:gd name="T4" fmla="*/ 28 w 102"/>
                <a:gd name="T5" fmla="*/ 56 h 60"/>
                <a:gd name="T6" fmla="*/ 20 w 102"/>
                <a:gd name="T7" fmla="*/ 56 h 60"/>
                <a:gd name="T8" fmla="*/ 16 w 102"/>
                <a:gd name="T9" fmla="*/ 56 h 60"/>
                <a:gd name="T10" fmla="*/ 12 w 102"/>
                <a:gd name="T11" fmla="*/ 58 h 60"/>
                <a:gd name="T12" fmla="*/ 10 w 102"/>
                <a:gd name="T13" fmla="*/ 60 h 60"/>
                <a:gd name="T14" fmla="*/ 10 w 102"/>
                <a:gd name="T15" fmla="*/ 56 h 60"/>
                <a:gd name="T16" fmla="*/ 8 w 102"/>
                <a:gd name="T17" fmla="*/ 56 h 60"/>
                <a:gd name="T18" fmla="*/ 8 w 102"/>
                <a:gd name="T19" fmla="*/ 52 h 60"/>
                <a:gd name="T20" fmla="*/ 8 w 102"/>
                <a:gd name="T21" fmla="*/ 38 h 60"/>
                <a:gd name="T22" fmla="*/ 28 w 102"/>
                <a:gd name="T23" fmla="*/ 34 h 60"/>
                <a:gd name="T24" fmla="*/ 28 w 102"/>
                <a:gd name="T25" fmla="*/ 26 h 60"/>
                <a:gd name="T26" fmla="*/ 38 w 102"/>
                <a:gd name="T27" fmla="*/ 12 h 60"/>
                <a:gd name="T28" fmla="*/ 50 w 102"/>
                <a:gd name="T29" fmla="*/ 4 h 60"/>
                <a:gd name="T30" fmla="*/ 52 w 102"/>
                <a:gd name="T31" fmla="*/ 0 h 60"/>
                <a:gd name="T32" fmla="*/ 54 w 102"/>
                <a:gd name="T33" fmla="*/ 0 h 60"/>
                <a:gd name="T34" fmla="*/ 58 w 102"/>
                <a:gd name="T35" fmla="*/ 4 h 60"/>
                <a:gd name="T36" fmla="*/ 60 w 102"/>
                <a:gd name="T37" fmla="*/ 4 h 60"/>
                <a:gd name="T38" fmla="*/ 68 w 102"/>
                <a:gd name="T39" fmla="*/ 4 h 60"/>
                <a:gd name="T40" fmla="*/ 72 w 102"/>
                <a:gd name="T41" fmla="*/ 0 h 60"/>
                <a:gd name="T42" fmla="*/ 80 w 102"/>
                <a:gd name="T43" fmla="*/ 2 h 60"/>
                <a:gd name="T44" fmla="*/ 80 w 102"/>
                <a:gd name="T45" fmla="*/ 4 h 60"/>
                <a:gd name="T46" fmla="*/ 86 w 102"/>
                <a:gd name="T47" fmla="*/ 8 h 60"/>
                <a:gd name="T48" fmla="*/ 92 w 102"/>
                <a:gd name="T49" fmla="*/ 8 h 60"/>
                <a:gd name="T50" fmla="*/ 96 w 102"/>
                <a:gd name="T51" fmla="*/ 8 h 60"/>
                <a:gd name="T52" fmla="*/ 102 w 102"/>
                <a:gd name="T53" fmla="*/ 18 h 60"/>
                <a:gd name="T54" fmla="*/ 98 w 102"/>
                <a:gd name="T55" fmla="*/ 20 h 60"/>
                <a:gd name="T56" fmla="*/ 96 w 102"/>
                <a:gd name="T57" fmla="*/ 28 h 60"/>
                <a:gd name="T58" fmla="*/ 96 w 102"/>
                <a:gd name="T59" fmla="*/ 34 h 60"/>
                <a:gd name="T60" fmla="*/ 92 w 102"/>
                <a:gd name="T61" fmla="*/ 38 h 60"/>
                <a:gd name="T62" fmla="*/ 92 w 102"/>
                <a:gd name="T63" fmla="*/ 44 h 60"/>
                <a:gd name="T64" fmla="*/ 44 w 102"/>
                <a:gd name="T65" fmla="*/ 56 h 60"/>
                <a:gd name="T66" fmla="*/ 36 w 102"/>
                <a:gd name="T67" fmla="*/ 60 h 6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02"/>
                <a:gd name="T103" fmla="*/ 0 h 60"/>
                <a:gd name="T104" fmla="*/ 102 w 102"/>
                <a:gd name="T105" fmla="*/ 60 h 60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02" h="60">
                  <a:moveTo>
                    <a:pt x="36" y="60"/>
                  </a:moveTo>
                  <a:lnTo>
                    <a:pt x="34" y="58"/>
                  </a:lnTo>
                  <a:lnTo>
                    <a:pt x="34" y="56"/>
                  </a:lnTo>
                  <a:lnTo>
                    <a:pt x="32" y="56"/>
                  </a:lnTo>
                  <a:lnTo>
                    <a:pt x="28" y="56"/>
                  </a:lnTo>
                  <a:lnTo>
                    <a:pt x="24" y="56"/>
                  </a:lnTo>
                  <a:lnTo>
                    <a:pt x="20" y="56"/>
                  </a:lnTo>
                  <a:lnTo>
                    <a:pt x="16" y="56"/>
                  </a:lnTo>
                  <a:lnTo>
                    <a:pt x="14" y="58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0" y="60"/>
                  </a:lnTo>
                  <a:lnTo>
                    <a:pt x="10" y="58"/>
                  </a:lnTo>
                  <a:lnTo>
                    <a:pt x="10" y="56"/>
                  </a:lnTo>
                  <a:lnTo>
                    <a:pt x="8" y="56"/>
                  </a:lnTo>
                  <a:lnTo>
                    <a:pt x="6" y="56"/>
                  </a:lnTo>
                  <a:lnTo>
                    <a:pt x="8" y="52"/>
                  </a:lnTo>
                  <a:lnTo>
                    <a:pt x="0" y="38"/>
                  </a:lnTo>
                  <a:lnTo>
                    <a:pt x="8" y="38"/>
                  </a:lnTo>
                  <a:lnTo>
                    <a:pt x="20" y="30"/>
                  </a:lnTo>
                  <a:lnTo>
                    <a:pt x="28" y="34"/>
                  </a:lnTo>
                  <a:lnTo>
                    <a:pt x="30" y="30"/>
                  </a:lnTo>
                  <a:lnTo>
                    <a:pt x="28" y="26"/>
                  </a:lnTo>
                  <a:lnTo>
                    <a:pt x="28" y="16"/>
                  </a:lnTo>
                  <a:lnTo>
                    <a:pt x="38" y="12"/>
                  </a:lnTo>
                  <a:lnTo>
                    <a:pt x="44" y="8"/>
                  </a:lnTo>
                  <a:lnTo>
                    <a:pt x="50" y="4"/>
                  </a:lnTo>
                  <a:lnTo>
                    <a:pt x="52" y="2"/>
                  </a:lnTo>
                  <a:lnTo>
                    <a:pt x="52" y="0"/>
                  </a:lnTo>
                  <a:lnTo>
                    <a:pt x="54" y="0"/>
                  </a:lnTo>
                  <a:lnTo>
                    <a:pt x="56" y="0"/>
                  </a:lnTo>
                  <a:lnTo>
                    <a:pt x="58" y="4"/>
                  </a:lnTo>
                  <a:lnTo>
                    <a:pt x="60" y="4"/>
                  </a:lnTo>
                  <a:lnTo>
                    <a:pt x="64" y="4"/>
                  </a:lnTo>
                  <a:lnTo>
                    <a:pt x="68" y="4"/>
                  </a:lnTo>
                  <a:lnTo>
                    <a:pt x="70" y="4"/>
                  </a:lnTo>
                  <a:lnTo>
                    <a:pt x="72" y="0"/>
                  </a:lnTo>
                  <a:lnTo>
                    <a:pt x="80" y="0"/>
                  </a:lnTo>
                  <a:lnTo>
                    <a:pt x="80" y="2"/>
                  </a:lnTo>
                  <a:lnTo>
                    <a:pt x="80" y="4"/>
                  </a:lnTo>
                  <a:lnTo>
                    <a:pt x="82" y="6"/>
                  </a:lnTo>
                  <a:lnTo>
                    <a:pt x="86" y="8"/>
                  </a:lnTo>
                  <a:lnTo>
                    <a:pt x="88" y="8"/>
                  </a:lnTo>
                  <a:lnTo>
                    <a:pt x="92" y="8"/>
                  </a:lnTo>
                  <a:lnTo>
                    <a:pt x="96" y="8"/>
                  </a:lnTo>
                  <a:lnTo>
                    <a:pt x="102" y="16"/>
                  </a:lnTo>
                  <a:lnTo>
                    <a:pt x="102" y="18"/>
                  </a:lnTo>
                  <a:lnTo>
                    <a:pt x="100" y="18"/>
                  </a:lnTo>
                  <a:lnTo>
                    <a:pt x="98" y="20"/>
                  </a:lnTo>
                  <a:lnTo>
                    <a:pt x="96" y="24"/>
                  </a:lnTo>
                  <a:lnTo>
                    <a:pt x="96" y="28"/>
                  </a:lnTo>
                  <a:lnTo>
                    <a:pt x="96" y="32"/>
                  </a:lnTo>
                  <a:lnTo>
                    <a:pt x="96" y="34"/>
                  </a:lnTo>
                  <a:lnTo>
                    <a:pt x="94" y="36"/>
                  </a:lnTo>
                  <a:lnTo>
                    <a:pt x="92" y="38"/>
                  </a:lnTo>
                  <a:lnTo>
                    <a:pt x="90" y="40"/>
                  </a:lnTo>
                  <a:lnTo>
                    <a:pt x="92" y="44"/>
                  </a:lnTo>
                  <a:lnTo>
                    <a:pt x="68" y="46"/>
                  </a:lnTo>
                  <a:lnTo>
                    <a:pt x="44" y="56"/>
                  </a:lnTo>
                  <a:lnTo>
                    <a:pt x="40" y="58"/>
                  </a:lnTo>
                  <a:lnTo>
                    <a:pt x="36" y="6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63" name="Freeform 225"/>
            <p:cNvSpPr>
              <a:spLocks/>
            </p:cNvSpPr>
            <p:nvPr/>
          </p:nvSpPr>
          <p:spPr bwMode="gray">
            <a:xfrm>
              <a:off x="933" y="2422"/>
              <a:ext cx="54" cy="42"/>
            </a:xfrm>
            <a:custGeom>
              <a:avLst/>
              <a:gdLst>
                <a:gd name="T0" fmla="*/ 30 w 54"/>
                <a:gd name="T1" fmla="*/ 6 h 42"/>
                <a:gd name="T2" fmla="*/ 20 w 54"/>
                <a:gd name="T3" fmla="*/ 8 h 42"/>
                <a:gd name="T4" fmla="*/ 8 w 54"/>
                <a:gd name="T5" fmla="*/ 16 h 42"/>
                <a:gd name="T6" fmla="*/ 0 w 54"/>
                <a:gd name="T7" fmla="*/ 30 h 42"/>
                <a:gd name="T8" fmla="*/ 2 w 54"/>
                <a:gd name="T9" fmla="*/ 30 h 42"/>
                <a:gd name="T10" fmla="*/ 2 w 54"/>
                <a:gd name="T11" fmla="*/ 28 h 42"/>
                <a:gd name="T12" fmla="*/ 4 w 54"/>
                <a:gd name="T13" fmla="*/ 28 h 42"/>
                <a:gd name="T14" fmla="*/ 6 w 54"/>
                <a:gd name="T15" fmla="*/ 28 h 42"/>
                <a:gd name="T16" fmla="*/ 6 w 54"/>
                <a:gd name="T17" fmla="*/ 28 h 42"/>
                <a:gd name="T18" fmla="*/ 8 w 54"/>
                <a:gd name="T19" fmla="*/ 30 h 42"/>
                <a:gd name="T20" fmla="*/ 8 w 54"/>
                <a:gd name="T21" fmla="*/ 34 h 42"/>
                <a:gd name="T22" fmla="*/ 6 w 54"/>
                <a:gd name="T23" fmla="*/ 40 h 42"/>
                <a:gd name="T24" fmla="*/ 8 w 54"/>
                <a:gd name="T25" fmla="*/ 40 h 42"/>
                <a:gd name="T26" fmla="*/ 12 w 54"/>
                <a:gd name="T27" fmla="*/ 40 h 42"/>
                <a:gd name="T28" fmla="*/ 16 w 54"/>
                <a:gd name="T29" fmla="*/ 40 h 42"/>
                <a:gd name="T30" fmla="*/ 20 w 54"/>
                <a:gd name="T31" fmla="*/ 42 h 42"/>
                <a:gd name="T32" fmla="*/ 22 w 54"/>
                <a:gd name="T33" fmla="*/ 42 h 42"/>
                <a:gd name="T34" fmla="*/ 34 w 54"/>
                <a:gd name="T35" fmla="*/ 34 h 42"/>
                <a:gd name="T36" fmla="*/ 30 w 54"/>
                <a:gd name="T37" fmla="*/ 30 h 42"/>
                <a:gd name="T38" fmla="*/ 36 w 54"/>
                <a:gd name="T39" fmla="*/ 28 h 42"/>
                <a:gd name="T40" fmla="*/ 36 w 54"/>
                <a:gd name="T41" fmla="*/ 28 h 42"/>
                <a:gd name="T42" fmla="*/ 36 w 54"/>
                <a:gd name="T43" fmla="*/ 30 h 42"/>
                <a:gd name="T44" fmla="*/ 36 w 54"/>
                <a:gd name="T45" fmla="*/ 32 h 42"/>
                <a:gd name="T46" fmla="*/ 36 w 54"/>
                <a:gd name="T47" fmla="*/ 32 h 42"/>
                <a:gd name="T48" fmla="*/ 38 w 54"/>
                <a:gd name="T49" fmla="*/ 34 h 42"/>
                <a:gd name="T50" fmla="*/ 40 w 54"/>
                <a:gd name="T51" fmla="*/ 32 h 42"/>
                <a:gd name="T52" fmla="*/ 42 w 54"/>
                <a:gd name="T53" fmla="*/ 32 h 42"/>
                <a:gd name="T54" fmla="*/ 44 w 54"/>
                <a:gd name="T55" fmla="*/ 32 h 42"/>
                <a:gd name="T56" fmla="*/ 46 w 54"/>
                <a:gd name="T57" fmla="*/ 30 h 42"/>
                <a:gd name="T58" fmla="*/ 48 w 54"/>
                <a:gd name="T59" fmla="*/ 28 h 42"/>
                <a:gd name="T60" fmla="*/ 52 w 54"/>
                <a:gd name="T61" fmla="*/ 24 h 42"/>
                <a:gd name="T62" fmla="*/ 50 w 54"/>
                <a:gd name="T63" fmla="*/ 26 h 42"/>
                <a:gd name="T64" fmla="*/ 50 w 54"/>
                <a:gd name="T65" fmla="*/ 26 h 42"/>
                <a:gd name="T66" fmla="*/ 50 w 54"/>
                <a:gd name="T67" fmla="*/ 28 h 42"/>
                <a:gd name="T68" fmla="*/ 52 w 54"/>
                <a:gd name="T69" fmla="*/ 30 h 42"/>
                <a:gd name="T70" fmla="*/ 52 w 54"/>
                <a:gd name="T71" fmla="*/ 30 h 42"/>
                <a:gd name="T72" fmla="*/ 54 w 54"/>
                <a:gd name="T73" fmla="*/ 30 h 42"/>
                <a:gd name="T74" fmla="*/ 54 w 54"/>
                <a:gd name="T75" fmla="*/ 26 h 42"/>
                <a:gd name="T76" fmla="*/ 54 w 54"/>
                <a:gd name="T77" fmla="*/ 26 h 42"/>
                <a:gd name="T78" fmla="*/ 54 w 54"/>
                <a:gd name="T79" fmla="*/ 24 h 42"/>
                <a:gd name="T80" fmla="*/ 52 w 54"/>
                <a:gd name="T81" fmla="*/ 24 h 42"/>
                <a:gd name="T82" fmla="*/ 54 w 54"/>
                <a:gd name="T83" fmla="*/ 22 h 42"/>
                <a:gd name="T84" fmla="*/ 54 w 54"/>
                <a:gd name="T85" fmla="*/ 22 h 42"/>
                <a:gd name="T86" fmla="*/ 54 w 54"/>
                <a:gd name="T87" fmla="*/ 20 h 42"/>
                <a:gd name="T88" fmla="*/ 54 w 54"/>
                <a:gd name="T89" fmla="*/ 20 h 42"/>
                <a:gd name="T90" fmla="*/ 54 w 54"/>
                <a:gd name="T91" fmla="*/ 18 h 42"/>
                <a:gd name="T92" fmla="*/ 52 w 54"/>
                <a:gd name="T93" fmla="*/ 18 h 42"/>
                <a:gd name="T94" fmla="*/ 50 w 54"/>
                <a:gd name="T95" fmla="*/ 18 h 42"/>
                <a:gd name="T96" fmla="*/ 50 w 54"/>
                <a:gd name="T97" fmla="*/ 18 h 42"/>
                <a:gd name="T98" fmla="*/ 50 w 54"/>
                <a:gd name="T99" fmla="*/ 18 h 42"/>
                <a:gd name="T100" fmla="*/ 50 w 54"/>
                <a:gd name="T101" fmla="*/ 18 h 42"/>
                <a:gd name="T102" fmla="*/ 52 w 54"/>
                <a:gd name="T103" fmla="*/ 14 h 42"/>
                <a:gd name="T104" fmla="*/ 44 w 54"/>
                <a:gd name="T105" fmla="*/ 0 h 42"/>
                <a:gd name="T106" fmla="*/ 38 w 54"/>
                <a:gd name="T107" fmla="*/ 4 h 42"/>
                <a:gd name="T108" fmla="*/ 30 w 54"/>
                <a:gd name="T109" fmla="*/ 6 h 4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54"/>
                <a:gd name="T166" fmla="*/ 0 h 42"/>
                <a:gd name="T167" fmla="*/ 54 w 54"/>
                <a:gd name="T168" fmla="*/ 42 h 42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54" h="42">
                  <a:moveTo>
                    <a:pt x="30" y="6"/>
                  </a:moveTo>
                  <a:lnTo>
                    <a:pt x="20" y="8"/>
                  </a:lnTo>
                  <a:lnTo>
                    <a:pt x="8" y="16"/>
                  </a:lnTo>
                  <a:lnTo>
                    <a:pt x="0" y="30"/>
                  </a:lnTo>
                  <a:lnTo>
                    <a:pt x="2" y="30"/>
                  </a:lnTo>
                  <a:lnTo>
                    <a:pt x="2" y="28"/>
                  </a:lnTo>
                  <a:lnTo>
                    <a:pt x="4" y="28"/>
                  </a:lnTo>
                  <a:lnTo>
                    <a:pt x="6" y="28"/>
                  </a:lnTo>
                  <a:lnTo>
                    <a:pt x="8" y="30"/>
                  </a:lnTo>
                  <a:lnTo>
                    <a:pt x="8" y="34"/>
                  </a:lnTo>
                  <a:lnTo>
                    <a:pt x="6" y="40"/>
                  </a:lnTo>
                  <a:lnTo>
                    <a:pt x="8" y="40"/>
                  </a:lnTo>
                  <a:lnTo>
                    <a:pt x="12" y="40"/>
                  </a:lnTo>
                  <a:lnTo>
                    <a:pt x="16" y="40"/>
                  </a:lnTo>
                  <a:lnTo>
                    <a:pt x="20" y="42"/>
                  </a:lnTo>
                  <a:lnTo>
                    <a:pt x="22" y="42"/>
                  </a:lnTo>
                  <a:lnTo>
                    <a:pt x="34" y="34"/>
                  </a:lnTo>
                  <a:lnTo>
                    <a:pt x="30" y="30"/>
                  </a:lnTo>
                  <a:lnTo>
                    <a:pt x="36" y="28"/>
                  </a:lnTo>
                  <a:lnTo>
                    <a:pt x="36" y="30"/>
                  </a:lnTo>
                  <a:lnTo>
                    <a:pt x="36" y="32"/>
                  </a:lnTo>
                  <a:lnTo>
                    <a:pt x="38" y="34"/>
                  </a:lnTo>
                  <a:lnTo>
                    <a:pt x="40" y="32"/>
                  </a:lnTo>
                  <a:lnTo>
                    <a:pt x="42" y="32"/>
                  </a:lnTo>
                  <a:lnTo>
                    <a:pt x="44" y="32"/>
                  </a:lnTo>
                  <a:lnTo>
                    <a:pt x="46" y="30"/>
                  </a:lnTo>
                  <a:lnTo>
                    <a:pt x="48" y="28"/>
                  </a:lnTo>
                  <a:lnTo>
                    <a:pt x="52" y="24"/>
                  </a:lnTo>
                  <a:lnTo>
                    <a:pt x="50" y="26"/>
                  </a:lnTo>
                  <a:lnTo>
                    <a:pt x="50" y="28"/>
                  </a:lnTo>
                  <a:lnTo>
                    <a:pt x="52" y="30"/>
                  </a:lnTo>
                  <a:lnTo>
                    <a:pt x="54" y="30"/>
                  </a:lnTo>
                  <a:lnTo>
                    <a:pt x="54" y="26"/>
                  </a:lnTo>
                  <a:lnTo>
                    <a:pt x="54" y="24"/>
                  </a:lnTo>
                  <a:lnTo>
                    <a:pt x="52" y="24"/>
                  </a:lnTo>
                  <a:lnTo>
                    <a:pt x="54" y="22"/>
                  </a:lnTo>
                  <a:lnTo>
                    <a:pt x="54" y="20"/>
                  </a:lnTo>
                  <a:lnTo>
                    <a:pt x="54" y="18"/>
                  </a:lnTo>
                  <a:lnTo>
                    <a:pt x="52" y="18"/>
                  </a:lnTo>
                  <a:lnTo>
                    <a:pt x="50" y="18"/>
                  </a:lnTo>
                  <a:lnTo>
                    <a:pt x="52" y="14"/>
                  </a:lnTo>
                  <a:lnTo>
                    <a:pt x="44" y="0"/>
                  </a:lnTo>
                  <a:lnTo>
                    <a:pt x="38" y="4"/>
                  </a:lnTo>
                  <a:lnTo>
                    <a:pt x="30" y="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64" name="Freeform 226"/>
            <p:cNvSpPr>
              <a:spLocks/>
            </p:cNvSpPr>
            <p:nvPr/>
          </p:nvSpPr>
          <p:spPr bwMode="gray">
            <a:xfrm>
              <a:off x="801" y="2340"/>
              <a:ext cx="158" cy="182"/>
            </a:xfrm>
            <a:custGeom>
              <a:avLst/>
              <a:gdLst>
                <a:gd name="T0" fmla="*/ 138 w 158"/>
                <a:gd name="T1" fmla="*/ 120 h 182"/>
                <a:gd name="T2" fmla="*/ 140 w 158"/>
                <a:gd name="T3" fmla="*/ 130 h 182"/>
                <a:gd name="T4" fmla="*/ 150 w 158"/>
                <a:gd name="T5" fmla="*/ 144 h 182"/>
                <a:gd name="T6" fmla="*/ 138 w 158"/>
                <a:gd name="T7" fmla="*/ 156 h 182"/>
                <a:gd name="T8" fmla="*/ 122 w 158"/>
                <a:gd name="T9" fmla="*/ 156 h 182"/>
                <a:gd name="T10" fmla="*/ 102 w 158"/>
                <a:gd name="T11" fmla="*/ 158 h 182"/>
                <a:gd name="T12" fmla="*/ 100 w 158"/>
                <a:gd name="T13" fmla="*/ 170 h 182"/>
                <a:gd name="T14" fmla="*/ 90 w 158"/>
                <a:gd name="T15" fmla="*/ 180 h 182"/>
                <a:gd name="T16" fmla="*/ 64 w 158"/>
                <a:gd name="T17" fmla="*/ 164 h 182"/>
                <a:gd name="T18" fmla="*/ 58 w 158"/>
                <a:gd name="T19" fmla="*/ 160 h 182"/>
                <a:gd name="T20" fmla="*/ 52 w 158"/>
                <a:gd name="T21" fmla="*/ 158 h 182"/>
                <a:gd name="T22" fmla="*/ 44 w 158"/>
                <a:gd name="T23" fmla="*/ 152 h 182"/>
                <a:gd name="T24" fmla="*/ 40 w 158"/>
                <a:gd name="T25" fmla="*/ 148 h 182"/>
                <a:gd name="T26" fmla="*/ 36 w 158"/>
                <a:gd name="T27" fmla="*/ 144 h 182"/>
                <a:gd name="T28" fmla="*/ 40 w 158"/>
                <a:gd name="T29" fmla="*/ 94 h 182"/>
                <a:gd name="T30" fmla="*/ 38 w 158"/>
                <a:gd name="T31" fmla="*/ 86 h 182"/>
                <a:gd name="T32" fmla="*/ 32 w 158"/>
                <a:gd name="T33" fmla="*/ 78 h 182"/>
                <a:gd name="T34" fmla="*/ 2 w 158"/>
                <a:gd name="T35" fmla="*/ 60 h 182"/>
                <a:gd name="T36" fmla="*/ 0 w 158"/>
                <a:gd name="T37" fmla="*/ 56 h 182"/>
                <a:gd name="T38" fmla="*/ 4 w 158"/>
                <a:gd name="T39" fmla="*/ 48 h 182"/>
                <a:gd name="T40" fmla="*/ 22 w 158"/>
                <a:gd name="T41" fmla="*/ 36 h 182"/>
                <a:gd name="T42" fmla="*/ 30 w 158"/>
                <a:gd name="T43" fmla="*/ 36 h 182"/>
                <a:gd name="T44" fmla="*/ 44 w 158"/>
                <a:gd name="T45" fmla="*/ 32 h 182"/>
                <a:gd name="T46" fmla="*/ 54 w 158"/>
                <a:gd name="T47" fmla="*/ 28 h 182"/>
                <a:gd name="T48" fmla="*/ 70 w 158"/>
                <a:gd name="T49" fmla="*/ 16 h 182"/>
                <a:gd name="T50" fmla="*/ 80 w 158"/>
                <a:gd name="T51" fmla="*/ 12 h 182"/>
                <a:gd name="T52" fmla="*/ 92 w 158"/>
                <a:gd name="T53" fmla="*/ 4 h 182"/>
                <a:gd name="T54" fmla="*/ 98 w 158"/>
                <a:gd name="T55" fmla="*/ 4 h 182"/>
                <a:gd name="T56" fmla="*/ 106 w 158"/>
                <a:gd name="T57" fmla="*/ 14 h 182"/>
                <a:gd name="T58" fmla="*/ 110 w 158"/>
                <a:gd name="T59" fmla="*/ 18 h 182"/>
                <a:gd name="T60" fmla="*/ 110 w 158"/>
                <a:gd name="T61" fmla="*/ 26 h 182"/>
                <a:gd name="T62" fmla="*/ 118 w 158"/>
                <a:gd name="T63" fmla="*/ 32 h 182"/>
                <a:gd name="T64" fmla="*/ 122 w 158"/>
                <a:gd name="T65" fmla="*/ 40 h 182"/>
                <a:gd name="T66" fmla="*/ 126 w 158"/>
                <a:gd name="T67" fmla="*/ 46 h 182"/>
                <a:gd name="T68" fmla="*/ 134 w 158"/>
                <a:gd name="T69" fmla="*/ 52 h 182"/>
                <a:gd name="T70" fmla="*/ 142 w 158"/>
                <a:gd name="T71" fmla="*/ 56 h 182"/>
                <a:gd name="T72" fmla="*/ 156 w 158"/>
                <a:gd name="T73" fmla="*/ 62 h 182"/>
                <a:gd name="T74" fmla="*/ 158 w 158"/>
                <a:gd name="T75" fmla="*/ 64 h 182"/>
                <a:gd name="T76" fmla="*/ 154 w 158"/>
                <a:gd name="T77" fmla="*/ 78 h 182"/>
                <a:gd name="T78" fmla="*/ 140 w 158"/>
                <a:gd name="T79" fmla="*/ 100 h 182"/>
                <a:gd name="T80" fmla="*/ 134 w 158"/>
                <a:gd name="T81" fmla="*/ 112 h 182"/>
                <a:gd name="T82" fmla="*/ 138 w 158"/>
                <a:gd name="T83" fmla="*/ 110 h 18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58"/>
                <a:gd name="T127" fmla="*/ 0 h 182"/>
                <a:gd name="T128" fmla="*/ 158 w 158"/>
                <a:gd name="T129" fmla="*/ 182 h 18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58" h="182">
                  <a:moveTo>
                    <a:pt x="140" y="116"/>
                  </a:moveTo>
                  <a:lnTo>
                    <a:pt x="138" y="118"/>
                  </a:lnTo>
                  <a:lnTo>
                    <a:pt x="138" y="120"/>
                  </a:lnTo>
                  <a:lnTo>
                    <a:pt x="138" y="124"/>
                  </a:lnTo>
                  <a:lnTo>
                    <a:pt x="138" y="130"/>
                  </a:lnTo>
                  <a:lnTo>
                    <a:pt x="140" y="130"/>
                  </a:lnTo>
                  <a:lnTo>
                    <a:pt x="140" y="134"/>
                  </a:lnTo>
                  <a:lnTo>
                    <a:pt x="142" y="136"/>
                  </a:lnTo>
                  <a:lnTo>
                    <a:pt x="150" y="144"/>
                  </a:lnTo>
                  <a:lnTo>
                    <a:pt x="150" y="150"/>
                  </a:lnTo>
                  <a:lnTo>
                    <a:pt x="140" y="156"/>
                  </a:lnTo>
                  <a:lnTo>
                    <a:pt x="138" y="156"/>
                  </a:lnTo>
                  <a:lnTo>
                    <a:pt x="134" y="156"/>
                  </a:lnTo>
                  <a:lnTo>
                    <a:pt x="128" y="156"/>
                  </a:lnTo>
                  <a:lnTo>
                    <a:pt x="122" y="156"/>
                  </a:lnTo>
                  <a:lnTo>
                    <a:pt x="114" y="154"/>
                  </a:lnTo>
                  <a:lnTo>
                    <a:pt x="110" y="154"/>
                  </a:lnTo>
                  <a:lnTo>
                    <a:pt x="102" y="158"/>
                  </a:lnTo>
                  <a:lnTo>
                    <a:pt x="100" y="166"/>
                  </a:lnTo>
                  <a:lnTo>
                    <a:pt x="100" y="168"/>
                  </a:lnTo>
                  <a:lnTo>
                    <a:pt x="100" y="170"/>
                  </a:lnTo>
                  <a:lnTo>
                    <a:pt x="102" y="174"/>
                  </a:lnTo>
                  <a:lnTo>
                    <a:pt x="96" y="182"/>
                  </a:lnTo>
                  <a:lnTo>
                    <a:pt x="90" y="180"/>
                  </a:lnTo>
                  <a:lnTo>
                    <a:pt x="72" y="174"/>
                  </a:lnTo>
                  <a:lnTo>
                    <a:pt x="64" y="164"/>
                  </a:lnTo>
                  <a:lnTo>
                    <a:pt x="64" y="166"/>
                  </a:lnTo>
                  <a:lnTo>
                    <a:pt x="60" y="162"/>
                  </a:lnTo>
                  <a:lnTo>
                    <a:pt x="58" y="160"/>
                  </a:lnTo>
                  <a:lnTo>
                    <a:pt x="54" y="158"/>
                  </a:lnTo>
                  <a:lnTo>
                    <a:pt x="52" y="158"/>
                  </a:lnTo>
                  <a:lnTo>
                    <a:pt x="50" y="156"/>
                  </a:lnTo>
                  <a:lnTo>
                    <a:pt x="46" y="154"/>
                  </a:lnTo>
                  <a:lnTo>
                    <a:pt x="44" y="152"/>
                  </a:lnTo>
                  <a:lnTo>
                    <a:pt x="42" y="150"/>
                  </a:lnTo>
                  <a:lnTo>
                    <a:pt x="40" y="150"/>
                  </a:lnTo>
                  <a:lnTo>
                    <a:pt x="40" y="148"/>
                  </a:lnTo>
                  <a:lnTo>
                    <a:pt x="40" y="146"/>
                  </a:lnTo>
                  <a:lnTo>
                    <a:pt x="38" y="144"/>
                  </a:lnTo>
                  <a:lnTo>
                    <a:pt x="36" y="144"/>
                  </a:lnTo>
                  <a:lnTo>
                    <a:pt x="40" y="140"/>
                  </a:lnTo>
                  <a:lnTo>
                    <a:pt x="40" y="94"/>
                  </a:lnTo>
                  <a:lnTo>
                    <a:pt x="40" y="92"/>
                  </a:lnTo>
                  <a:lnTo>
                    <a:pt x="38" y="90"/>
                  </a:lnTo>
                  <a:lnTo>
                    <a:pt x="38" y="86"/>
                  </a:lnTo>
                  <a:lnTo>
                    <a:pt x="36" y="82"/>
                  </a:lnTo>
                  <a:lnTo>
                    <a:pt x="34" y="80"/>
                  </a:lnTo>
                  <a:lnTo>
                    <a:pt x="32" y="78"/>
                  </a:lnTo>
                  <a:lnTo>
                    <a:pt x="22" y="72"/>
                  </a:lnTo>
                  <a:lnTo>
                    <a:pt x="22" y="68"/>
                  </a:lnTo>
                  <a:lnTo>
                    <a:pt x="2" y="60"/>
                  </a:lnTo>
                  <a:lnTo>
                    <a:pt x="2" y="58"/>
                  </a:lnTo>
                  <a:lnTo>
                    <a:pt x="0" y="56"/>
                  </a:lnTo>
                  <a:lnTo>
                    <a:pt x="0" y="54"/>
                  </a:lnTo>
                  <a:lnTo>
                    <a:pt x="2" y="50"/>
                  </a:lnTo>
                  <a:lnTo>
                    <a:pt x="4" y="48"/>
                  </a:lnTo>
                  <a:lnTo>
                    <a:pt x="14" y="50"/>
                  </a:lnTo>
                  <a:lnTo>
                    <a:pt x="14" y="38"/>
                  </a:lnTo>
                  <a:lnTo>
                    <a:pt x="22" y="36"/>
                  </a:lnTo>
                  <a:lnTo>
                    <a:pt x="26" y="36"/>
                  </a:lnTo>
                  <a:lnTo>
                    <a:pt x="30" y="36"/>
                  </a:lnTo>
                  <a:lnTo>
                    <a:pt x="36" y="34"/>
                  </a:lnTo>
                  <a:lnTo>
                    <a:pt x="44" y="32"/>
                  </a:lnTo>
                  <a:lnTo>
                    <a:pt x="46" y="30"/>
                  </a:lnTo>
                  <a:lnTo>
                    <a:pt x="50" y="28"/>
                  </a:lnTo>
                  <a:lnTo>
                    <a:pt x="54" y="28"/>
                  </a:lnTo>
                  <a:lnTo>
                    <a:pt x="58" y="26"/>
                  </a:lnTo>
                  <a:lnTo>
                    <a:pt x="64" y="28"/>
                  </a:lnTo>
                  <a:lnTo>
                    <a:pt x="70" y="16"/>
                  </a:lnTo>
                  <a:lnTo>
                    <a:pt x="78" y="14"/>
                  </a:lnTo>
                  <a:lnTo>
                    <a:pt x="78" y="12"/>
                  </a:lnTo>
                  <a:lnTo>
                    <a:pt x="80" y="12"/>
                  </a:lnTo>
                  <a:lnTo>
                    <a:pt x="84" y="8"/>
                  </a:lnTo>
                  <a:lnTo>
                    <a:pt x="88" y="6"/>
                  </a:lnTo>
                  <a:lnTo>
                    <a:pt x="92" y="4"/>
                  </a:lnTo>
                  <a:lnTo>
                    <a:pt x="94" y="0"/>
                  </a:lnTo>
                  <a:lnTo>
                    <a:pt x="96" y="2"/>
                  </a:lnTo>
                  <a:lnTo>
                    <a:pt x="98" y="4"/>
                  </a:lnTo>
                  <a:lnTo>
                    <a:pt x="100" y="8"/>
                  </a:lnTo>
                  <a:lnTo>
                    <a:pt x="104" y="10"/>
                  </a:lnTo>
                  <a:lnTo>
                    <a:pt x="106" y="14"/>
                  </a:lnTo>
                  <a:lnTo>
                    <a:pt x="108" y="16"/>
                  </a:lnTo>
                  <a:lnTo>
                    <a:pt x="110" y="16"/>
                  </a:lnTo>
                  <a:lnTo>
                    <a:pt x="110" y="18"/>
                  </a:lnTo>
                  <a:lnTo>
                    <a:pt x="108" y="20"/>
                  </a:lnTo>
                  <a:lnTo>
                    <a:pt x="108" y="24"/>
                  </a:lnTo>
                  <a:lnTo>
                    <a:pt x="110" y="26"/>
                  </a:lnTo>
                  <a:lnTo>
                    <a:pt x="110" y="30"/>
                  </a:lnTo>
                  <a:lnTo>
                    <a:pt x="114" y="32"/>
                  </a:lnTo>
                  <a:lnTo>
                    <a:pt x="118" y="32"/>
                  </a:lnTo>
                  <a:lnTo>
                    <a:pt x="120" y="34"/>
                  </a:lnTo>
                  <a:lnTo>
                    <a:pt x="122" y="38"/>
                  </a:lnTo>
                  <a:lnTo>
                    <a:pt x="122" y="40"/>
                  </a:lnTo>
                  <a:lnTo>
                    <a:pt x="124" y="44"/>
                  </a:lnTo>
                  <a:lnTo>
                    <a:pt x="126" y="46"/>
                  </a:lnTo>
                  <a:lnTo>
                    <a:pt x="128" y="50"/>
                  </a:lnTo>
                  <a:lnTo>
                    <a:pt x="132" y="52"/>
                  </a:lnTo>
                  <a:lnTo>
                    <a:pt x="134" y="52"/>
                  </a:lnTo>
                  <a:lnTo>
                    <a:pt x="136" y="54"/>
                  </a:lnTo>
                  <a:lnTo>
                    <a:pt x="138" y="54"/>
                  </a:lnTo>
                  <a:lnTo>
                    <a:pt x="142" y="56"/>
                  </a:lnTo>
                  <a:lnTo>
                    <a:pt x="146" y="58"/>
                  </a:lnTo>
                  <a:lnTo>
                    <a:pt x="152" y="60"/>
                  </a:lnTo>
                  <a:lnTo>
                    <a:pt x="156" y="62"/>
                  </a:lnTo>
                  <a:lnTo>
                    <a:pt x="158" y="62"/>
                  </a:lnTo>
                  <a:lnTo>
                    <a:pt x="158" y="64"/>
                  </a:lnTo>
                  <a:lnTo>
                    <a:pt x="156" y="68"/>
                  </a:lnTo>
                  <a:lnTo>
                    <a:pt x="156" y="72"/>
                  </a:lnTo>
                  <a:lnTo>
                    <a:pt x="154" y="78"/>
                  </a:lnTo>
                  <a:lnTo>
                    <a:pt x="152" y="90"/>
                  </a:lnTo>
                  <a:lnTo>
                    <a:pt x="140" y="100"/>
                  </a:lnTo>
                  <a:lnTo>
                    <a:pt x="132" y="112"/>
                  </a:lnTo>
                  <a:lnTo>
                    <a:pt x="134" y="112"/>
                  </a:lnTo>
                  <a:lnTo>
                    <a:pt x="136" y="110"/>
                  </a:lnTo>
                  <a:lnTo>
                    <a:pt x="138" y="110"/>
                  </a:lnTo>
                  <a:lnTo>
                    <a:pt x="140" y="112"/>
                  </a:lnTo>
                  <a:lnTo>
                    <a:pt x="140" y="11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65" name="Freeform 227"/>
            <p:cNvSpPr>
              <a:spLocks/>
            </p:cNvSpPr>
            <p:nvPr/>
          </p:nvSpPr>
          <p:spPr bwMode="gray">
            <a:xfrm>
              <a:off x="737" y="2506"/>
              <a:ext cx="40" cy="90"/>
            </a:xfrm>
            <a:custGeom>
              <a:avLst/>
              <a:gdLst>
                <a:gd name="T0" fmla="*/ 6 w 40"/>
                <a:gd name="T1" fmla="*/ 0 h 90"/>
                <a:gd name="T2" fmla="*/ 6 w 40"/>
                <a:gd name="T3" fmla="*/ 32 h 90"/>
                <a:gd name="T4" fmla="*/ 4 w 40"/>
                <a:gd name="T5" fmla="*/ 40 h 90"/>
                <a:gd name="T6" fmla="*/ 4 w 40"/>
                <a:gd name="T7" fmla="*/ 46 h 90"/>
                <a:gd name="T8" fmla="*/ 2 w 40"/>
                <a:gd name="T9" fmla="*/ 52 h 90"/>
                <a:gd name="T10" fmla="*/ 0 w 40"/>
                <a:gd name="T11" fmla="*/ 54 h 90"/>
                <a:gd name="T12" fmla="*/ 0 w 40"/>
                <a:gd name="T13" fmla="*/ 56 h 90"/>
                <a:gd name="T14" fmla="*/ 0 w 40"/>
                <a:gd name="T15" fmla="*/ 60 h 90"/>
                <a:gd name="T16" fmla="*/ 0 w 40"/>
                <a:gd name="T17" fmla="*/ 64 h 90"/>
                <a:gd name="T18" fmla="*/ 2 w 40"/>
                <a:gd name="T19" fmla="*/ 66 h 90"/>
                <a:gd name="T20" fmla="*/ 4 w 40"/>
                <a:gd name="T21" fmla="*/ 68 h 90"/>
                <a:gd name="T22" fmla="*/ 4 w 40"/>
                <a:gd name="T23" fmla="*/ 68 h 90"/>
                <a:gd name="T24" fmla="*/ 4 w 40"/>
                <a:gd name="T25" fmla="*/ 84 h 90"/>
                <a:gd name="T26" fmla="*/ 10 w 40"/>
                <a:gd name="T27" fmla="*/ 88 h 90"/>
                <a:gd name="T28" fmla="*/ 12 w 40"/>
                <a:gd name="T29" fmla="*/ 88 h 90"/>
                <a:gd name="T30" fmla="*/ 14 w 40"/>
                <a:gd name="T31" fmla="*/ 86 h 90"/>
                <a:gd name="T32" fmla="*/ 14 w 40"/>
                <a:gd name="T33" fmla="*/ 86 h 90"/>
                <a:gd name="T34" fmla="*/ 16 w 40"/>
                <a:gd name="T35" fmla="*/ 86 h 90"/>
                <a:gd name="T36" fmla="*/ 16 w 40"/>
                <a:gd name="T37" fmla="*/ 88 h 90"/>
                <a:gd name="T38" fmla="*/ 18 w 40"/>
                <a:gd name="T39" fmla="*/ 90 h 90"/>
                <a:gd name="T40" fmla="*/ 18 w 40"/>
                <a:gd name="T41" fmla="*/ 88 h 90"/>
                <a:gd name="T42" fmla="*/ 18 w 40"/>
                <a:gd name="T43" fmla="*/ 86 h 90"/>
                <a:gd name="T44" fmla="*/ 20 w 40"/>
                <a:gd name="T45" fmla="*/ 82 h 90"/>
                <a:gd name="T46" fmla="*/ 22 w 40"/>
                <a:gd name="T47" fmla="*/ 78 h 90"/>
                <a:gd name="T48" fmla="*/ 24 w 40"/>
                <a:gd name="T49" fmla="*/ 74 h 90"/>
                <a:gd name="T50" fmla="*/ 28 w 40"/>
                <a:gd name="T51" fmla="*/ 74 h 90"/>
                <a:gd name="T52" fmla="*/ 32 w 40"/>
                <a:gd name="T53" fmla="*/ 70 h 90"/>
                <a:gd name="T54" fmla="*/ 26 w 40"/>
                <a:gd name="T55" fmla="*/ 64 h 90"/>
                <a:gd name="T56" fmla="*/ 30 w 40"/>
                <a:gd name="T57" fmla="*/ 60 h 90"/>
                <a:gd name="T58" fmla="*/ 32 w 40"/>
                <a:gd name="T59" fmla="*/ 52 h 90"/>
                <a:gd name="T60" fmla="*/ 32 w 40"/>
                <a:gd name="T61" fmla="*/ 42 h 90"/>
                <a:gd name="T62" fmla="*/ 28 w 40"/>
                <a:gd name="T63" fmla="*/ 32 h 90"/>
                <a:gd name="T64" fmla="*/ 32 w 40"/>
                <a:gd name="T65" fmla="*/ 22 h 90"/>
                <a:gd name="T66" fmla="*/ 34 w 40"/>
                <a:gd name="T67" fmla="*/ 14 h 90"/>
                <a:gd name="T68" fmla="*/ 34 w 40"/>
                <a:gd name="T69" fmla="*/ 14 h 90"/>
                <a:gd name="T70" fmla="*/ 36 w 40"/>
                <a:gd name="T71" fmla="*/ 12 h 90"/>
                <a:gd name="T72" fmla="*/ 38 w 40"/>
                <a:gd name="T73" fmla="*/ 10 h 90"/>
                <a:gd name="T74" fmla="*/ 40 w 40"/>
                <a:gd name="T75" fmla="*/ 8 h 90"/>
                <a:gd name="T76" fmla="*/ 40 w 40"/>
                <a:gd name="T77" fmla="*/ 6 h 90"/>
                <a:gd name="T78" fmla="*/ 40 w 40"/>
                <a:gd name="T79" fmla="*/ 4 h 90"/>
                <a:gd name="T80" fmla="*/ 34 w 40"/>
                <a:gd name="T81" fmla="*/ 2 h 90"/>
                <a:gd name="T82" fmla="*/ 30 w 40"/>
                <a:gd name="T83" fmla="*/ 0 h 90"/>
                <a:gd name="T84" fmla="*/ 28 w 40"/>
                <a:gd name="T85" fmla="*/ 0 h 90"/>
                <a:gd name="T86" fmla="*/ 12 w 40"/>
                <a:gd name="T87" fmla="*/ 2 h 90"/>
                <a:gd name="T88" fmla="*/ 6 w 40"/>
                <a:gd name="T89" fmla="*/ 0 h 9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40"/>
                <a:gd name="T136" fmla="*/ 0 h 90"/>
                <a:gd name="T137" fmla="*/ 40 w 40"/>
                <a:gd name="T138" fmla="*/ 90 h 90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40" h="90">
                  <a:moveTo>
                    <a:pt x="6" y="0"/>
                  </a:moveTo>
                  <a:lnTo>
                    <a:pt x="6" y="32"/>
                  </a:lnTo>
                  <a:lnTo>
                    <a:pt x="4" y="40"/>
                  </a:lnTo>
                  <a:lnTo>
                    <a:pt x="4" y="46"/>
                  </a:lnTo>
                  <a:lnTo>
                    <a:pt x="2" y="52"/>
                  </a:lnTo>
                  <a:lnTo>
                    <a:pt x="0" y="54"/>
                  </a:lnTo>
                  <a:lnTo>
                    <a:pt x="0" y="56"/>
                  </a:lnTo>
                  <a:lnTo>
                    <a:pt x="0" y="60"/>
                  </a:lnTo>
                  <a:lnTo>
                    <a:pt x="0" y="64"/>
                  </a:lnTo>
                  <a:lnTo>
                    <a:pt x="2" y="66"/>
                  </a:lnTo>
                  <a:lnTo>
                    <a:pt x="4" y="68"/>
                  </a:lnTo>
                  <a:lnTo>
                    <a:pt x="4" y="84"/>
                  </a:lnTo>
                  <a:lnTo>
                    <a:pt x="10" y="88"/>
                  </a:lnTo>
                  <a:lnTo>
                    <a:pt x="12" y="88"/>
                  </a:lnTo>
                  <a:lnTo>
                    <a:pt x="14" y="86"/>
                  </a:lnTo>
                  <a:lnTo>
                    <a:pt x="16" y="86"/>
                  </a:lnTo>
                  <a:lnTo>
                    <a:pt x="16" y="88"/>
                  </a:lnTo>
                  <a:lnTo>
                    <a:pt x="18" y="90"/>
                  </a:lnTo>
                  <a:lnTo>
                    <a:pt x="18" y="88"/>
                  </a:lnTo>
                  <a:lnTo>
                    <a:pt x="18" y="86"/>
                  </a:lnTo>
                  <a:lnTo>
                    <a:pt x="20" y="82"/>
                  </a:lnTo>
                  <a:lnTo>
                    <a:pt x="22" y="78"/>
                  </a:lnTo>
                  <a:lnTo>
                    <a:pt x="24" y="74"/>
                  </a:lnTo>
                  <a:lnTo>
                    <a:pt x="28" y="74"/>
                  </a:lnTo>
                  <a:lnTo>
                    <a:pt x="32" y="70"/>
                  </a:lnTo>
                  <a:lnTo>
                    <a:pt x="26" y="64"/>
                  </a:lnTo>
                  <a:lnTo>
                    <a:pt x="30" y="60"/>
                  </a:lnTo>
                  <a:lnTo>
                    <a:pt x="32" y="52"/>
                  </a:lnTo>
                  <a:lnTo>
                    <a:pt x="32" y="42"/>
                  </a:lnTo>
                  <a:lnTo>
                    <a:pt x="28" y="32"/>
                  </a:lnTo>
                  <a:lnTo>
                    <a:pt x="32" y="22"/>
                  </a:lnTo>
                  <a:lnTo>
                    <a:pt x="34" y="14"/>
                  </a:lnTo>
                  <a:lnTo>
                    <a:pt x="36" y="12"/>
                  </a:lnTo>
                  <a:lnTo>
                    <a:pt x="38" y="10"/>
                  </a:lnTo>
                  <a:lnTo>
                    <a:pt x="40" y="8"/>
                  </a:lnTo>
                  <a:lnTo>
                    <a:pt x="40" y="6"/>
                  </a:lnTo>
                  <a:lnTo>
                    <a:pt x="40" y="4"/>
                  </a:lnTo>
                  <a:lnTo>
                    <a:pt x="34" y="2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12" y="2"/>
                  </a:lnTo>
                  <a:lnTo>
                    <a:pt x="6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66" name="Freeform 228"/>
            <p:cNvSpPr>
              <a:spLocks/>
            </p:cNvSpPr>
            <p:nvPr/>
          </p:nvSpPr>
          <p:spPr bwMode="gray">
            <a:xfrm>
              <a:off x="927" y="2252"/>
              <a:ext cx="104" cy="178"/>
            </a:xfrm>
            <a:custGeom>
              <a:avLst/>
              <a:gdLst>
                <a:gd name="T0" fmla="*/ 28 w 104"/>
                <a:gd name="T1" fmla="*/ 148 h 178"/>
                <a:gd name="T2" fmla="*/ 16 w 104"/>
                <a:gd name="T3" fmla="*/ 144 h 178"/>
                <a:gd name="T4" fmla="*/ 6 w 104"/>
                <a:gd name="T5" fmla="*/ 116 h 178"/>
                <a:gd name="T6" fmla="*/ 6 w 104"/>
                <a:gd name="T7" fmla="*/ 112 h 178"/>
                <a:gd name="T8" fmla="*/ 2 w 104"/>
                <a:gd name="T9" fmla="*/ 106 h 178"/>
                <a:gd name="T10" fmla="*/ 10 w 104"/>
                <a:gd name="T11" fmla="*/ 88 h 178"/>
                <a:gd name="T12" fmla="*/ 6 w 104"/>
                <a:gd name="T13" fmla="*/ 86 h 178"/>
                <a:gd name="T14" fmla="*/ 12 w 104"/>
                <a:gd name="T15" fmla="*/ 76 h 178"/>
                <a:gd name="T16" fmla="*/ 18 w 104"/>
                <a:gd name="T17" fmla="*/ 74 h 178"/>
                <a:gd name="T18" fmla="*/ 18 w 104"/>
                <a:gd name="T19" fmla="*/ 66 h 178"/>
                <a:gd name="T20" fmla="*/ 16 w 104"/>
                <a:gd name="T21" fmla="*/ 60 h 178"/>
                <a:gd name="T22" fmla="*/ 18 w 104"/>
                <a:gd name="T23" fmla="*/ 58 h 178"/>
                <a:gd name="T24" fmla="*/ 20 w 104"/>
                <a:gd name="T25" fmla="*/ 54 h 178"/>
                <a:gd name="T26" fmla="*/ 20 w 104"/>
                <a:gd name="T27" fmla="*/ 44 h 178"/>
                <a:gd name="T28" fmla="*/ 30 w 104"/>
                <a:gd name="T29" fmla="*/ 32 h 178"/>
                <a:gd name="T30" fmla="*/ 44 w 104"/>
                <a:gd name="T31" fmla="*/ 26 h 178"/>
                <a:gd name="T32" fmla="*/ 62 w 104"/>
                <a:gd name="T33" fmla="*/ 6 h 178"/>
                <a:gd name="T34" fmla="*/ 76 w 104"/>
                <a:gd name="T35" fmla="*/ 20 h 178"/>
                <a:gd name="T36" fmla="*/ 72 w 104"/>
                <a:gd name="T37" fmla="*/ 24 h 178"/>
                <a:gd name="T38" fmla="*/ 72 w 104"/>
                <a:gd name="T39" fmla="*/ 30 h 178"/>
                <a:gd name="T40" fmla="*/ 72 w 104"/>
                <a:gd name="T41" fmla="*/ 40 h 178"/>
                <a:gd name="T42" fmla="*/ 78 w 104"/>
                <a:gd name="T43" fmla="*/ 40 h 178"/>
                <a:gd name="T44" fmla="*/ 82 w 104"/>
                <a:gd name="T45" fmla="*/ 42 h 178"/>
                <a:gd name="T46" fmla="*/ 74 w 104"/>
                <a:gd name="T47" fmla="*/ 42 h 178"/>
                <a:gd name="T48" fmla="*/ 78 w 104"/>
                <a:gd name="T49" fmla="*/ 50 h 178"/>
                <a:gd name="T50" fmla="*/ 76 w 104"/>
                <a:gd name="T51" fmla="*/ 56 h 178"/>
                <a:gd name="T52" fmla="*/ 72 w 104"/>
                <a:gd name="T53" fmla="*/ 60 h 178"/>
                <a:gd name="T54" fmla="*/ 72 w 104"/>
                <a:gd name="T55" fmla="*/ 66 h 178"/>
                <a:gd name="T56" fmla="*/ 72 w 104"/>
                <a:gd name="T57" fmla="*/ 70 h 178"/>
                <a:gd name="T58" fmla="*/ 66 w 104"/>
                <a:gd name="T59" fmla="*/ 78 h 178"/>
                <a:gd name="T60" fmla="*/ 64 w 104"/>
                <a:gd name="T61" fmla="*/ 88 h 178"/>
                <a:gd name="T62" fmla="*/ 64 w 104"/>
                <a:gd name="T63" fmla="*/ 94 h 178"/>
                <a:gd name="T64" fmla="*/ 80 w 104"/>
                <a:gd name="T65" fmla="*/ 94 h 178"/>
                <a:gd name="T66" fmla="*/ 96 w 104"/>
                <a:gd name="T67" fmla="*/ 110 h 178"/>
                <a:gd name="T68" fmla="*/ 102 w 104"/>
                <a:gd name="T69" fmla="*/ 132 h 178"/>
                <a:gd name="T70" fmla="*/ 96 w 104"/>
                <a:gd name="T71" fmla="*/ 138 h 178"/>
                <a:gd name="T72" fmla="*/ 78 w 104"/>
                <a:gd name="T73" fmla="*/ 158 h 178"/>
                <a:gd name="T74" fmla="*/ 80 w 104"/>
                <a:gd name="T75" fmla="*/ 160 h 178"/>
                <a:gd name="T76" fmla="*/ 78 w 104"/>
                <a:gd name="T77" fmla="*/ 164 h 178"/>
                <a:gd name="T78" fmla="*/ 58 w 104"/>
                <a:gd name="T79" fmla="*/ 170 h 178"/>
                <a:gd name="T80" fmla="*/ 26 w 104"/>
                <a:gd name="T81" fmla="*/ 178 h 178"/>
                <a:gd name="T82" fmla="*/ 28 w 104"/>
                <a:gd name="T83" fmla="*/ 168 h 178"/>
                <a:gd name="T84" fmla="*/ 32 w 104"/>
                <a:gd name="T85" fmla="*/ 150 h 17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04"/>
                <a:gd name="T130" fmla="*/ 0 h 178"/>
                <a:gd name="T131" fmla="*/ 104 w 104"/>
                <a:gd name="T132" fmla="*/ 178 h 17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04" h="178">
                  <a:moveTo>
                    <a:pt x="32" y="150"/>
                  </a:moveTo>
                  <a:lnTo>
                    <a:pt x="30" y="150"/>
                  </a:lnTo>
                  <a:lnTo>
                    <a:pt x="28" y="148"/>
                  </a:lnTo>
                  <a:lnTo>
                    <a:pt x="24" y="148"/>
                  </a:lnTo>
                  <a:lnTo>
                    <a:pt x="20" y="146"/>
                  </a:lnTo>
                  <a:lnTo>
                    <a:pt x="16" y="144"/>
                  </a:lnTo>
                  <a:lnTo>
                    <a:pt x="12" y="144"/>
                  </a:lnTo>
                  <a:lnTo>
                    <a:pt x="12" y="142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6" y="112"/>
                  </a:lnTo>
                  <a:lnTo>
                    <a:pt x="4" y="108"/>
                  </a:lnTo>
                  <a:lnTo>
                    <a:pt x="2" y="106"/>
                  </a:lnTo>
                  <a:lnTo>
                    <a:pt x="0" y="102"/>
                  </a:lnTo>
                  <a:lnTo>
                    <a:pt x="0" y="98"/>
                  </a:lnTo>
                  <a:lnTo>
                    <a:pt x="10" y="88"/>
                  </a:lnTo>
                  <a:lnTo>
                    <a:pt x="8" y="88"/>
                  </a:lnTo>
                  <a:lnTo>
                    <a:pt x="8" y="86"/>
                  </a:lnTo>
                  <a:lnTo>
                    <a:pt x="6" y="86"/>
                  </a:lnTo>
                  <a:lnTo>
                    <a:pt x="6" y="84"/>
                  </a:lnTo>
                  <a:lnTo>
                    <a:pt x="12" y="76"/>
                  </a:lnTo>
                  <a:lnTo>
                    <a:pt x="16" y="76"/>
                  </a:lnTo>
                  <a:lnTo>
                    <a:pt x="18" y="76"/>
                  </a:lnTo>
                  <a:lnTo>
                    <a:pt x="18" y="74"/>
                  </a:lnTo>
                  <a:lnTo>
                    <a:pt x="18" y="70"/>
                  </a:lnTo>
                  <a:lnTo>
                    <a:pt x="18" y="66"/>
                  </a:lnTo>
                  <a:lnTo>
                    <a:pt x="18" y="62"/>
                  </a:lnTo>
                  <a:lnTo>
                    <a:pt x="16" y="62"/>
                  </a:lnTo>
                  <a:lnTo>
                    <a:pt x="16" y="60"/>
                  </a:lnTo>
                  <a:lnTo>
                    <a:pt x="16" y="58"/>
                  </a:lnTo>
                  <a:lnTo>
                    <a:pt x="18" y="58"/>
                  </a:lnTo>
                  <a:lnTo>
                    <a:pt x="18" y="56"/>
                  </a:lnTo>
                  <a:lnTo>
                    <a:pt x="20" y="56"/>
                  </a:lnTo>
                  <a:lnTo>
                    <a:pt x="20" y="54"/>
                  </a:lnTo>
                  <a:lnTo>
                    <a:pt x="22" y="52"/>
                  </a:lnTo>
                  <a:lnTo>
                    <a:pt x="22" y="48"/>
                  </a:lnTo>
                  <a:lnTo>
                    <a:pt x="20" y="44"/>
                  </a:lnTo>
                  <a:lnTo>
                    <a:pt x="18" y="38"/>
                  </a:lnTo>
                  <a:lnTo>
                    <a:pt x="24" y="34"/>
                  </a:lnTo>
                  <a:lnTo>
                    <a:pt x="30" y="32"/>
                  </a:lnTo>
                  <a:lnTo>
                    <a:pt x="36" y="28"/>
                  </a:lnTo>
                  <a:lnTo>
                    <a:pt x="40" y="32"/>
                  </a:lnTo>
                  <a:lnTo>
                    <a:pt x="44" y="26"/>
                  </a:lnTo>
                  <a:lnTo>
                    <a:pt x="44" y="4"/>
                  </a:lnTo>
                  <a:lnTo>
                    <a:pt x="64" y="0"/>
                  </a:lnTo>
                  <a:lnTo>
                    <a:pt x="62" y="6"/>
                  </a:lnTo>
                  <a:lnTo>
                    <a:pt x="66" y="12"/>
                  </a:lnTo>
                  <a:lnTo>
                    <a:pt x="74" y="14"/>
                  </a:lnTo>
                  <a:lnTo>
                    <a:pt x="76" y="20"/>
                  </a:lnTo>
                  <a:lnTo>
                    <a:pt x="74" y="22"/>
                  </a:lnTo>
                  <a:lnTo>
                    <a:pt x="72" y="24"/>
                  </a:lnTo>
                  <a:lnTo>
                    <a:pt x="72" y="26"/>
                  </a:lnTo>
                  <a:lnTo>
                    <a:pt x="72" y="28"/>
                  </a:lnTo>
                  <a:lnTo>
                    <a:pt x="72" y="30"/>
                  </a:lnTo>
                  <a:lnTo>
                    <a:pt x="72" y="32"/>
                  </a:lnTo>
                  <a:lnTo>
                    <a:pt x="72" y="36"/>
                  </a:lnTo>
                  <a:lnTo>
                    <a:pt x="72" y="40"/>
                  </a:lnTo>
                  <a:lnTo>
                    <a:pt x="74" y="40"/>
                  </a:lnTo>
                  <a:lnTo>
                    <a:pt x="76" y="40"/>
                  </a:lnTo>
                  <a:lnTo>
                    <a:pt x="78" y="40"/>
                  </a:lnTo>
                  <a:lnTo>
                    <a:pt x="82" y="42"/>
                  </a:lnTo>
                  <a:lnTo>
                    <a:pt x="84" y="42"/>
                  </a:lnTo>
                  <a:lnTo>
                    <a:pt x="82" y="42"/>
                  </a:lnTo>
                  <a:lnTo>
                    <a:pt x="80" y="42"/>
                  </a:lnTo>
                  <a:lnTo>
                    <a:pt x="78" y="42"/>
                  </a:lnTo>
                  <a:lnTo>
                    <a:pt x="74" y="42"/>
                  </a:lnTo>
                  <a:lnTo>
                    <a:pt x="74" y="44"/>
                  </a:lnTo>
                  <a:lnTo>
                    <a:pt x="78" y="50"/>
                  </a:lnTo>
                  <a:lnTo>
                    <a:pt x="78" y="52"/>
                  </a:lnTo>
                  <a:lnTo>
                    <a:pt x="78" y="54"/>
                  </a:lnTo>
                  <a:lnTo>
                    <a:pt x="76" y="56"/>
                  </a:lnTo>
                  <a:lnTo>
                    <a:pt x="74" y="58"/>
                  </a:lnTo>
                  <a:lnTo>
                    <a:pt x="72" y="58"/>
                  </a:lnTo>
                  <a:lnTo>
                    <a:pt x="72" y="60"/>
                  </a:lnTo>
                  <a:lnTo>
                    <a:pt x="72" y="62"/>
                  </a:lnTo>
                  <a:lnTo>
                    <a:pt x="72" y="66"/>
                  </a:lnTo>
                  <a:lnTo>
                    <a:pt x="76" y="68"/>
                  </a:lnTo>
                  <a:lnTo>
                    <a:pt x="74" y="68"/>
                  </a:lnTo>
                  <a:lnTo>
                    <a:pt x="72" y="70"/>
                  </a:lnTo>
                  <a:lnTo>
                    <a:pt x="70" y="72"/>
                  </a:lnTo>
                  <a:lnTo>
                    <a:pt x="66" y="76"/>
                  </a:lnTo>
                  <a:lnTo>
                    <a:pt x="66" y="78"/>
                  </a:lnTo>
                  <a:lnTo>
                    <a:pt x="66" y="86"/>
                  </a:lnTo>
                  <a:lnTo>
                    <a:pt x="64" y="88"/>
                  </a:lnTo>
                  <a:lnTo>
                    <a:pt x="64" y="90"/>
                  </a:lnTo>
                  <a:lnTo>
                    <a:pt x="62" y="92"/>
                  </a:lnTo>
                  <a:lnTo>
                    <a:pt x="64" y="94"/>
                  </a:lnTo>
                  <a:lnTo>
                    <a:pt x="66" y="96"/>
                  </a:lnTo>
                  <a:lnTo>
                    <a:pt x="74" y="94"/>
                  </a:lnTo>
                  <a:lnTo>
                    <a:pt x="80" y="94"/>
                  </a:lnTo>
                  <a:lnTo>
                    <a:pt x="88" y="98"/>
                  </a:lnTo>
                  <a:lnTo>
                    <a:pt x="88" y="108"/>
                  </a:lnTo>
                  <a:lnTo>
                    <a:pt x="96" y="110"/>
                  </a:lnTo>
                  <a:lnTo>
                    <a:pt x="100" y="116"/>
                  </a:lnTo>
                  <a:lnTo>
                    <a:pt x="104" y="132"/>
                  </a:lnTo>
                  <a:lnTo>
                    <a:pt x="102" y="132"/>
                  </a:lnTo>
                  <a:lnTo>
                    <a:pt x="102" y="134"/>
                  </a:lnTo>
                  <a:lnTo>
                    <a:pt x="100" y="138"/>
                  </a:lnTo>
                  <a:lnTo>
                    <a:pt x="96" y="138"/>
                  </a:lnTo>
                  <a:lnTo>
                    <a:pt x="88" y="144"/>
                  </a:lnTo>
                  <a:lnTo>
                    <a:pt x="78" y="148"/>
                  </a:lnTo>
                  <a:lnTo>
                    <a:pt x="78" y="158"/>
                  </a:lnTo>
                  <a:lnTo>
                    <a:pt x="80" y="158"/>
                  </a:lnTo>
                  <a:lnTo>
                    <a:pt x="80" y="160"/>
                  </a:lnTo>
                  <a:lnTo>
                    <a:pt x="80" y="162"/>
                  </a:lnTo>
                  <a:lnTo>
                    <a:pt x="80" y="164"/>
                  </a:lnTo>
                  <a:lnTo>
                    <a:pt x="78" y="164"/>
                  </a:lnTo>
                  <a:lnTo>
                    <a:pt x="76" y="164"/>
                  </a:lnTo>
                  <a:lnTo>
                    <a:pt x="70" y="162"/>
                  </a:lnTo>
                  <a:lnTo>
                    <a:pt x="58" y="170"/>
                  </a:lnTo>
                  <a:lnTo>
                    <a:pt x="48" y="172"/>
                  </a:lnTo>
                  <a:lnTo>
                    <a:pt x="36" y="176"/>
                  </a:lnTo>
                  <a:lnTo>
                    <a:pt x="26" y="178"/>
                  </a:lnTo>
                  <a:lnTo>
                    <a:pt x="26" y="176"/>
                  </a:lnTo>
                  <a:lnTo>
                    <a:pt x="26" y="174"/>
                  </a:lnTo>
                  <a:lnTo>
                    <a:pt x="28" y="168"/>
                  </a:lnTo>
                  <a:lnTo>
                    <a:pt x="30" y="162"/>
                  </a:lnTo>
                  <a:lnTo>
                    <a:pt x="30" y="156"/>
                  </a:lnTo>
                  <a:lnTo>
                    <a:pt x="32" y="15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67" name="Freeform 229"/>
            <p:cNvSpPr>
              <a:spLocks/>
            </p:cNvSpPr>
            <p:nvPr/>
          </p:nvSpPr>
          <p:spPr bwMode="gray">
            <a:xfrm>
              <a:off x="903" y="2288"/>
              <a:ext cx="46" cy="62"/>
            </a:xfrm>
            <a:custGeom>
              <a:avLst/>
              <a:gdLst>
                <a:gd name="T0" fmla="*/ 24 w 46"/>
                <a:gd name="T1" fmla="*/ 62 h 62"/>
                <a:gd name="T2" fmla="*/ 22 w 46"/>
                <a:gd name="T3" fmla="*/ 60 h 62"/>
                <a:gd name="T4" fmla="*/ 20 w 46"/>
                <a:gd name="T5" fmla="*/ 60 h 62"/>
                <a:gd name="T6" fmla="*/ 16 w 46"/>
                <a:gd name="T7" fmla="*/ 58 h 62"/>
                <a:gd name="T8" fmla="*/ 14 w 46"/>
                <a:gd name="T9" fmla="*/ 56 h 62"/>
                <a:gd name="T10" fmla="*/ 14 w 46"/>
                <a:gd name="T11" fmla="*/ 54 h 62"/>
                <a:gd name="T12" fmla="*/ 0 w 46"/>
                <a:gd name="T13" fmla="*/ 46 h 62"/>
                <a:gd name="T14" fmla="*/ 6 w 46"/>
                <a:gd name="T15" fmla="*/ 40 h 62"/>
                <a:gd name="T16" fmla="*/ 6 w 46"/>
                <a:gd name="T17" fmla="*/ 38 h 62"/>
                <a:gd name="T18" fmla="*/ 8 w 46"/>
                <a:gd name="T19" fmla="*/ 36 h 62"/>
                <a:gd name="T20" fmla="*/ 8 w 46"/>
                <a:gd name="T21" fmla="*/ 34 h 62"/>
                <a:gd name="T22" fmla="*/ 10 w 46"/>
                <a:gd name="T23" fmla="*/ 30 h 62"/>
                <a:gd name="T24" fmla="*/ 12 w 46"/>
                <a:gd name="T25" fmla="*/ 28 h 62"/>
                <a:gd name="T26" fmla="*/ 12 w 46"/>
                <a:gd name="T27" fmla="*/ 24 h 62"/>
                <a:gd name="T28" fmla="*/ 12 w 46"/>
                <a:gd name="T29" fmla="*/ 22 h 62"/>
                <a:gd name="T30" fmla="*/ 14 w 46"/>
                <a:gd name="T31" fmla="*/ 20 h 62"/>
                <a:gd name="T32" fmla="*/ 16 w 46"/>
                <a:gd name="T33" fmla="*/ 16 h 62"/>
                <a:gd name="T34" fmla="*/ 20 w 46"/>
                <a:gd name="T35" fmla="*/ 10 h 62"/>
                <a:gd name="T36" fmla="*/ 22 w 46"/>
                <a:gd name="T37" fmla="*/ 6 h 62"/>
                <a:gd name="T38" fmla="*/ 28 w 46"/>
                <a:gd name="T39" fmla="*/ 2 h 62"/>
                <a:gd name="T40" fmla="*/ 32 w 46"/>
                <a:gd name="T41" fmla="*/ 0 h 62"/>
                <a:gd name="T42" fmla="*/ 34 w 46"/>
                <a:gd name="T43" fmla="*/ 0 h 62"/>
                <a:gd name="T44" fmla="*/ 36 w 46"/>
                <a:gd name="T45" fmla="*/ 0 h 62"/>
                <a:gd name="T46" fmla="*/ 40 w 46"/>
                <a:gd name="T47" fmla="*/ 0 h 62"/>
                <a:gd name="T48" fmla="*/ 42 w 46"/>
                <a:gd name="T49" fmla="*/ 2 h 62"/>
                <a:gd name="T50" fmla="*/ 42 w 46"/>
                <a:gd name="T51" fmla="*/ 2 h 62"/>
                <a:gd name="T52" fmla="*/ 44 w 46"/>
                <a:gd name="T53" fmla="*/ 6 h 62"/>
                <a:gd name="T54" fmla="*/ 44 w 46"/>
                <a:gd name="T55" fmla="*/ 8 h 62"/>
                <a:gd name="T56" fmla="*/ 46 w 46"/>
                <a:gd name="T57" fmla="*/ 12 h 62"/>
                <a:gd name="T58" fmla="*/ 44 w 46"/>
                <a:gd name="T59" fmla="*/ 18 h 62"/>
                <a:gd name="T60" fmla="*/ 42 w 46"/>
                <a:gd name="T61" fmla="*/ 22 h 62"/>
                <a:gd name="T62" fmla="*/ 42 w 46"/>
                <a:gd name="T63" fmla="*/ 22 h 62"/>
                <a:gd name="T64" fmla="*/ 40 w 46"/>
                <a:gd name="T65" fmla="*/ 22 h 62"/>
                <a:gd name="T66" fmla="*/ 40 w 46"/>
                <a:gd name="T67" fmla="*/ 24 h 62"/>
                <a:gd name="T68" fmla="*/ 40 w 46"/>
                <a:gd name="T69" fmla="*/ 24 h 62"/>
                <a:gd name="T70" fmla="*/ 42 w 46"/>
                <a:gd name="T71" fmla="*/ 26 h 62"/>
                <a:gd name="T72" fmla="*/ 42 w 46"/>
                <a:gd name="T73" fmla="*/ 28 h 62"/>
                <a:gd name="T74" fmla="*/ 42 w 46"/>
                <a:gd name="T75" fmla="*/ 30 h 62"/>
                <a:gd name="T76" fmla="*/ 42 w 46"/>
                <a:gd name="T77" fmla="*/ 34 h 62"/>
                <a:gd name="T78" fmla="*/ 42 w 46"/>
                <a:gd name="T79" fmla="*/ 38 h 62"/>
                <a:gd name="T80" fmla="*/ 42 w 46"/>
                <a:gd name="T81" fmla="*/ 40 h 62"/>
                <a:gd name="T82" fmla="*/ 36 w 46"/>
                <a:gd name="T83" fmla="*/ 40 h 62"/>
                <a:gd name="T84" fmla="*/ 32 w 46"/>
                <a:gd name="T85" fmla="*/ 46 h 62"/>
                <a:gd name="T86" fmla="*/ 32 w 46"/>
                <a:gd name="T87" fmla="*/ 46 h 62"/>
                <a:gd name="T88" fmla="*/ 30 w 46"/>
                <a:gd name="T89" fmla="*/ 48 h 62"/>
                <a:gd name="T90" fmla="*/ 30 w 46"/>
                <a:gd name="T91" fmla="*/ 50 h 62"/>
                <a:gd name="T92" fmla="*/ 34 w 46"/>
                <a:gd name="T93" fmla="*/ 52 h 62"/>
                <a:gd name="T94" fmla="*/ 24 w 46"/>
                <a:gd name="T95" fmla="*/ 62 h 6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46"/>
                <a:gd name="T145" fmla="*/ 0 h 62"/>
                <a:gd name="T146" fmla="*/ 46 w 46"/>
                <a:gd name="T147" fmla="*/ 62 h 6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46" h="62">
                  <a:moveTo>
                    <a:pt x="24" y="62"/>
                  </a:moveTo>
                  <a:lnTo>
                    <a:pt x="22" y="60"/>
                  </a:lnTo>
                  <a:lnTo>
                    <a:pt x="20" y="60"/>
                  </a:lnTo>
                  <a:lnTo>
                    <a:pt x="16" y="58"/>
                  </a:lnTo>
                  <a:lnTo>
                    <a:pt x="14" y="56"/>
                  </a:lnTo>
                  <a:lnTo>
                    <a:pt x="14" y="54"/>
                  </a:lnTo>
                  <a:lnTo>
                    <a:pt x="0" y="46"/>
                  </a:lnTo>
                  <a:lnTo>
                    <a:pt x="6" y="40"/>
                  </a:lnTo>
                  <a:lnTo>
                    <a:pt x="6" y="38"/>
                  </a:lnTo>
                  <a:lnTo>
                    <a:pt x="8" y="36"/>
                  </a:lnTo>
                  <a:lnTo>
                    <a:pt x="8" y="34"/>
                  </a:lnTo>
                  <a:lnTo>
                    <a:pt x="10" y="30"/>
                  </a:lnTo>
                  <a:lnTo>
                    <a:pt x="12" y="28"/>
                  </a:lnTo>
                  <a:lnTo>
                    <a:pt x="12" y="24"/>
                  </a:lnTo>
                  <a:lnTo>
                    <a:pt x="12" y="22"/>
                  </a:lnTo>
                  <a:lnTo>
                    <a:pt x="14" y="20"/>
                  </a:lnTo>
                  <a:lnTo>
                    <a:pt x="16" y="16"/>
                  </a:lnTo>
                  <a:lnTo>
                    <a:pt x="20" y="10"/>
                  </a:lnTo>
                  <a:lnTo>
                    <a:pt x="22" y="6"/>
                  </a:lnTo>
                  <a:lnTo>
                    <a:pt x="28" y="2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6" y="0"/>
                  </a:lnTo>
                  <a:lnTo>
                    <a:pt x="40" y="0"/>
                  </a:lnTo>
                  <a:lnTo>
                    <a:pt x="42" y="2"/>
                  </a:lnTo>
                  <a:lnTo>
                    <a:pt x="44" y="6"/>
                  </a:lnTo>
                  <a:lnTo>
                    <a:pt x="44" y="8"/>
                  </a:lnTo>
                  <a:lnTo>
                    <a:pt x="46" y="12"/>
                  </a:lnTo>
                  <a:lnTo>
                    <a:pt x="44" y="18"/>
                  </a:lnTo>
                  <a:lnTo>
                    <a:pt x="42" y="22"/>
                  </a:lnTo>
                  <a:lnTo>
                    <a:pt x="40" y="22"/>
                  </a:lnTo>
                  <a:lnTo>
                    <a:pt x="40" y="24"/>
                  </a:lnTo>
                  <a:lnTo>
                    <a:pt x="42" y="26"/>
                  </a:lnTo>
                  <a:lnTo>
                    <a:pt x="42" y="28"/>
                  </a:lnTo>
                  <a:lnTo>
                    <a:pt x="42" y="30"/>
                  </a:lnTo>
                  <a:lnTo>
                    <a:pt x="42" y="34"/>
                  </a:lnTo>
                  <a:lnTo>
                    <a:pt x="42" y="38"/>
                  </a:lnTo>
                  <a:lnTo>
                    <a:pt x="42" y="40"/>
                  </a:lnTo>
                  <a:lnTo>
                    <a:pt x="36" y="40"/>
                  </a:lnTo>
                  <a:lnTo>
                    <a:pt x="32" y="46"/>
                  </a:lnTo>
                  <a:lnTo>
                    <a:pt x="30" y="48"/>
                  </a:lnTo>
                  <a:lnTo>
                    <a:pt x="30" y="50"/>
                  </a:lnTo>
                  <a:lnTo>
                    <a:pt x="34" y="52"/>
                  </a:lnTo>
                  <a:lnTo>
                    <a:pt x="24" y="6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68" name="Freeform 230"/>
            <p:cNvSpPr>
              <a:spLocks/>
            </p:cNvSpPr>
            <p:nvPr/>
          </p:nvSpPr>
          <p:spPr bwMode="gray">
            <a:xfrm>
              <a:off x="895" y="2334"/>
              <a:ext cx="40" cy="46"/>
            </a:xfrm>
            <a:custGeom>
              <a:avLst/>
              <a:gdLst>
                <a:gd name="T0" fmla="*/ 8 w 40"/>
                <a:gd name="T1" fmla="*/ 0 h 46"/>
                <a:gd name="T2" fmla="*/ 22 w 40"/>
                <a:gd name="T3" fmla="*/ 8 h 46"/>
                <a:gd name="T4" fmla="*/ 22 w 40"/>
                <a:gd name="T5" fmla="*/ 10 h 46"/>
                <a:gd name="T6" fmla="*/ 24 w 40"/>
                <a:gd name="T7" fmla="*/ 12 h 46"/>
                <a:gd name="T8" fmla="*/ 28 w 40"/>
                <a:gd name="T9" fmla="*/ 14 h 46"/>
                <a:gd name="T10" fmla="*/ 30 w 40"/>
                <a:gd name="T11" fmla="*/ 14 h 46"/>
                <a:gd name="T12" fmla="*/ 32 w 40"/>
                <a:gd name="T13" fmla="*/ 16 h 46"/>
                <a:gd name="T14" fmla="*/ 32 w 40"/>
                <a:gd name="T15" fmla="*/ 18 h 46"/>
                <a:gd name="T16" fmla="*/ 32 w 40"/>
                <a:gd name="T17" fmla="*/ 22 h 46"/>
                <a:gd name="T18" fmla="*/ 34 w 40"/>
                <a:gd name="T19" fmla="*/ 24 h 46"/>
                <a:gd name="T20" fmla="*/ 36 w 40"/>
                <a:gd name="T21" fmla="*/ 28 h 46"/>
                <a:gd name="T22" fmla="*/ 38 w 40"/>
                <a:gd name="T23" fmla="*/ 30 h 46"/>
                <a:gd name="T24" fmla="*/ 38 w 40"/>
                <a:gd name="T25" fmla="*/ 30 h 46"/>
                <a:gd name="T26" fmla="*/ 40 w 40"/>
                <a:gd name="T27" fmla="*/ 32 h 46"/>
                <a:gd name="T28" fmla="*/ 38 w 40"/>
                <a:gd name="T29" fmla="*/ 34 h 46"/>
                <a:gd name="T30" fmla="*/ 38 w 40"/>
                <a:gd name="T31" fmla="*/ 34 h 46"/>
                <a:gd name="T32" fmla="*/ 36 w 40"/>
                <a:gd name="T33" fmla="*/ 36 h 46"/>
                <a:gd name="T34" fmla="*/ 36 w 40"/>
                <a:gd name="T35" fmla="*/ 36 h 46"/>
                <a:gd name="T36" fmla="*/ 32 w 40"/>
                <a:gd name="T37" fmla="*/ 38 h 46"/>
                <a:gd name="T38" fmla="*/ 30 w 40"/>
                <a:gd name="T39" fmla="*/ 40 h 46"/>
                <a:gd name="T40" fmla="*/ 30 w 40"/>
                <a:gd name="T41" fmla="*/ 42 h 46"/>
                <a:gd name="T42" fmla="*/ 28 w 40"/>
                <a:gd name="T43" fmla="*/ 44 h 46"/>
                <a:gd name="T44" fmla="*/ 28 w 40"/>
                <a:gd name="T45" fmla="*/ 46 h 46"/>
                <a:gd name="T46" fmla="*/ 26 w 40"/>
                <a:gd name="T47" fmla="*/ 42 h 46"/>
                <a:gd name="T48" fmla="*/ 24 w 40"/>
                <a:gd name="T49" fmla="*/ 38 h 46"/>
                <a:gd name="T50" fmla="*/ 22 w 40"/>
                <a:gd name="T51" fmla="*/ 38 h 46"/>
                <a:gd name="T52" fmla="*/ 20 w 40"/>
                <a:gd name="T53" fmla="*/ 38 h 46"/>
                <a:gd name="T54" fmla="*/ 20 w 40"/>
                <a:gd name="T55" fmla="*/ 36 h 46"/>
                <a:gd name="T56" fmla="*/ 18 w 40"/>
                <a:gd name="T57" fmla="*/ 36 h 46"/>
                <a:gd name="T58" fmla="*/ 16 w 40"/>
                <a:gd name="T59" fmla="*/ 32 h 46"/>
                <a:gd name="T60" fmla="*/ 14 w 40"/>
                <a:gd name="T61" fmla="*/ 28 h 46"/>
                <a:gd name="T62" fmla="*/ 14 w 40"/>
                <a:gd name="T63" fmla="*/ 26 h 46"/>
                <a:gd name="T64" fmla="*/ 16 w 40"/>
                <a:gd name="T65" fmla="*/ 24 h 46"/>
                <a:gd name="T66" fmla="*/ 16 w 40"/>
                <a:gd name="T67" fmla="*/ 22 h 46"/>
                <a:gd name="T68" fmla="*/ 0 w 40"/>
                <a:gd name="T69" fmla="*/ 6 h 46"/>
                <a:gd name="T70" fmla="*/ 2 w 40"/>
                <a:gd name="T71" fmla="*/ 6 h 46"/>
                <a:gd name="T72" fmla="*/ 4 w 40"/>
                <a:gd name="T73" fmla="*/ 4 h 46"/>
                <a:gd name="T74" fmla="*/ 6 w 40"/>
                <a:gd name="T75" fmla="*/ 2 h 46"/>
                <a:gd name="T76" fmla="*/ 8 w 40"/>
                <a:gd name="T77" fmla="*/ 0 h 4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40"/>
                <a:gd name="T118" fmla="*/ 0 h 46"/>
                <a:gd name="T119" fmla="*/ 40 w 40"/>
                <a:gd name="T120" fmla="*/ 46 h 4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40" h="46">
                  <a:moveTo>
                    <a:pt x="8" y="0"/>
                  </a:moveTo>
                  <a:lnTo>
                    <a:pt x="22" y="8"/>
                  </a:lnTo>
                  <a:lnTo>
                    <a:pt x="22" y="10"/>
                  </a:lnTo>
                  <a:lnTo>
                    <a:pt x="24" y="12"/>
                  </a:lnTo>
                  <a:lnTo>
                    <a:pt x="28" y="14"/>
                  </a:lnTo>
                  <a:lnTo>
                    <a:pt x="30" y="14"/>
                  </a:lnTo>
                  <a:lnTo>
                    <a:pt x="32" y="16"/>
                  </a:lnTo>
                  <a:lnTo>
                    <a:pt x="32" y="18"/>
                  </a:lnTo>
                  <a:lnTo>
                    <a:pt x="32" y="22"/>
                  </a:lnTo>
                  <a:lnTo>
                    <a:pt x="34" y="24"/>
                  </a:lnTo>
                  <a:lnTo>
                    <a:pt x="36" y="28"/>
                  </a:lnTo>
                  <a:lnTo>
                    <a:pt x="38" y="30"/>
                  </a:lnTo>
                  <a:lnTo>
                    <a:pt x="40" y="32"/>
                  </a:lnTo>
                  <a:lnTo>
                    <a:pt x="38" y="34"/>
                  </a:lnTo>
                  <a:lnTo>
                    <a:pt x="36" y="36"/>
                  </a:lnTo>
                  <a:lnTo>
                    <a:pt x="32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8" y="44"/>
                  </a:lnTo>
                  <a:lnTo>
                    <a:pt x="28" y="46"/>
                  </a:lnTo>
                  <a:lnTo>
                    <a:pt x="26" y="42"/>
                  </a:lnTo>
                  <a:lnTo>
                    <a:pt x="24" y="38"/>
                  </a:lnTo>
                  <a:lnTo>
                    <a:pt x="22" y="38"/>
                  </a:lnTo>
                  <a:lnTo>
                    <a:pt x="20" y="38"/>
                  </a:lnTo>
                  <a:lnTo>
                    <a:pt x="20" y="36"/>
                  </a:lnTo>
                  <a:lnTo>
                    <a:pt x="18" y="36"/>
                  </a:lnTo>
                  <a:lnTo>
                    <a:pt x="16" y="32"/>
                  </a:lnTo>
                  <a:lnTo>
                    <a:pt x="14" y="28"/>
                  </a:lnTo>
                  <a:lnTo>
                    <a:pt x="14" y="26"/>
                  </a:lnTo>
                  <a:lnTo>
                    <a:pt x="16" y="24"/>
                  </a:lnTo>
                  <a:lnTo>
                    <a:pt x="16" y="22"/>
                  </a:lnTo>
                  <a:lnTo>
                    <a:pt x="0" y="6"/>
                  </a:lnTo>
                  <a:lnTo>
                    <a:pt x="2" y="6"/>
                  </a:lnTo>
                  <a:lnTo>
                    <a:pt x="4" y="4"/>
                  </a:lnTo>
                  <a:lnTo>
                    <a:pt x="6" y="2"/>
                  </a:lnTo>
                  <a:lnTo>
                    <a:pt x="8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69" name="Freeform 231"/>
            <p:cNvSpPr>
              <a:spLocks/>
            </p:cNvSpPr>
            <p:nvPr/>
          </p:nvSpPr>
          <p:spPr bwMode="gray">
            <a:xfrm>
              <a:off x="923" y="2368"/>
              <a:ext cx="16" cy="26"/>
            </a:xfrm>
            <a:custGeom>
              <a:avLst/>
              <a:gdLst>
                <a:gd name="T0" fmla="*/ 10 w 16"/>
                <a:gd name="T1" fmla="*/ 0 h 26"/>
                <a:gd name="T2" fmla="*/ 10 w 16"/>
                <a:gd name="T3" fmla="*/ 0 h 26"/>
                <a:gd name="T4" fmla="*/ 8 w 16"/>
                <a:gd name="T5" fmla="*/ 0 h 26"/>
                <a:gd name="T6" fmla="*/ 6 w 16"/>
                <a:gd name="T7" fmla="*/ 2 h 26"/>
                <a:gd name="T8" fmla="*/ 4 w 16"/>
                <a:gd name="T9" fmla="*/ 4 h 26"/>
                <a:gd name="T10" fmla="*/ 2 w 16"/>
                <a:gd name="T11" fmla="*/ 6 h 26"/>
                <a:gd name="T12" fmla="*/ 0 w 16"/>
                <a:gd name="T13" fmla="*/ 12 h 26"/>
                <a:gd name="T14" fmla="*/ 0 w 16"/>
                <a:gd name="T15" fmla="*/ 12 h 26"/>
                <a:gd name="T16" fmla="*/ 2 w 16"/>
                <a:gd name="T17" fmla="*/ 14 h 26"/>
                <a:gd name="T18" fmla="*/ 2 w 16"/>
                <a:gd name="T19" fmla="*/ 16 h 26"/>
                <a:gd name="T20" fmla="*/ 6 w 16"/>
                <a:gd name="T21" fmla="*/ 20 h 26"/>
                <a:gd name="T22" fmla="*/ 10 w 16"/>
                <a:gd name="T23" fmla="*/ 24 h 26"/>
                <a:gd name="T24" fmla="*/ 16 w 16"/>
                <a:gd name="T25" fmla="*/ 26 h 26"/>
                <a:gd name="T26" fmla="*/ 10 w 16"/>
                <a:gd name="T27" fmla="*/ 0 h 2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6"/>
                <a:gd name="T43" fmla="*/ 0 h 26"/>
                <a:gd name="T44" fmla="*/ 16 w 16"/>
                <a:gd name="T45" fmla="*/ 26 h 2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6" h="26">
                  <a:moveTo>
                    <a:pt x="10" y="0"/>
                  </a:move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12"/>
                  </a:lnTo>
                  <a:lnTo>
                    <a:pt x="2" y="14"/>
                  </a:lnTo>
                  <a:lnTo>
                    <a:pt x="2" y="16"/>
                  </a:lnTo>
                  <a:lnTo>
                    <a:pt x="6" y="20"/>
                  </a:lnTo>
                  <a:lnTo>
                    <a:pt x="10" y="24"/>
                  </a:lnTo>
                  <a:lnTo>
                    <a:pt x="16" y="26"/>
                  </a:lnTo>
                  <a:lnTo>
                    <a:pt x="10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70" name="Freeform 232"/>
            <p:cNvSpPr>
              <a:spLocks/>
            </p:cNvSpPr>
            <p:nvPr/>
          </p:nvSpPr>
          <p:spPr bwMode="gray">
            <a:xfrm>
              <a:off x="719" y="2246"/>
              <a:ext cx="70" cy="84"/>
            </a:xfrm>
            <a:custGeom>
              <a:avLst/>
              <a:gdLst>
                <a:gd name="T0" fmla="*/ 58 w 70"/>
                <a:gd name="T1" fmla="*/ 30 h 84"/>
                <a:gd name="T2" fmla="*/ 54 w 70"/>
                <a:gd name="T3" fmla="*/ 26 h 84"/>
                <a:gd name="T4" fmla="*/ 54 w 70"/>
                <a:gd name="T5" fmla="*/ 20 h 84"/>
                <a:gd name="T6" fmla="*/ 52 w 70"/>
                <a:gd name="T7" fmla="*/ 18 h 84"/>
                <a:gd name="T8" fmla="*/ 50 w 70"/>
                <a:gd name="T9" fmla="*/ 20 h 84"/>
                <a:gd name="T10" fmla="*/ 46 w 70"/>
                <a:gd name="T11" fmla="*/ 22 h 84"/>
                <a:gd name="T12" fmla="*/ 42 w 70"/>
                <a:gd name="T13" fmla="*/ 18 h 84"/>
                <a:gd name="T14" fmla="*/ 38 w 70"/>
                <a:gd name="T15" fmla="*/ 14 h 84"/>
                <a:gd name="T16" fmla="*/ 40 w 70"/>
                <a:gd name="T17" fmla="*/ 8 h 84"/>
                <a:gd name="T18" fmla="*/ 38 w 70"/>
                <a:gd name="T19" fmla="*/ 0 h 84"/>
                <a:gd name="T20" fmla="*/ 30 w 70"/>
                <a:gd name="T21" fmla="*/ 14 h 84"/>
                <a:gd name="T22" fmla="*/ 32 w 70"/>
                <a:gd name="T23" fmla="*/ 16 h 84"/>
                <a:gd name="T24" fmla="*/ 28 w 70"/>
                <a:gd name="T25" fmla="*/ 22 h 84"/>
                <a:gd name="T26" fmla="*/ 20 w 70"/>
                <a:gd name="T27" fmla="*/ 26 h 84"/>
                <a:gd name="T28" fmla="*/ 2 w 70"/>
                <a:gd name="T29" fmla="*/ 24 h 84"/>
                <a:gd name="T30" fmla="*/ 0 w 70"/>
                <a:gd name="T31" fmla="*/ 26 h 84"/>
                <a:gd name="T32" fmla="*/ 0 w 70"/>
                <a:gd name="T33" fmla="*/ 32 h 84"/>
                <a:gd name="T34" fmla="*/ 4 w 70"/>
                <a:gd name="T35" fmla="*/ 36 h 84"/>
                <a:gd name="T36" fmla="*/ 6 w 70"/>
                <a:gd name="T37" fmla="*/ 36 h 84"/>
                <a:gd name="T38" fmla="*/ 12 w 70"/>
                <a:gd name="T39" fmla="*/ 42 h 84"/>
                <a:gd name="T40" fmla="*/ 16 w 70"/>
                <a:gd name="T41" fmla="*/ 54 h 84"/>
                <a:gd name="T42" fmla="*/ 16 w 70"/>
                <a:gd name="T43" fmla="*/ 58 h 84"/>
                <a:gd name="T44" fmla="*/ 16 w 70"/>
                <a:gd name="T45" fmla="*/ 66 h 84"/>
                <a:gd name="T46" fmla="*/ 16 w 70"/>
                <a:gd name="T47" fmla="*/ 72 h 84"/>
                <a:gd name="T48" fmla="*/ 14 w 70"/>
                <a:gd name="T49" fmla="*/ 74 h 84"/>
                <a:gd name="T50" fmla="*/ 14 w 70"/>
                <a:gd name="T51" fmla="*/ 78 h 84"/>
                <a:gd name="T52" fmla="*/ 16 w 70"/>
                <a:gd name="T53" fmla="*/ 82 h 84"/>
                <a:gd name="T54" fmla="*/ 26 w 70"/>
                <a:gd name="T55" fmla="*/ 84 h 84"/>
                <a:gd name="T56" fmla="*/ 42 w 70"/>
                <a:gd name="T57" fmla="*/ 78 h 84"/>
                <a:gd name="T58" fmla="*/ 62 w 70"/>
                <a:gd name="T59" fmla="*/ 66 h 84"/>
                <a:gd name="T60" fmla="*/ 68 w 70"/>
                <a:gd name="T61" fmla="*/ 56 h 84"/>
                <a:gd name="T62" fmla="*/ 70 w 70"/>
                <a:gd name="T63" fmla="*/ 50 h 84"/>
                <a:gd name="T64" fmla="*/ 68 w 70"/>
                <a:gd name="T65" fmla="*/ 46 h 84"/>
                <a:gd name="T66" fmla="*/ 64 w 70"/>
                <a:gd name="T67" fmla="*/ 38 h 84"/>
                <a:gd name="T68" fmla="*/ 62 w 70"/>
                <a:gd name="T69" fmla="*/ 32 h 8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70"/>
                <a:gd name="T106" fmla="*/ 0 h 84"/>
                <a:gd name="T107" fmla="*/ 70 w 70"/>
                <a:gd name="T108" fmla="*/ 84 h 84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70" h="84">
                  <a:moveTo>
                    <a:pt x="62" y="30"/>
                  </a:moveTo>
                  <a:lnTo>
                    <a:pt x="58" y="30"/>
                  </a:lnTo>
                  <a:lnTo>
                    <a:pt x="56" y="28"/>
                  </a:lnTo>
                  <a:lnTo>
                    <a:pt x="54" y="26"/>
                  </a:lnTo>
                  <a:lnTo>
                    <a:pt x="54" y="24"/>
                  </a:lnTo>
                  <a:lnTo>
                    <a:pt x="54" y="20"/>
                  </a:lnTo>
                  <a:lnTo>
                    <a:pt x="52" y="18"/>
                  </a:lnTo>
                  <a:lnTo>
                    <a:pt x="50" y="20"/>
                  </a:lnTo>
                  <a:lnTo>
                    <a:pt x="48" y="22"/>
                  </a:lnTo>
                  <a:lnTo>
                    <a:pt x="46" y="22"/>
                  </a:lnTo>
                  <a:lnTo>
                    <a:pt x="44" y="20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8" y="14"/>
                  </a:lnTo>
                  <a:lnTo>
                    <a:pt x="38" y="12"/>
                  </a:lnTo>
                  <a:lnTo>
                    <a:pt x="40" y="8"/>
                  </a:lnTo>
                  <a:lnTo>
                    <a:pt x="50" y="2"/>
                  </a:lnTo>
                  <a:lnTo>
                    <a:pt x="38" y="0"/>
                  </a:lnTo>
                  <a:lnTo>
                    <a:pt x="30" y="6"/>
                  </a:lnTo>
                  <a:lnTo>
                    <a:pt x="30" y="14"/>
                  </a:lnTo>
                  <a:lnTo>
                    <a:pt x="32" y="14"/>
                  </a:lnTo>
                  <a:lnTo>
                    <a:pt x="32" y="16"/>
                  </a:lnTo>
                  <a:lnTo>
                    <a:pt x="30" y="18"/>
                  </a:lnTo>
                  <a:lnTo>
                    <a:pt x="28" y="22"/>
                  </a:lnTo>
                  <a:lnTo>
                    <a:pt x="24" y="24"/>
                  </a:lnTo>
                  <a:lnTo>
                    <a:pt x="20" y="26"/>
                  </a:lnTo>
                  <a:lnTo>
                    <a:pt x="8" y="22"/>
                  </a:lnTo>
                  <a:lnTo>
                    <a:pt x="2" y="24"/>
                  </a:lnTo>
                  <a:lnTo>
                    <a:pt x="0" y="26"/>
                  </a:lnTo>
                  <a:lnTo>
                    <a:pt x="0" y="30"/>
                  </a:lnTo>
                  <a:lnTo>
                    <a:pt x="0" y="32"/>
                  </a:lnTo>
                  <a:lnTo>
                    <a:pt x="2" y="36"/>
                  </a:lnTo>
                  <a:lnTo>
                    <a:pt x="4" y="36"/>
                  </a:lnTo>
                  <a:lnTo>
                    <a:pt x="6" y="36"/>
                  </a:lnTo>
                  <a:lnTo>
                    <a:pt x="10" y="38"/>
                  </a:lnTo>
                  <a:lnTo>
                    <a:pt x="12" y="42"/>
                  </a:lnTo>
                  <a:lnTo>
                    <a:pt x="14" y="46"/>
                  </a:lnTo>
                  <a:lnTo>
                    <a:pt x="16" y="54"/>
                  </a:lnTo>
                  <a:lnTo>
                    <a:pt x="16" y="58"/>
                  </a:lnTo>
                  <a:lnTo>
                    <a:pt x="16" y="62"/>
                  </a:lnTo>
                  <a:lnTo>
                    <a:pt x="16" y="66"/>
                  </a:lnTo>
                  <a:lnTo>
                    <a:pt x="16" y="70"/>
                  </a:lnTo>
                  <a:lnTo>
                    <a:pt x="16" y="72"/>
                  </a:lnTo>
                  <a:lnTo>
                    <a:pt x="14" y="74"/>
                  </a:lnTo>
                  <a:lnTo>
                    <a:pt x="14" y="76"/>
                  </a:lnTo>
                  <a:lnTo>
                    <a:pt x="14" y="78"/>
                  </a:lnTo>
                  <a:lnTo>
                    <a:pt x="14" y="80"/>
                  </a:lnTo>
                  <a:lnTo>
                    <a:pt x="16" y="82"/>
                  </a:lnTo>
                  <a:lnTo>
                    <a:pt x="20" y="84"/>
                  </a:lnTo>
                  <a:lnTo>
                    <a:pt x="26" y="84"/>
                  </a:lnTo>
                  <a:lnTo>
                    <a:pt x="30" y="82"/>
                  </a:lnTo>
                  <a:lnTo>
                    <a:pt x="42" y="78"/>
                  </a:lnTo>
                  <a:lnTo>
                    <a:pt x="54" y="72"/>
                  </a:lnTo>
                  <a:lnTo>
                    <a:pt x="62" y="66"/>
                  </a:lnTo>
                  <a:lnTo>
                    <a:pt x="66" y="62"/>
                  </a:lnTo>
                  <a:lnTo>
                    <a:pt x="68" y="56"/>
                  </a:lnTo>
                  <a:lnTo>
                    <a:pt x="70" y="52"/>
                  </a:lnTo>
                  <a:lnTo>
                    <a:pt x="70" y="50"/>
                  </a:lnTo>
                  <a:lnTo>
                    <a:pt x="68" y="48"/>
                  </a:lnTo>
                  <a:lnTo>
                    <a:pt x="68" y="46"/>
                  </a:lnTo>
                  <a:lnTo>
                    <a:pt x="66" y="42"/>
                  </a:lnTo>
                  <a:lnTo>
                    <a:pt x="64" y="38"/>
                  </a:lnTo>
                  <a:lnTo>
                    <a:pt x="64" y="34"/>
                  </a:lnTo>
                  <a:lnTo>
                    <a:pt x="62" y="32"/>
                  </a:lnTo>
                  <a:lnTo>
                    <a:pt x="62" y="3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71" name="Freeform 233"/>
            <p:cNvSpPr>
              <a:spLocks/>
            </p:cNvSpPr>
            <p:nvPr/>
          </p:nvSpPr>
          <p:spPr bwMode="gray">
            <a:xfrm>
              <a:off x="779" y="2164"/>
              <a:ext cx="108" cy="200"/>
            </a:xfrm>
            <a:custGeom>
              <a:avLst/>
              <a:gdLst>
                <a:gd name="T0" fmla="*/ 38 w 108"/>
                <a:gd name="T1" fmla="*/ 2 h 200"/>
                <a:gd name="T2" fmla="*/ 32 w 108"/>
                <a:gd name="T3" fmla="*/ 0 h 200"/>
                <a:gd name="T4" fmla="*/ 24 w 108"/>
                <a:gd name="T5" fmla="*/ 2 h 200"/>
                <a:gd name="T6" fmla="*/ 14 w 108"/>
                <a:gd name="T7" fmla="*/ 16 h 200"/>
                <a:gd name="T8" fmla="*/ 16 w 108"/>
                <a:gd name="T9" fmla="*/ 22 h 200"/>
                <a:gd name="T10" fmla="*/ 14 w 108"/>
                <a:gd name="T11" fmla="*/ 32 h 200"/>
                <a:gd name="T12" fmla="*/ 10 w 108"/>
                <a:gd name="T13" fmla="*/ 36 h 200"/>
                <a:gd name="T14" fmla="*/ 6 w 108"/>
                <a:gd name="T15" fmla="*/ 44 h 200"/>
                <a:gd name="T16" fmla="*/ 4 w 108"/>
                <a:gd name="T17" fmla="*/ 52 h 200"/>
                <a:gd name="T18" fmla="*/ 14 w 108"/>
                <a:gd name="T19" fmla="*/ 54 h 200"/>
                <a:gd name="T20" fmla="*/ 12 w 108"/>
                <a:gd name="T21" fmla="*/ 58 h 200"/>
                <a:gd name="T22" fmla="*/ 12 w 108"/>
                <a:gd name="T23" fmla="*/ 64 h 200"/>
                <a:gd name="T24" fmla="*/ 14 w 108"/>
                <a:gd name="T25" fmla="*/ 70 h 200"/>
                <a:gd name="T26" fmla="*/ 24 w 108"/>
                <a:gd name="T27" fmla="*/ 76 h 200"/>
                <a:gd name="T28" fmla="*/ 24 w 108"/>
                <a:gd name="T29" fmla="*/ 82 h 200"/>
                <a:gd name="T30" fmla="*/ 22 w 108"/>
                <a:gd name="T31" fmla="*/ 86 h 200"/>
                <a:gd name="T32" fmla="*/ 18 w 108"/>
                <a:gd name="T33" fmla="*/ 94 h 200"/>
                <a:gd name="T34" fmla="*/ 20 w 108"/>
                <a:gd name="T35" fmla="*/ 98 h 200"/>
                <a:gd name="T36" fmla="*/ 32 w 108"/>
                <a:gd name="T37" fmla="*/ 92 h 200"/>
                <a:gd name="T38" fmla="*/ 36 w 108"/>
                <a:gd name="T39" fmla="*/ 102 h 200"/>
                <a:gd name="T40" fmla="*/ 40 w 108"/>
                <a:gd name="T41" fmla="*/ 114 h 200"/>
                <a:gd name="T42" fmla="*/ 22 w 108"/>
                <a:gd name="T43" fmla="*/ 128 h 200"/>
                <a:gd name="T44" fmla="*/ 28 w 108"/>
                <a:gd name="T45" fmla="*/ 140 h 200"/>
                <a:gd name="T46" fmla="*/ 20 w 108"/>
                <a:gd name="T47" fmla="*/ 154 h 200"/>
                <a:gd name="T48" fmla="*/ 18 w 108"/>
                <a:gd name="T49" fmla="*/ 156 h 200"/>
                <a:gd name="T50" fmla="*/ 18 w 108"/>
                <a:gd name="T51" fmla="*/ 160 h 200"/>
                <a:gd name="T52" fmla="*/ 38 w 108"/>
                <a:gd name="T53" fmla="*/ 164 h 200"/>
                <a:gd name="T54" fmla="*/ 52 w 108"/>
                <a:gd name="T55" fmla="*/ 158 h 200"/>
                <a:gd name="T56" fmla="*/ 52 w 108"/>
                <a:gd name="T57" fmla="*/ 162 h 200"/>
                <a:gd name="T58" fmla="*/ 44 w 108"/>
                <a:gd name="T59" fmla="*/ 166 h 200"/>
                <a:gd name="T60" fmla="*/ 0 w 108"/>
                <a:gd name="T61" fmla="*/ 196 h 200"/>
                <a:gd name="T62" fmla="*/ 28 w 108"/>
                <a:gd name="T63" fmla="*/ 190 h 200"/>
                <a:gd name="T64" fmla="*/ 58 w 108"/>
                <a:gd name="T65" fmla="*/ 188 h 200"/>
                <a:gd name="T66" fmla="*/ 108 w 108"/>
                <a:gd name="T67" fmla="*/ 174 h 200"/>
                <a:gd name="T68" fmla="*/ 98 w 108"/>
                <a:gd name="T69" fmla="*/ 164 h 200"/>
                <a:gd name="T70" fmla="*/ 102 w 108"/>
                <a:gd name="T71" fmla="*/ 158 h 200"/>
                <a:gd name="T72" fmla="*/ 102 w 108"/>
                <a:gd name="T73" fmla="*/ 150 h 200"/>
                <a:gd name="T74" fmla="*/ 100 w 108"/>
                <a:gd name="T75" fmla="*/ 146 h 200"/>
                <a:gd name="T76" fmla="*/ 94 w 108"/>
                <a:gd name="T77" fmla="*/ 140 h 200"/>
                <a:gd name="T78" fmla="*/ 88 w 108"/>
                <a:gd name="T79" fmla="*/ 136 h 200"/>
                <a:gd name="T80" fmla="*/ 84 w 108"/>
                <a:gd name="T81" fmla="*/ 120 h 200"/>
                <a:gd name="T82" fmla="*/ 66 w 108"/>
                <a:gd name="T83" fmla="*/ 100 h 200"/>
                <a:gd name="T84" fmla="*/ 64 w 108"/>
                <a:gd name="T85" fmla="*/ 84 h 200"/>
                <a:gd name="T86" fmla="*/ 56 w 108"/>
                <a:gd name="T87" fmla="*/ 68 h 200"/>
                <a:gd name="T88" fmla="*/ 56 w 108"/>
                <a:gd name="T89" fmla="*/ 44 h 200"/>
                <a:gd name="T90" fmla="*/ 56 w 108"/>
                <a:gd name="T91" fmla="*/ 42 h 200"/>
                <a:gd name="T92" fmla="*/ 52 w 108"/>
                <a:gd name="T93" fmla="*/ 36 h 200"/>
                <a:gd name="T94" fmla="*/ 48 w 108"/>
                <a:gd name="T95" fmla="*/ 34 h 200"/>
                <a:gd name="T96" fmla="*/ 44 w 108"/>
                <a:gd name="T97" fmla="*/ 32 h 200"/>
                <a:gd name="T98" fmla="*/ 36 w 108"/>
                <a:gd name="T99" fmla="*/ 28 h 200"/>
                <a:gd name="T100" fmla="*/ 34 w 108"/>
                <a:gd name="T101" fmla="*/ 26 h 200"/>
                <a:gd name="T102" fmla="*/ 34 w 108"/>
                <a:gd name="T103" fmla="*/ 20 h 200"/>
                <a:gd name="T104" fmla="*/ 38 w 108"/>
                <a:gd name="T105" fmla="*/ 14 h 200"/>
                <a:gd name="T106" fmla="*/ 40 w 108"/>
                <a:gd name="T107" fmla="*/ 8 h 200"/>
                <a:gd name="T108" fmla="*/ 40 w 108"/>
                <a:gd name="T109" fmla="*/ 4 h 20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08"/>
                <a:gd name="T166" fmla="*/ 0 h 200"/>
                <a:gd name="T167" fmla="*/ 108 w 108"/>
                <a:gd name="T168" fmla="*/ 200 h 200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08" h="200">
                  <a:moveTo>
                    <a:pt x="40" y="2"/>
                  </a:moveTo>
                  <a:lnTo>
                    <a:pt x="38" y="2"/>
                  </a:lnTo>
                  <a:lnTo>
                    <a:pt x="36" y="2"/>
                  </a:lnTo>
                  <a:lnTo>
                    <a:pt x="32" y="0"/>
                  </a:lnTo>
                  <a:lnTo>
                    <a:pt x="28" y="0"/>
                  </a:lnTo>
                  <a:lnTo>
                    <a:pt x="24" y="2"/>
                  </a:lnTo>
                  <a:lnTo>
                    <a:pt x="14" y="16"/>
                  </a:lnTo>
                  <a:lnTo>
                    <a:pt x="16" y="18"/>
                  </a:lnTo>
                  <a:lnTo>
                    <a:pt x="16" y="22"/>
                  </a:lnTo>
                  <a:lnTo>
                    <a:pt x="16" y="26"/>
                  </a:lnTo>
                  <a:lnTo>
                    <a:pt x="14" y="32"/>
                  </a:lnTo>
                  <a:lnTo>
                    <a:pt x="10" y="36"/>
                  </a:lnTo>
                  <a:lnTo>
                    <a:pt x="8" y="38"/>
                  </a:lnTo>
                  <a:lnTo>
                    <a:pt x="6" y="44"/>
                  </a:lnTo>
                  <a:lnTo>
                    <a:pt x="4" y="48"/>
                  </a:lnTo>
                  <a:lnTo>
                    <a:pt x="4" y="52"/>
                  </a:lnTo>
                  <a:lnTo>
                    <a:pt x="6" y="56"/>
                  </a:lnTo>
                  <a:lnTo>
                    <a:pt x="14" y="54"/>
                  </a:lnTo>
                  <a:lnTo>
                    <a:pt x="14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2" y="64"/>
                  </a:lnTo>
                  <a:lnTo>
                    <a:pt x="12" y="66"/>
                  </a:lnTo>
                  <a:lnTo>
                    <a:pt x="14" y="70"/>
                  </a:lnTo>
                  <a:lnTo>
                    <a:pt x="16" y="72"/>
                  </a:lnTo>
                  <a:lnTo>
                    <a:pt x="24" y="76"/>
                  </a:lnTo>
                  <a:lnTo>
                    <a:pt x="24" y="80"/>
                  </a:lnTo>
                  <a:lnTo>
                    <a:pt x="24" y="82"/>
                  </a:lnTo>
                  <a:lnTo>
                    <a:pt x="22" y="84"/>
                  </a:lnTo>
                  <a:lnTo>
                    <a:pt x="22" y="86"/>
                  </a:lnTo>
                  <a:lnTo>
                    <a:pt x="20" y="90"/>
                  </a:lnTo>
                  <a:lnTo>
                    <a:pt x="18" y="94"/>
                  </a:lnTo>
                  <a:lnTo>
                    <a:pt x="18" y="96"/>
                  </a:lnTo>
                  <a:lnTo>
                    <a:pt x="20" y="98"/>
                  </a:lnTo>
                  <a:lnTo>
                    <a:pt x="22" y="100"/>
                  </a:lnTo>
                  <a:lnTo>
                    <a:pt x="32" y="92"/>
                  </a:lnTo>
                  <a:lnTo>
                    <a:pt x="44" y="94"/>
                  </a:lnTo>
                  <a:lnTo>
                    <a:pt x="36" y="102"/>
                  </a:lnTo>
                  <a:lnTo>
                    <a:pt x="34" y="114"/>
                  </a:lnTo>
                  <a:lnTo>
                    <a:pt x="40" y="114"/>
                  </a:lnTo>
                  <a:lnTo>
                    <a:pt x="40" y="128"/>
                  </a:lnTo>
                  <a:lnTo>
                    <a:pt x="22" y="128"/>
                  </a:lnTo>
                  <a:lnTo>
                    <a:pt x="22" y="138"/>
                  </a:lnTo>
                  <a:lnTo>
                    <a:pt x="28" y="140"/>
                  </a:lnTo>
                  <a:lnTo>
                    <a:pt x="20" y="152"/>
                  </a:lnTo>
                  <a:lnTo>
                    <a:pt x="20" y="154"/>
                  </a:lnTo>
                  <a:lnTo>
                    <a:pt x="18" y="154"/>
                  </a:lnTo>
                  <a:lnTo>
                    <a:pt x="18" y="156"/>
                  </a:lnTo>
                  <a:lnTo>
                    <a:pt x="18" y="158"/>
                  </a:lnTo>
                  <a:lnTo>
                    <a:pt x="18" y="160"/>
                  </a:lnTo>
                  <a:lnTo>
                    <a:pt x="20" y="160"/>
                  </a:lnTo>
                  <a:lnTo>
                    <a:pt x="38" y="164"/>
                  </a:lnTo>
                  <a:lnTo>
                    <a:pt x="48" y="160"/>
                  </a:lnTo>
                  <a:lnTo>
                    <a:pt x="52" y="158"/>
                  </a:lnTo>
                  <a:lnTo>
                    <a:pt x="52" y="160"/>
                  </a:lnTo>
                  <a:lnTo>
                    <a:pt x="52" y="162"/>
                  </a:lnTo>
                  <a:lnTo>
                    <a:pt x="48" y="164"/>
                  </a:lnTo>
                  <a:lnTo>
                    <a:pt x="44" y="166"/>
                  </a:lnTo>
                  <a:lnTo>
                    <a:pt x="20" y="176"/>
                  </a:lnTo>
                  <a:lnTo>
                    <a:pt x="0" y="196"/>
                  </a:lnTo>
                  <a:lnTo>
                    <a:pt x="10" y="200"/>
                  </a:lnTo>
                  <a:lnTo>
                    <a:pt x="28" y="190"/>
                  </a:lnTo>
                  <a:lnTo>
                    <a:pt x="36" y="188"/>
                  </a:lnTo>
                  <a:lnTo>
                    <a:pt x="58" y="188"/>
                  </a:lnTo>
                  <a:lnTo>
                    <a:pt x="84" y="182"/>
                  </a:lnTo>
                  <a:lnTo>
                    <a:pt x="108" y="174"/>
                  </a:lnTo>
                  <a:lnTo>
                    <a:pt x="96" y="164"/>
                  </a:lnTo>
                  <a:lnTo>
                    <a:pt x="98" y="164"/>
                  </a:lnTo>
                  <a:lnTo>
                    <a:pt x="100" y="162"/>
                  </a:lnTo>
                  <a:lnTo>
                    <a:pt x="102" y="158"/>
                  </a:lnTo>
                  <a:lnTo>
                    <a:pt x="102" y="154"/>
                  </a:lnTo>
                  <a:lnTo>
                    <a:pt x="102" y="150"/>
                  </a:lnTo>
                  <a:lnTo>
                    <a:pt x="102" y="148"/>
                  </a:lnTo>
                  <a:lnTo>
                    <a:pt x="100" y="146"/>
                  </a:lnTo>
                  <a:lnTo>
                    <a:pt x="98" y="142"/>
                  </a:lnTo>
                  <a:lnTo>
                    <a:pt x="94" y="140"/>
                  </a:lnTo>
                  <a:lnTo>
                    <a:pt x="90" y="138"/>
                  </a:lnTo>
                  <a:lnTo>
                    <a:pt x="88" y="136"/>
                  </a:lnTo>
                  <a:lnTo>
                    <a:pt x="86" y="132"/>
                  </a:lnTo>
                  <a:lnTo>
                    <a:pt x="84" y="120"/>
                  </a:lnTo>
                  <a:lnTo>
                    <a:pt x="78" y="108"/>
                  </a:lnTo>
                  <a:lnTo>
                    <a:pt x="66" y="100"/>
                  </a:lnTo>
                  <a:lnTo>
                    <a:pt x="66" y="94"/>
                  </a:lnTo>
                  <a:lnTo>
                    <a:pt x="64" y="84"/>
                  </a:lnTo>
                  <a:lnTo>
                    <a:pt x="60" y="72"/>
                  </a:lnTo>
                  <a:lnTo>
                    <a:pt x="56" y="68"/>
                  </a:lnTo>
                  <a:lnTo>
                    <a:pt x="48" y="62"/>
                  </a:lnTo>
                  <a:lnTo>
                    <a:pt x="56" y="44"/>
                  </a:lnTo>
                  <a:lnTo>
                    <a:pt x="56" y="42"/>
                  </a:lnTo>
                  <a:lnTo>
                    <a:pt x="54" y="38"/>
                  </a:lnTo>
                  <a:lnTo>
                    <a:pt x="52" y="36"/>
                  </a:lnTo>
                  <a:lnTo>
                    <a:pt x="52" y="34"/>
                  </a:lnTo>
                  <a:lnTo>
                    <a:pt x="48" y="34"/>
                  </a:lnTo>
                  <a:lnTo>
                    <a:pt x="46" y="32"/>
                  </a:lnTo>
                  <a:lnTo>
                    <a:pt x="44" y="32"/>
                  </a:lnTo>
                  <a:lnTo>
                    <a:pt x="44" y="30"/>
                  </a:lnTo>
                  <a:lnTo>
                    <a:pt x="36" y="28"/>
                  </a:lnTo>
                  <a:lnTo>
                    <a:pt x="34" y="28"/>
                  </a:lnTo>
                  <a:lnTo>
                    <a:pt x="34" y="26"/>
                  </a:lnTo>
                  <a:lnTo>
                    <a:pt x="34" y="22"/>
                  </a:lnTo>
                  <a:lnTo>
                    <a:pt x="34" y="20"/>
                  </a:lnTo>
                  <a:lnTo>
                    <a:pt x="36" y="16"/>
                  </a:lnTo>
                  <a:lnTo>
                    <a:pt x="38" y="14"/>
                  </a:lnTo>
                  <a:lnTo>
                    <a:pt x="40" y="12"/>
                  </a:lnTo>
                  <a:lnTo>
                    <a:pt x="40" y="8"/>
                  </a:lnTo>
                  <a:lnTo>
                    <a:pt x="42" y="6"/>
                  </a:lnTo>
                  <a:lnTo>
                    <a:pt x="40" y="4"/>
                  </a:lnTo>
                  <a:lnTo>
                    <a:pt x="40" y="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72" name="Freeform 234"/>
            <p:cNvSpPr>
              <a:spLocks/>
            </p:cNvSpPr>
            <p:nvPr/>
          </p:nvSpPr>
          <p:spPr bwMode="gray">
            <a:xfrm>
              <a:off x="757" y="2246"/>
              <a:ext cx="36" cy="32"/>
            </a:xfrm>
            <a:custGeom>
              <a:avLst/>
              <a:gdLst>
                <a:gd name="T0" fmla="*/ 16 w 36"/>
                <a:gd name="T1" fmla="*/ 0 h 32"/>
                <a:gd name="T2" fmla="*/ 16 w 36"/>
                <a:gd name="T3" fmla="*/ 0 h 32"/>
                <a:gd name="T4" fmla="*/ 18 w 36"/>
                <a:gd name="T5" fmla="*/ 0 h 32"/>
                <a:gd name="T6" fmla="*/ 20 w 36"/>
                <a:gd name="T7" fmla="*/ 0 h 32"/>
                <a:gd name="T8" fmla="*/ 24 w 36"/>
                <a:gd name="T9" fmla="*/ 0 h 32"/>
                <a:gd name="T10" fmla="*/ 28 w 36"/>
                <a:gd name="T11" fmla="*/ 0 h 32"/>
                <a:gd name="T12" fmla="*/ 30 w 36"/>
                <a:gd name="T13" fmla="*/ 2 h 32"/>
                <a:gd name="T14" fmla="*/ 32 w 36"/>
                <a:gd name="T15" fmla="*/ 6 h 32"/>
                <a:gd name="T16" fmla="*/ 32 w 36"/>
                <a:gd name="T17" fmla="*/ 6 h 32"/>
                <a:gd name="T18" fmla="*/ 34 w 36"/>
                <a:gd name="T19" fmla="*/ 8 h 32"/>
                <a:gd name="T20" fmla="*/ 36 w 36"/>
                <a:gd name="T21" fmla="*/ 12 h 32"/>
                <a:gd name="T22" fmla="*/ 36 w 36"/>
                <a:gd name="T23" fmla="*/ 16 h 32"/>
                <a:gd name="T24" fmla="*/ 36 w 36"/>
                <a:gd name="T25" fmla="*/ 22 h 32"/>
                <a:gd name="T26" fmla="*/ 32 w 36"/>
                <a:gd name="T27" fmla="*/ 28 h 32"/>
                <a:gd name="T28" fmla="*/ 32 w 36"/>
                <a:gd name="T29" fmla="*/ 28 h 32"/>
                <a:gd name="T30" fmla="*/ 30 w 36"/>
                <a:gd name="T31" fmla="*/ 30 h 32"/>
                <a:gd name="T32" fmla="*/ 28 w 36"/>
                <a:gd name="T33" fmla="*/ 32 h 32"/>
                <a:gd name="T34" fmla="*/ 26 w 36"/>
                <a:gd name="T35" fmla="*/ 30 h 32"/>
                <a:gd name="T36" fmla="*/ 24 w 36"/>
                <a:gd name="T37" fmla="*/ 30 h 32"/>
                <a:gd name="T38" fmla="*/ 20 w 36"/>
                <a:gd name="T39" fmla="*/ 30 h 32"/>
                <a:gd name="T40" fmla="*/ 18 w 36"/>
                <a:gd name="T41" fmla="*/ 28 h 32"/>
                <a:gd name="T42" fmla="*/ 16 w 36"/>
                <a:gd name="T43" fmla="*/ 26 h 32"/>
                <a:gd name="T44" fmla="*/ 16 w 36"/>
                <a:gd name="T45" fmla="*/ 24 h 32"/>
                <a:gd name="T46" fmla="*/ 16 w 36"/>
                <a:gd name="T47" fmla="*/ 20 h 32"/>
                <a:gd name="T48" fmla="*/ 14 w 36"/>
                <a:gd name="T49" fmla="*/ 18 h 32"/>
                <a:gd name="T50" fmla="*/ 14 w 36"/>
                <a:gd name="T51" fmla="*/ 18 h 32"/>
                <a:gd name="T52" fmla="*/ 14 w 36"/>
                <a:gd name="T53" fmla="*/ 18 h 32"/>
                <a:gd name="T54" fmla="*/ 12 w 36"/>
                <a:gd name="T55" fmla="*/ 20 h 32"/>
                <a:gd name="T56" fmla="*/ 10 w 36"/>
                <a:gd name="T57" fmla="*/ 22 h 32"/>
                <a:gd name="T58" fmla="*/ 8 w 36"/>
                <a:gd name="T59" fmla="*/ 22 h 32"/>
                <a:gd name="T60" fmla="*/ 6 w 36"/>
                <a:gd name="T61" fmla="*/ 20 h 32"/>
                <a:gd name="T62" fmla="*/ 4 w 36"/>
                <a:gd name="T63" fmla="*/ 18 h 32"/>
                <a:gd name="T64" fmla="*/ 2 w 36"/>
                <a:gd name="T65" fmla="*/ 18 h 32"/>
                <a:gd name="T66" fmla="*/ 0 w 36"/>
                <a:gd name="T67" fmla="*/ 14 h 32"/>
                <a:gd name="T68" fmla="*/ 0 w 36"/>
                <a:gd name="T69" fmla="*/ 12 h 32"/>
                <a:gd name="T70" fmla="*/ 2 w 36"/>
                <a:gd name="T71" fmla="*/ 8 h 32"/>
                <a:gd name="T72" fmla="*/ 16 w 36"/>
                <a:gd name="T73" fmla="*/ 0 h 3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36"/>
                <a:gd name="T112" fmla="*/ 0 h 32"/>
                <a:gd name="T113" fmla="*/ 36 w 36"/>
                <a:gd name="T114" fmla="*/ 32 h 3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36" h="32">
                  <a:moveTo>
                    <a:pt x="16" y="0"/>
                  </a:moveTo>
                  <a:lnTo>
                    <a:pt x="16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8" y="0"/>
                  </a:lnTo>
                  <a:lnTo>
                    <a:pt x="30" y="2"/>
                  </a:lnTo>
                  <a:lnTo>
                    <a:pt x="32" y="6"/>
                  </a:lnTo>
                  <a:lnTo>
                    <a:pt x="34" y="8"/>
                  </a:lnTo>
                  <a:lnTo>
                    <a:pt x="36" y="12"/>
                  </a:lnTo>
                  <a:lnTo>
                    <a:pt x="36" y="16"/>
                  </a:lnTo>
                  <a:lnTo>
                    <a:pt x="36" y="22"/>
                  </a:lnTo>
                  <a:lnTo>
                    <a:pt x="32" y="28"/>
                  </a:lnTo>
                  <a:lnTo>
                    <a:pt x="30" y="30"/>
                  </a:lnTo>
                  <a:lnTo>
                    <a:pt x="28" y="32"/>
                  </a:lnTo>
                  <a:lnTo>
                    <a:pt x="26" y="30"/>
                  </a:lnTo>
                  <a:lnTo>
                    <a:pt x="24" y="30"/>
                  </a:lnTo>
                  <a:lnTo>
                    <a:pt x="20" y="30"/>
                  </a:lnTo>
                  <a:lnTo>
                    <a:pt x="18" y="28"/>
                  </a:lnTo>
                  <a:lnTo>
                    <a:pt x="16" y="26"/>
                  </a:lnTo>
                  <a:lnTo>
                    <a:pt x="16" y="24"/>
                  </a:lnTo>
                  <a:lnTo>
                    <a:pt x="16" y="20"/>
                  </a:lnTo>
                  <a:lnTo>
                    <a:pt x="14" y="18"/>
                  </a:lnTo>
                  <a:lnTo>
                    <a:pt x="12" y="20"/>
                  </a:lnTo>
                  <a:lnTo>
                    <a:pt x="10" y="22"/>
                  </a:lnTo>
                  <a:lnTo>
                    <a:pt x="8" y="22"/>
                  </a:lnTo>
                  <a:lnTo>
                    <a:pt x="6" y="20"/>
                  </a:lnTo>
                  <a:lnTo>
                    <a:pt x="4" y="18"/>
                  </a:lnTo>
                  <a:lnTo>
                    <a:pt x="2" y="18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2" y="8"/>
                  </a:lnTo>
                  <a:lnTo>
                    <a:pt x="16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73" name="Freeform 235"/>
            <p:cNvSpPr>
              <a:spLocks/>
            </p:cNvSpPr>
            <p:nvPr/>
          </p:nvSpPr>
          <p:spPr bwMode="gray">
            <a:xfrm>
              <a:off x="961" y="2194"/>
              <a:ext cx="36" cy="62"/>
            </a:xfrm>
            <a:custGeom>
              <a:avLst/>
              <a:gdLst>
                <a:gd name="T0" fmla="*/ 30 w 36"/>
                <a:gd name="T1" fmla="*/ 58 h 62"/>
                <a:gd name="T2" fmla="*/ 30 w 36"/>
                <a:gd name="T3" fmla="*/ 46 h 62"/>
                <a:gd name="T4" fmla="*/ 30 w 36"/>
                <a:gd name="T5" fmla="*/ 44 h 62"/>
                <a:gd name="T6" fmla="*/ 30 w 36"/>
                <a:gd name="T7" fmla="*/ 42 h 62"/>
                <a:gd name="T8" fmla="*/ 28 w 36"/>
                <a:gd name="T9" fmla="*/ 38 h 62"/>
                <a:gd name="T10" fmla="*/ 30 w 36"/>
                <a:gd name="T11" fmla="*/ 36 h 62"/>
                <a:gd name="T12" fmla="*/ 30 w 36"/>
                <a:gd name="T13" fmla="*/ 32 h 62"/>
                <a:gd name="T14" fmla="*/ 32 w 36"/>
                <a:gd name="T15" fmla="*/ 30 h 62"/>
                <a:gd name="T16" fmla="*/ 36 w 36"/>
                <a:gd name="T17" fmla="*/ 28 h 62"/>
                <a:gd name="T18" fmla="*/ 36 w 36"/>
                <a:gd name="T19" fmla="*/ 28 h 62"/>
                <a:gd name="T20" fmla="*/ 36 w 36"/>
                <a:gd name="T21" fmla="*/ 24 h 62"/>
                <a:gd name="T22" fmla="*/ 34 w 36"/>
                <a:gd name="T23" fmla="*/ 22 h 62"/>
                <a:gd name="T24" fmla="*/ 34 w 36"/>
                <a:gd name="T25" fmla="*/ 18 h 62"/>
                <a:gd name="T26" fmla="*/ 32 w 36"/>
                <a:gd name="T27" fmla="*/ 16 h 62"/>
                <a:gd name="T28" fmla="*/ 32 w 36"/>
                <a:gd name="T29" fmla="*/ 16 h 62"/>
                <a:gd name="T30" fmla="*/ 30 w 36"/>
                <a:gd name="T31" fmla="*/ 12 h 62"/>
                <a:gd name="T32" fmla="*/ 30 w 36"/>
                <a:gd name="T33" fmla="*/ 8 h 62"/>
                <a:gd name="T34" fmla="*/ 30 w 36"/>
                <a:gd name="T35" fmla="*/ 4 h 62"/>
                <a:gd name="T36" fmla="*/ 28 w 36"/>
                <a:gd name="T37" fmla="*/ 0 h 62"/>
                <a:gd name="T38" fmla="*/ 28 w 36"/>
                <a:gd name="T39" fmla="*/ 0 h 62"/>
                <a:gd name="T40" fmla="*/ 24 w 36"/>
                <a:gd name="T41" fmla="*/ 0 h 62"/>
                <a:gd name="T42" fmla="*/ 2 w 36"/>
                <a:gd name="T43" fmla="*/ 20 h 62"/>
                <a:gd name="T44" fmla="*/ 2 w 36"/>
                <a:gd name="T45" fmla="*/ 22 h 62"/>
                <a:gd name="T46" fmla="*/ 0 w 36"/>
                <a:gd name="T47" fmla="*/ 26 h 62"/>
                <a:gd name="T48" fmla="*/ 0 w 36"/>
                <a:gd name="T49" fmla="*/ 32 h 62"/>
                <a:gd name="T50" fmla="*/ 0 w 36"/>
                <a:gd name="T51" fmla="*/ 36 h 62"/>
                <a:gd name="T52" fmla="*/ 2 w 36"/>
                <a:gd name="T53" fmla="*/ 40 h 62"/>
                <a:gd name="T54" fmla="*/ 2 w 36"/>
                <a:gd name="T55" fmla="*/ 44 h 62"/>
                <a:gd name="T56" fmla="*/ 2 w 36"/>
                <a:gd name="T57" fmla="*/ 46 h 62"/>
                <a:gd name="T58" fmla="*/ 10 w 36"/>
                <a:gd name="T59" fmla="*/ 54 h 62"/>
                <a:gd name="T60" fmla="*/ 10 w 36"/>
                <a:gd name="T61" fmla="*/ 62 h 62"/>
                <a:gd name="T62" fmla="*/ 30 w 36"/>
                <a:gd name="T63" fmla="*/ 58 h 6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36"/>
                <a:gd name="T97" fmla="*/ 0 h 62"/>
                <a:gd name="T98" fmla="*/ 36 w 36"/>
                <a:gd name="T99" fmla="*/ 62 h 6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36" h="62">
                  <a:moveTo>
                    <a:pt x="30" y="58"/>
                  </a:moveTo>
                  <a:lnTo>
                    <a:pt x="30" y="46"/>
                  </a:lnTo>
                  <a:lnTo>
                    <a:pt x="30" y="44"/>
                  </a:lnTo>
                  <a:lnTo>
                    <a:pt x="30" y="42"/>
                  </a:lnTo>
                  <a:lnTo>
                    <a:pt x="28" y="38"/>
                  </a:lnTo>
                  <a:lnTo>
                    <a:pt x="30" y="36"/>
                  </a:lnTo>
                  <a:lnTo>
                    <a:pt x="30" y="32"/>
                  </a:lnTo>
                  <a:lnTo>
                    <a:pt x="32" y="30"/>
                  </a:lnTo>
                  <a:lnTo>
                    <a:pt x="36" y="28"/>
                  </a:lnTo>
                  <a:lnTo>
                    <a:pt x="36" y="24"/>
                  </a:lnTo>
                  <a:lnTo>
                    <a:pt x="34" y="22"/>
                  </a:lnTo>
                  <a:lnTo>
                    <a:pt x="34" y="18"/>
                  </a:lnTo>
                  <a:lnTo>
                    <a:pt x="32" y="16"/>
                  </a:lnTo>
                  <a:lnTo>
                    <a:pt x="30" y="12"/>
                  </a:lnTo>
                  <a:lnTo>
                    <a:pt x="30" y="8"/>
                  </a:lnTo>
                  <a:lnTo>
                    <a:pt x="30" y="4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2" y="20"/>
                  </a:lnTo>
                  <a:lnTo>
                    <a:pt x="2" y="22"/>
                  </a:lnTo>
                  <a:lnTo>
                    <a:pt x="0" y="26"/>
                  </a:lnTo>
                  <a:lnTo>
                    <a:pt x="0" y="32"/>
                  </a:lnTo>
                  <a:lnTo>
                    <a:pt x="0" y="36"/>
                  </a:lnTo>
                  <a:lnTo>
                    <a:pt x="2" y="40"/>
                  </a:lnTo>
                  <a:lnTo>
                    <a:pt x="2" y="44"/>
                  </a:lnTo>
                  <a:lnTo>
                    <a:pt x="2" y="46"/>
                  </a:lnTo>
                  <a:lnTo>
                    <a:pt x="10" y="54"/>
                  </a:lnTo>
                  <a:lnTo>
                    <a:pt x="10" y="62"/>
                  </a:lnTo>
                  <a:lnTo>
                    <a:pt x="30" y="5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74" name="Freeform 236"/>
            <p:cNvSpPr>
              <a:spLocks/>
            </p:cNvSpPr>
            <p:nvPr/>
          </p:nvSpPr>
          <p:spPr bwMode="gray">
            <a:xfrm>
              <a:off x="1011" y="1856"/>
              <a:ext cx="168" cy="390"/>
            </a:xfrm>
            <a:custGeom>
              <a:avLst/>
              <a:gdLst>
                <a:gd name="T0" fmla="*/ 0 w 168"/>
                <a:gd name="T1" fmla="*/ 286 h 390"/>
                <a:gd name="T2" fmla="*/ 0 w 168"/>
                <a:gd name="T3" fmla="*/ 300 h 390"/>
                <a:gd name="T4" fmla="*/ 0 w 168"/>
                <a:gd name="T5" fmla="*/ 312 h 390"/>
                <a:gd name="T6" fmla="*/ 0 w 168"/>
                <a:gd name="T7" fmla="*/ 322 h 390"/>
                <a:gd name="T8" fmla="*/ 16 w 168"/>
                <a:gd name="T9" fmla="*/ 388 h 390"/>
                <a:gd name="T10" fmla="*/ 38 w 168"/>
                <a:gd name="T11" fmla="*/ 382 h 390"/>
                <a:gd name="T12" fmla="*/ 50 w 168"/>
                <a:gd name="T13" fmla="*/ 372 h 390"/>
                <a:gd name="T14" fmla="*/ 60 w 168"/>
                <a:gd name="T15" fmla="*/ 360 h 390"/>
                <a:gd name="T16" fmla="*/ 66 w 168"/>
                <a:gd name="T17" fmla="*/ 328 h 390"/>
                <a:gd name="T18" fmla="*/ 88 w 168"/>
                <a:gd name="T19" fmla="*/ 296 h 390"/>
                <a:gd name="T20" fmla="*/ 94 w 168"/>
                <a:gd name="T21" fmla="*/ 282 h 390"/>
                <a:gd name="T22" fmla="*/ 92 w 168"/>
                <a:gd name="T23" fmla="*/ 272 h 390"/>
                <a:gd name="T24" fmla="*/ 82 w 168"/>
                <a:gd name="T25" fmla="*/ 264 h 390"/>
                <a:gd name="T26" fmla="*/ 76 w 168"/>
                <a:gd name="T27" fmla="*/ 262 h 390"/>
                <a:gd name="T28" fmla="*/ 78 w 168"/>
                <a:gd name="T29" fmla="*/ 230 h 390"/>
                <a:gd name="T30" fmla="*/ 78 w 168"/>
                <a:gd name="T31" fmla="*/ 232 h 390"/>
                <a:gd name="T32" fmla="*/ 80 w 168"/>
                <a:gd name="T33" fmla="*/ 218 h 390"/>
                <a:gd name="T34" fmla="*/ 86 w 168"/>
                <a:gd name="T35" fmla="*/ 204 h 390"/>
                <a:gd name="T36" fmla="*/ 94 w 168"/>
                <a:gd name="T37" fmla="*/ 194 h 390"/>
                <a:gd name="T38" fmla="*/ 106 w 168"/>
                <a:gd name="T39" fmla="*/ 184 h 390"/>
                <a:gd name="T40" fmla="*/ 116 w 168"/>
                <a:gd name="T41" fmla="*/ 176 h 390"/>
                <a:gd name="T42" fmla="*/ 122 w 168"/>
                <a:gd name="T43" fmla="*/ 158 h 390"/>
                <a:gd name="T44" fmla="*/ 122 w 168"/>
                <a:gd name="T45" fmla="*/ 140 h 390"/>
                <a:gd name="T46" fmla="*/ 156 w 168"/>
                <a:gd name="T47" fmla="*/ 118 h 390"/>
                <a:gd name="T48" fmla="*/ 168 w 168"/>
                <a:gd name="T49" fmla="*/ 118 h 390"/>
                <a:gd name="T50" fmla="*/ 162 w 168"/>
                <a:gd name="T51" fmla="*/ 106 h 390"/>
                <a:gd name="T52" fmla="*/ 152 w 168"/>
                <a:gd name="T53" fmla="*/ 80 h 390"/>
                <a:gd name="T54" fmla="*/ 152 w 168"/>
                <a:gd name="T55" fmla="*/ 72 h 390"/>
                <a:gd name="T56" fmla="*/ 156 w 168"/>
                <a:gd name="T57" fmla="*/ 68 h 390"/>
                <a:gd name="T58" fmla="*/ 156 w 168"/>
                <a:gd name="T59" fmla="*/ 56 h 390"/>
                <a:gd name="T60" fmla="*/ 140 w 168"/>
                <a:gd name="T61" fmla="*/ 38 h 390"/>
                <a:gd name="T62" fmla="*/ 130 w 168"/>
                <a:gd name="T63" fmla="*/ 24 h 390"/>
                <a:gd name="T64" fmla="*/ 122 w 168"/>
                <a:gd name="T65" fmla="*/ 20 h 390"/>
                <a:gd name="T66" fmla="*/ 114 w 168"/>
                <a:gd name="T67" fmla="*/ 4 h 390"/>
                <a:gd name="T68" fmla="*/ 102 w 168"/>
                <a:gd name="T69" fmla="*/ 14 h 390"/>
                <a:gd name="T70" fmla="*/ 92 w 168"/>
                <a:gd name="T71" fmla="*/ 24 h 390"/>
                <a:gd name="T72" fmla="*/ 86 w 168"/>
                <a:gd name="T73" fmla="*/ 32 h 390"/>
                <a:gd name="T74" fmla="*/ 80 w 168"/>
                <a:gd name="T75" fmla="*/ 44 h 390"/>
                <a:gd name="T76" fmla="*/ 76 w 168"/>
                <a:gd name="T77" fmla="*/ 56 h 390"/>
                <a:gd name="T78" fmla="*/ 70 w 168"/>
                <a:gd name="T79" fmla="*/ 82 h 390"/>
                <a:gd name="T80" fmla="*/ 64 w 168"/>
                <a:gd name="T81" fmla="*/ 92 h 390"/>
                <a:gd name="T82" fmla="*/ 54 w 168"/>
                <a:gd name="T83" fmla="*/ 104 h 390"/>
                <a:gd name="T84" fmla="*/ 46 w 168"/>
                <a:gd name="T85" fmla="*/ 122 h 390"/>
                <a:gd name="T86" fmla="*/ 12 w 168"/>
                <a:gd name="T87" fmla="*/ 178 h 390"/>
                <a:gd name="T88" fmla="*/ 14 w 168"/>
                <a:gd name="T89" fmla="*/ 260 h 390"/>
                <a:gd name="T90" fmla="*/ 14 w 168"/>
                <a:gd name="T91" fmla="*/ 266 h 390"/>
                <a:gd name="T92" fmla="*/ 8 w 168"/>
                <a:gd name="T93" fmla="*/ 278 h 39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68"/>
                <a:gd name="T142" fmla="*/ 0 h 390"/>
                <a:gd name="T143" fmla="*/ 168 w 168"/>
                <a:gd name="T144" fmla="*/ 390 h 390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68" h="390">
                  <a:moveTo>
                    <a:pt x="0" y="280"/>
                  </a:moveTo>
                  <a:lnTo>
                    <a:pt x="0" y="282"/>
                  </a:lnTo>
                  <a:lnTo>
                    <a:pt x="0" y="286"/>
                  </a:lnTo>
                  <a:lnTo>
                    <a:pt x="0" y="292"/>
                  </a:lnTo>
                  <a:lnTo>
                    <a:pt x="0" y="296"/>
                  </a:lnTo>
                  <a:lnTo>
                    <a:pt x="0" y="300"/>
                  </a:lnTo>
                  <a:lnTo>
                    <a:pt x="0" y="302"/>
                  </a:lnTo>
                  <a:lnTo>
                    <a:pt x="0" y="308"/>
                  </a:lnTo>
                  <a:lnTo>
                    <a:pt x="0" y="312"/>
                  </a:lnTo>
                  <a:lnTo>
                    <a:pt x="0" y="318"/>
                  </a:lnTo>
                  <a:lnTo>
                    <a:pt x="0" y="322"/>
                  </a:lnTo>
                  <a:lnTo>
                    <a:pt x="0" y="350"/>
                  </a:lnTo>
                  <a:lnTo>
                    <a:pt x="12" y="368"/>
                  </a:lnTo>
                  <a:lnTo>
                    <a:pt x="16" y="388"/>
                  </a:lnTo>
                  <a:lnTo>
                    <a:pt x="24" y="390"/>
                  </a:lnTo>
                  <a:lnTo>
                    <a:pt x="36" y="386"/>
                  </a:lnTo>
                  <a:lnTo>
                    <a:pt x="38" y="382"/>
                  </a:lnTo>
                  <a:lnTo>
                    <a:pt x="42" y="378"/>
                  </a:lnTo>
                  <a:lnTo>
                    <a:pt x="46" y="374"/>
                  </a:lnTo>
                  <a:lnTo>
                    <a:pt x="50" y="372"/>
                  </a:lnTo>
                  <a:lnTo>
                    <a:pt x="54" y="372"/>
                  </a:lnTo>
                  <a:lnTo>
                    <a:pt x="54" y="370"/>
                  </a:lnTo>
                  <a:lnTo>
                    <a:pt x="60" y="360"/>
                  </a:lnTo>
                  <a:lnTo>
                    <a:pt x="64" y="346"/>
                  </a:lnTo>
                  <a:lnTo>
                    <a:pt x="66" y="334"/>
                  </a:lnTo>
                  <a:lnTo>
                    <a:pt x="66" y="328"/>
                  </a:lnTo>
                  <a:lnTo>
                    <a:pt x="66" y="320"/>
                  </a:lnTo>
                  <a:lnTo>
                    <a:pt x="84" y="300"/>
                  </a:lnTo>
                  <a:lnTo>
                    <a:pt x="88" y="296"/>
                  </a:lnTo>
                  <a:lnTo>
                    <a:pt x="92" y="290"/>
                  </a:lnTo>
                  <a:lnTo>
                    <a:pt x="92" y="286"/>
                  </a:lnTo>
                  <a:lnTo>
                    <a:pt x="94" y="282"/>
                  </a:lnTo>
                  <a:lnTo>
                    <a:pt x="94" y="278"/>
                  </a:lnTo>
                  <a:lnTo>
                    <a:pt x="92" y="278"/>
                  </a:lnTo>
                  <a:lnTo>
                    <a:pt x="92" y="272"/>
                  </a:lnTo>
                  <a:lnTo>
                    <a:pt x="90" y="268"/>
                  </a:lnTo>
                  <a:lnTo>
                    <a:pt x="86" y="266"/>
                  </a:lnTo>
                  <a:lnTo>
                    <a:pt x="82" y="264"/>
                  </a:lnTo>
                  <a:lnTo>
                    <a:pt x="80" y="264"/>
                  </a:lnTo>
                  <a:lnTo>
                    <a:pt x="78" y="262"/>
                  </a:lnTo>
                  <a:lnTo>
                    <a:pt x="76" y="262"/>
                  </a:lnTo>
                  <a:lnTo>
                    <a:pt x="78" y="228"/>
                  </a:lnTo>
                  <a:lnTo>
                    <a:pt x="78" y="230"/>
                  </a:lnTo>
                  <a:lnTo>
                    <a:pt x="78" y="232"/>
                  </a:lnTo>
                  <a:lnTo>
                    <a:pt x="78" y="230"/>
                  </a:lnTo>
                  <a:lnTo>
                    <a:pt x="80" y="226"/>
                  </a:lnTo>
                  <a:lnTo>
                    <a:pt x="80" y="218"/>
                  </a:lnTo>
                  <a:lnTo>
                    <a:pt x="82" y="212"/>
                  </a:lnTo>
                  <a:lnTo>
                    <a:pt x="84" y="208"/>
                  </a:lnTo>
                  <a:lnTo>
                    <a:pt x="86" y="204"/>
                  </a:lnTo>
                  <a:lnTo>
                    <a:pt x="88" y="200"/>
                  </a:lnTo>
                  <a:lnTo>
                    <a:pt x="90" y="196"/>
                  </a:lnTo>
                  <a:lnTo>
                    <a:pt x="94" y="194"/>
                  </a:lnTo>
                  <a:lnTo>
                    <a:pt x="98" y="190"/>
                  </a:lnTo>
                  <a:lnTo>
                    <a:pt x="104" y="188"/>
                  </a:lnTo>
                  <a:lnTo>
                    <a:pt x="106" y="184"/>
                  </a:lnTo>
                  <a:lnTo>
                    <a:pt x="110" y="184"/>
                  </a:lnTo>
                  <a:lnTo>
                    <a:pt x="110" y="182"/>
                  </a:lnTo>
                  <a:lnTo>
                    <a:pt x="116" y="176"/>
                  </a:lnTo>
                  <a:lnTo>
                    <a:pt x="120" y="170"/>
                  </a:lnTo>
                  <a:lnTo>
                    <a:pt x="122" y="164"/>
                  </a:lnTo>
                  <a:lnTo>
                    <a:pt x="122" y="158"/>
                  </a:lnTo>
                  <a:lnTo>
                    <a:pt x="122" y="156"/>
                  </a:lnTo>
                  <a:lnTo>
                    <a:pt x="122" y="154"/>
                  </a:lnTo>
                  <a:lnTo>
                    <a:pt x="122" y="140"/>
                  </a:lnTo>
                  <a:lnTo>
                    <a:pt x="134" y="130"/>
                  </a:lnTo>
                  <a:lnTo>
                    <a:pt x="144" y="120"/>
                  </a:lnTo>
                  <a:lnTo>
                    <a:pt x="156" y="118"/>
                  </a:lnTo>
                  <a:lnTo>
                    <a:pt x="166" y="120"/>
                  </a:lnTo>
                  <a:lnTo>
                    <a:pt x="168" y="118"/>
                  </a:lnTo>
                  <a:lnTo>
                    <a:pt x="168" y="116"/>
                  </a:lnTo>
                  <a:lnTo>
                    <a:pt x="166" y="114"/>
                  </a:lnTo>
                  <a:lnTo>
                    <a:pt x="162" y="106"/>
                  </a:lnTo>
                  <a:lnTo>
                    <a:pt x="158" y="96"/>
                  </a:lnTo>
                  <a:lnTo>
                    <a:pt x="154" y="86"/>
                  </a:lnTo>
                  <a:lnTo>
                    <a:pt x="152" y="80"/>
                  </a:lnTo>
                  <a:lnTo>
                    <a:pt x="152" y="78"/>
                  </a:lnTo>
                  <a:lnTo>
                    <a:pt x="152" y="76"/>
                  </a:lnTo>
                  <a:lnTo>
                    <a:pt x="152" y="72"/>
                  </a:lnTo>
                  <a:lnTo>
                    <a:pt x="154" y="70"/>
                  </a:lnTo>
                  <a:lnTo>
                    <a:pt x="156" y="68"/>
                  </a:lnTo>
                  <a:lnTo>
                    <a:pt x="158" y="64"/>
                  </a:lnTo>
                  <a:lnTo>
                    <a:pt x="158" y="60"/>
                  </a:lnTo>
                  <a:lnTo>
                    <a:pt x="156" y="56"/>
                  </a:lnTo>
                  <a:lnTo>
                    <a:pt x="152" y="50"/>
                  </a:lnTo>
                  <a:lnTo>
                    <a:pt x="142" y="42"/>
                  </a:lnTo>
                  <a:lnTo>
                    <a:pt x="140" y="38"/>
                  </a:lnTo>
                  <a:lnTo>
                    <a:pt x="136" y="32"/>
                  </a:lnTo>
                  <a:lnTo>
                    <a:pt x="132" y="28"/>
                  </a:lnTo>
                  <a:lnTo>
                    <a:pt x="130" y="24"/>
                  </a:lnTo>
                  <a:lnTo>
                    <a:pt x="126" y="22"/>
                  </a:lnTo>
                  <a:lnTo>
                    <a:pt x="124" y="20"/>
                  </a:lnTo>
                  <a:lnTo>
                    <a:pt x="122" y="20"/>
                  </a:lnTo>
                  <a:lnTo>
                    <a:pt x="118" y="0"/>
                  </a:lnTo>
                  <a:lnTo>
                    <a:pt x="116" y="2"/>
                  </a:lnTo>
                  <a:lnTo>
                    <a:pt x="114" y="4"/>
                  </a:lnTo>
                  <a:lnTo>
                    <a:pt x="110" y="6"/>
                  </a:lnTo>
                  <a:lnTo>
                    <a:pt x="106" y="10"/>
                  </a:lnTo>
                  <a:lnTo>
                    <a:pt x="102" y="14"/>
                  </a:lnTo>
                  <a:lnTo>
                    <a:pt x="98" y="18"/>
                  </a:lnTo>
                  <a:lnTo>
                    <a:pt x="94" y="22"/>
                  </a:lnTo>
                  <a:lnTo>
                    <a:pt x="92" y="24"/>
                  </a:lnTo>
                  <a:lnTo>
                    <a:pt x="90" y="26"/>
                  </a:lnTo>
                  <a:lnTo>
                    <a:pt x="88" y="28"/>
                  </a:lnTo>
                  <a:lnTo>
                    <a:pt x="86" y="32"/>
                  </a:lnTo>
                  <a:lnTo>
                    <a:pt x="84" y="36"/>
                  </a:lnTo>
                  <a:lnTo>
                    <a:pt x="82" y="40"/>
                  </a:lnTo>
                  <a:lnTo>
                    <a:pt x="80" y="44"/>
                  </a:lnTo>
                  <a:lnTo>
                    <a:pt x="78" y="48"/>
                  </a:lnTo>
                  <a:lnTo>
                    <a:pt x="78" y="52"/>
                  </a:lnTo>
                  <a:lnTo>
                    <a:pt x="76" y="56"/>
                  </a:lnTo>
                  <a:lnTo>
                    <a:pt x="72" y="60"/>
                  </a:lnTo>
                  <a:lnTo>
                    <a:pt x="72" y="82"/>
                  </a:lnTo>
                  <a:lnTo>
                    <a:pt x="70" y="82"/>
                  </a:lnTo>
                  <a:lnTo>
                    <a:pt x="70" y="84"/>
                  </a:lnTo>
                  <a:lnTo>
                    <a:pt x="66" y="88"/>
                  </a:lnTo>
                  <a:lnTo>
                    <a:pt x="64" y="92"/>
                  </a:lnTo>
                  <a:lnTo>
                    <a:pt x="60" y="96"/>
                  </a:lnTo>
                  <a:lnTo>
                    <a:pt x="56" y="100"/>
                  </a:lnTo>
                  <a:lnTo>
                    <a:pt x="54" y="104"/>
                  </a:lnTo>
                  <a:lnTo>
                    <a:pt x="50" y="106"/>
                  </a:lnTo>
                  <a:lnTo>
                    <a:pt x="48" y="106"/>
                  </a:lnTo>
                  <a:lnTo>
                    <a:pt x="46" y="122"/>
                  </a:lnTo>
                  <a:lnTo>
                    <a:pt x="36" y="140"/>
                  </a:lnTo>
                  <a:lnTo>
                    <a:pt x="34" y="164"/>
                  </a:lnTo>
                  <a:lnTo>
                    <a:pt x="12" y="178"/>
                  </a:lnTo>
                  <a:lnTo>
                    <a:pt x="16" y="184"/>
                  </a:lnTo>
                  <a:lnTo>
                    <a:pt x="16" y="234"/>
                  </a:lnTo>
                  <a:lnTo>
                    <a:pt x="14" y="260"/>
                  </a:lnTo>
                  <a:lnTo>
                    <a:pt x="14" y="262"/>
                  </a:lnTo>
                  <a:lnTo>
                    <a:pt x="14" y="264"/>
                  </a:lnTo>
                  <a:lnTo>
                    <a:pt x="14" y="266"/>
                  </a:lnTo>
                  <a:lnTo>
                    <a:pt x="12" y="270"/>
                  </a:lnTo>
                  <a:lnTo>
                    <a:pt x="12" y="274"/>
                  </a:lnTo>
                  <a:lnTo>
                    <a:pt x="8" y="278"/>
                  </a:lnTo>
                  <a:lnTo>
                    <a:pt x="4" y="280"/>
                  </a:lnTo>
                  <a:lnTo>
                    <a:pt x="0" y="28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75" name="Freeform 237"/>
            <p:cNvSpPr>
              <a:spLocks/>
            </p:cNvSpPr>
            <p:nvPr/>
          </p:nvSpPr>
          <p:spPr bwMode="gray">
            <a:xfrm>
              <a:off x="1129" y="1828"/>
              <a:ext cx="124" cy="310"/>
            </a:xfrm>
            <a:custGeom>
              <a:avLst/>
              <a:gdLst>
                <a:gd name="T0" fmla="*/ 102 w 124"/>
                <a:gd name="T1" fmla="*/ 62 h 310"/>
                <a:gd name="T2" fmla="*/ 122 w 124"/>
                <a:gd name="T3" fmla="*/ 112 h 310"/>
                <a:gd name="T4" fmla="*/ 112 w 124"/>
                <a:gd name="T5" fmla="*/ 128 h 310"/>
                <a:gd name="T6" fmla="*/ 114 w 124"/>
                <a:gd name="T7" fmla="*/ 134 h 310"/>
                <a:gd name="T8" fmla="*/ 118 w 124"/>
                <a:gd name="T9" fmla="*/ 144 h 310"/>
                <a:gd name="T10" fmla="*/ 118 w 124"/>
                <a:gd name="T11" fmla="*/ 152 h 310"/>
                <a:gd name="T12" fmla="*/ 114 w 124"/>
                <a:gd name="T13" fmla="*/ 182 h 310"/>
                <a:gd name="T14" fmla="*/ 114 w 124"/>
                <a:gd name="T15" fmla="*/ 212 h 310"/>
                <a:gd name="T16" fmla="*/ 122 w 124"/>
                <a:gd name="T17" fmla="*/ 222 h 310"/>
                <a:gd name="T18" fmla="*/ 124 w 124"/>
                <a:gd name="T19" fmla="*/ 254 h 310"/>
                <a:gd name="T20" fmla="*/ 124 w 124"/>
                <a:gd name="T21" fmla="*/ 260 h 310"/>
                <a:gd name="T22" fmla="*/ 90 w 124"/>
                <a:gd name="T23" fmla="*/ 292 h 310"/>
                <a:gd name="T24" fmla="*/ 92 w 124"/>
                <a:gd name="T25" fmla="*/ 294 h 310"/>
                <a:gd name="T26" fmla="*/ 88 w 124"/>
                <a:gd name="T27" fmla="*/ 294 h 310"/>
                <a:gd name="T28" fmla="*/ 80 w 124"/>
                <a:gd name="T29" fmla="*/ 292 h 310"/>
                <a:gd name="T30" fmla="*/ 72 w 124"/>
                <a:gd name="T31" fmla="*/ 296 h 310"/>
                <a:gd name="T32" fmla="*/ 54 w 124"/>
                <a:gd name="T33" fmla="*/ 302 h 310"/>
                <a:gd name="T34" fmla="*/ 48 w 124"/>
                <a:gd name="T35" fmla="*/ 304 h 310"/>
                <a:gd name="T36" fmla="*/ 38 w 124"/>
                <a:gd name="T37" fmla="*/ 306 h 310"/>
                <a:gd name="T38" fmla="*/ 24 w 124"/>
                <a:gd name="T39" fmla="*/ 306 h 310"/>
                <a:gd name="T40" fmla="*/ 20 w 124"/>
                <a:gd name="T41" fmla="*/ 304 h 310"/>
                <a:gd name="T42" fmla="*/ 12 w 124"/>
                <a:gd name="T43" fmla="*/ 298 h 310"/>
                <a:gd name="T44" fmla="*/ 6 w 124"/>
                <a:gd name="T45" fmla="*/ 292 h 310"/>
                <a:gd name="T46" fmla="*/ 4 w 124"/>
                <a:gd name="T47" fmla="*/ 286 h 310"/>
                <a:gd name="T48" fmla="*/ 4 w 124"/>
                <a:gd name="T49" fmla="*/ 278 h 310"/>
                <a:gd name="T50" fmla="*/ 4 w 124"/>
                <a:gd name="T51" fmla="*/ 268 h 310"/>
                <a:gd name="T52" fmla="*/ 4 w 124"/>
                <a:gd name="T53" fmla="*/ 230 h 310"/>
                <a:gd name="T54" fmla="*/ 6 w 124"/>
                <a:gd name="T55" fmla="*/ 224 h 310"/>
                <a:gd name="T56" fmla="*/ 12 w 124"/>
                <a:gd name="T57" fmla="*/ 212 h 310"/>
                <a:gd name="T58" fmla="*/ 42 w 124"/>
                <a:gd name="T59" fmla="*/ 186 h 310"/>
                <a:gd name="T60" fmla="*/ 50 w 124"/>
                <a:gd name="T61" fmla="*/ 178 h 310"/>
                <a:gd name="T62" fmla="*/ 56 w 124"/>
                <a:gd name="T63" fmla="*/ 158 h 310"/>
                <a:gd name="T64" fmla="*/ 48 w 124"/>
                <a:gd name="T65" fmla="*/ 148 h 310"/>
                <a:gd name="T66" fmla="*/ 50 w 124"/>
                <a:gd name="T67" fmla="*/ 146 h 310"/>
                <a:gd name="T68" fmla="*/ 48 w 124"/>
                <a:gd name="T69" fmla="*/ 142 h 310"/>
                <a:gd name="T70" fmla="*/ 38 w 124"/>
                <a:gd name="T71" fmla="*/ 122 h 310"/>
                <a:gd name="T72" fmla="*/ 34 w 124"/>
                <a:gd name="T73" fmla="*/ 100 h 310"/>
                <a:gd name="T74" fmla="*/ 36 w 124"/>
                <a:gd name="T75" fmla="*/ 98 h 310"/>
                <a:gd name="T76" fmla="*/ 40 w 124"/>
                <a:gd name="T77" fmla="*/ 94 h 310"/>
                <a:gd name="T78" fmla="*/ 38 w 124"/>
                <a:gd name="T79" fmla="*/ 86 h 310"/>
                <a:gd name="T80" fmla="*/ 32 w 124"/>
                <a:gd name="T81" fmla="*/ 76 h 310"/>
                <a:gd name="T82" fmla="*/ 22 w 124"/>
                <a:gd name="T83" fmla="*/ 68 h 310"/>
                <a:gd name="T84" fmla="*/ 18 w 124"/>
                <a:gd name="T85" fmla="*/ 62 h 310"/>
                <a:gd name="T86" fmla="*/ 10 w 124"/>
                <a:gd name="T87" fmla="*/ 52 h 310"/>
                <a:gd name="T88" fmla="*/ 0 w 124"/>
                <a:gd name="T89" fmla="*/ 28 h 310"/>
                <a:gd name="T90" fmla="*/ 10 w 124"/>
                <a:gd name="T91" fmla="*/ 20 h 310"/>
                <a:gd name="T92" fmla="*/ 28 w 124"/>
                <a:gd name="T93" fmla="*/ 16 h 310"/>
                <a:gd name="T94" fmla="*/ 40 w 124"/>
                <a:gd name="T95" fmla="*/ 24 h 310"/>
                <a:gd name="T96" fmla="*/ 58 w 124"/>
                <a:gd name="T97" fmla="*/ 22 h 310"/>
                <a:gd name="T98" fmla="*/ 72 w 124"/>
                <a:gd name="T99" fmla="*/ 14 h 310"/>
                <a:gd name="T100" fmla="*/ 72 w 124"/>
                <a:gd name="T101" fmla="*/ 12 h 310"/>
                <a:gd name="T102" fmla="*/ 76 w 124"/>
                <a:gd name="T103" fmla="*/ 6 h 310"/>
                <a:gd name="T104" fmla="*/ 82 w 124"/>
                <a:gd name="T105" fmla="*/ 2 h 310"/>
                <a:gd name="T106" fmla="*/ 92 w 124"/>
                <a:gd name="T107" fmla="*/ 2 h 310"/>
                <a:gd name="T108" fmla="*/ 120 w 124"/>
                <a:gd name="T109" fmla="*/ 20 h 310"/>
                <a:gd name="T110" fmla="*/ 116 w 124"/>
                <a:gd name="T111" fmla="*/ 26 h 310"/>
                <a:gd name="T112" fmla="*/ 102 w 124"/>
                <a:gd name="T113" fmla="*/ 46 h 31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24"/>
                <a:gd name="T172" fmla="*/ 0 h 310"/>
                <a:gd name="T173" fmla="*/ 124 w 124"/>
                <a:gd name="T174" fmla="*/ 310 h 310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24" h="310">
                  <a:moveTo>
                    <a:pt x="102" y="46"/>
                  </a:moveTo>
                  <a:lnTo>
                    <a:pt x="102" y="62"/>
                  </a:lnTo>
                  <a:lnTo>
                    <a:pt x="122" y="82"/>
                  </a:lnTo>
                  <a:lnTo>
                    <a:pt x="122" y="112"/>
                  </a:lnTo>
                  <a:lnTo>
                    <a:pt x="110" y="126"/>
                  </a:lnTo>
                  <a:lnTo>
                    <a:pt x="112" y="128"/>
                  </a:lnTo>
                  <a:lnTo>
                    <a:pt x="112" y="130"/>
                  </a:lnTo>
                  <a:lnTo>
                    <a:pt x="114" y="134"/>
                  </a:lnTo>
                  <a:lnTo>
                    <a:pt x="116" y="140"/>
                  </a:lnTo>
                  <a:lnTo>
                    <a:pt x="118" y="144"/>
                  </a:lnTo>
                  <a:lnTo>
                    <a:pt x="118" y="146"/>
                  </a:lnTo>
                  <a:lnTo>
                    <a:pt x="118" y="152"/>
                  </a:lnTo>
                  <a:lnTo>
                    <a:pt x="116" y="164"/>
                  </a:lnTo>
                  <a:lnTo>
                    <a:pt x="114" y="182"/>
                  </a:lnTo>
                  <a:lnTo>
                    <a:pt x="114" y="200"/>
                  </a:lnTo>
                  <a:lnTo>
                    <a:pt x="114" y="212"/>
                  </a:lnTo>
                  <a:lnTo>
                    <a:pt x="118" y="218"/>
                  </a:lnTo>
                  <a:lnTo>
                    <a:pt x="122" y="222"/>
                  </a:lnTo>
                  <a:lnTo>
                    <a:pt x="124" y="234"/>
                  </a:lnTo>
                  <a:lnTo>
                    <a:pt x="124" y="254"/>
                  </a:lnTo>
                  <a:lnTo>
                    <a:pt x="124" y="258"/>
                  </a:lnTo>
                  <a:lnTo>
                    <a:pt x="124" y="260"/>
                  </a:lnTo>
                  <a:lnTo>
                    <a:pt x="122" y="260"/>
                  </a:lnTo>
                  <a:lnTo>
                    <a:pt x="90" y="292"/>
                  </a:lnTo>
                  <a:lnTo>
                    <a:pt x="90" y="294"/>
                  </a:lnTo>
                  <a:lnTo>
                    <a:pt x="92" y="294"/>
                  </a:lnTo>
                  <a:lnTo>
                    <a:pt x="90" y="294"/>
                  </a:lnTo>
                  <a:lnTo>
                    <a:pt x="88" y="294"/>
                  </a:lnTo>
                  <a:lnTo>
                    <a:pt x="84" y="292"/>
                  </a:lnTo>
                  <a:lnTo>
                    <a:pt x="80" y="292"/>
                  </a:lnTo>
                  <a:lnTo>
                    <a:pt x="76" y="294"/>
                  </a:lnTo>
                  <a:lnTo>
                    <a:pt x="72" y="296"/>
                  </a:lnTo>
                  <a:lnTo>
                    <a:pt x="68" y="298"/>
                  </a:lnTo>
                  <a:lnTo>
                    <a:pt x="54" y="302"/>
                  </a:lnTo>
                  <a:lnTo>
                    <a:pt x="52" y="302"/>
                  </a:lnTo>
                  <a:lnTo>
                    <a:pt x="48" y="304"/>
                  </a:lnTo>
                  <a:lnTo>
                    <a:pt x="44" y="304"/>
                  </a:lnTo>
                  <a:lnTo>
                    <a:pt x="38" y="306"/>
                  </a:lnTo>
                  <a:lnTo>
                    <a:pt x="34" y="310"/>
                  </a:lnTo>
                  <a:lnTo>
                    <a:pt x="24" y="306"/>
                  </a:lnTo>
                  <a:lnTo>
                    <a:pt x="22" y="304"/>
                  </a:lnTo>
                  <a:lnTo>
                    <a:pt x="20" y="304"/>
                  </a:lnTo>
                  <a:lnTo>
                    <a:pt x="16" y="300"/>
                  </a:lnTo>
                  <a:lnTo>
                    <a:pt x="12" y="298"/>
                  </a:lnTo>
                  <a:lnTo>
                    <a:pt x="8" y="294"/>
                  </a:lnTo>
                  <a:lnTo>
                    <a:pt x="6" y="292"/>
                  </a:lnTo>
                  <a:lnTo>
                    <a:pt x="4" y="288"/>
                  </a:lnTo>
                  <a:lnTo>
                    <a:pt x="4" y="286"/>
                  </a:lnTo>
                  <a:lnTo>
                    <a:pt x="4" y="284"/>
                  </a:lnTo>
                  <a:lnTo>
                    <a:pt x="4" y="278"/>
                  </a:lnTo>
                  <a:lnTo>
                    <a:pt x="4" y="272"/>
                  </a:lnTo>
                  <a:lnTo>
                    <a:pt x="4" y="268"/>
                  </a:lnTo>
                  <a:lnTo>
                    <a:pt x="4" y="262"/>
                  </a:lnTo>
                  <a:lnTo>
                    <a:pt x="4" y="230"/>
                  </a:lnTo>
                  <a:lnTo>
                    <a:pt x="4" y="228"/>
                  </a:lnTo>
                  <a:lnTo>
                    <a:pt x="6" y="224"/>
                  </a:lnTo>
                  <a:lnTo>
                    <a:pt x="8" y="218"/>
                  </a:lnTo>
                  <a:lnTo>
                    <a:pt x="12" y="212"/>
                  </a:lnTo>
                  <a:lnTo>
                    <a:pt x="20" y="206"/>
                  </a:lnTo>
                  <a:lnTo>
                    <a:pt x="42" y="186"/>
                  </a:lnTo>
                  <a:lnTo>
                    <a:pt x="46" y="184"/>
                  </a:lnTo>
                  <a:lnTo>
                    <a:pt x="50" y="178"/>
                  </a:lnTo>
                  <a:lnTo>
                    <a:pt x="56" y="170"/>
                  </a:lnTo>
                  <a:lnTo>
                    <a:pt x="56" y="158"/>
                  </a:lnTo>
                  <a:lnTo>
                    <a:pt x="48" y="148"/>
                  </a:lnTo>
                  <a:lnTo>
                    <a:pt x="50" y="146"/>
                  </a:lnTo>
                  <a:lnTo>
                    <a:pt x="50" y="144"/>
                  </a:lnTo>
                  <a:lnTo>
                    <a:pt x="48" y="142"/>
                  </a:lnTo>
                  <a:lnTo>
                    <a:pt x="42" y="132"/>
                  </a:lnTo>
                  <a:lnTo>
                    <a:pt x="38" y="122"/>
                  </a:lnTo>
                  <a:lnTo>
                    <a:pt x="34" y="110"/>
                  </a:lnTo>
                  <a:lnTo>
                    <a:pt x="34" y="100"/>
                  </a:lnTo>
                  <a:lnTo>
                    <a:pt x="36" y="98"/>
                  </a:lnTo>
                  <a:lnTo>
                    <a:pt x="38" y="96"/>
                  </a:lnTo>
                  <a:lnTo>
                    <a:pt x="40" y="94"/>
                  </a:lnTo>
                  <a:lnTo>
                    <a:pt x="40" y="90"/>
                  </a:lnTo>
                  <a:lnTo>
                    <a:pt x="38" y="86"/>
                  </a:lnTo>
                  <a:lnTo>
                    <a:pt x="36" y="82"/>
                  </a:lnTo>
                  <a:lnTo>
                    <a:pt x="32" y="76"/>
                  </a:lnTo>
                  <a:lnTo>
                    <a:pt x="24" y="70"/>
                  </a:lnTo>
                  <a:lnTo>
                    <a:pt x="22" y="68"/>
                  </a:lnTo>
                  <a:lnTo>
                    <a:pt x="22" y="66"/>
                  </a:lnTo>
                  <a:lnTo>
                    <a:pt x="18" y="62"/>
                  </a:lnTo>
                  <a:lnTo>
                    <a:pt x="16" y="56"/>
                  </a:lnTo>
                  <a:lnTo>
                    <a:pt x="10" y="52"/>
                  </a:lnTo>
                  <a:lnTo>
                    <a:pt x="4" y="48"/>
                  </a:lnTo>
                  <a:lnTo>
                    <a:pt x="0" y="28"/>
                  </a:lnTo>
                  <a:lnTo>
                    <a:pt x="2" y="26"/>
                  </a:lnTo>
                  <a:lnTo>
                    <a:pt x="10" y="20"/>
                  </a:lnTo>
                  <a:lnTo>
                    <a:pt x="18" y="16"/>
                  </a:lnTo>
                  <a:lnTo>
                    <a:pt x="28" y="16"/>
                  </a:lnTo>
                  <a:lnTo>
                    <a:pt x="38" y="22"/>
                  </a:lnTo>
                  <a:lnTo>
                    <a:pt x="40" y="24"/>
                  </a:lnTo>
                  <a:lnTo>
                    <a:pt x="48" y="24"/>
                  </a:lnTo>
                  <a:lnTo>
                    <a:pt x="58" y="22"/>
                  </a:lnTo>
                  <a:lnTo>
                    <a:pt x="66" y="20"/>
                  </a:lnTo>
                  <a:lnTo>
                    <a:pt x="72" y="14"/>
                  </a:lnTo>
                  <a:lnTo>
                    <a:pt x="72" y="12"/>
                  </a:lnTo>
                  <a:lnTo>
                    <a:pt x="74" y="8"/>
                  </a:lnTo>
                  <a:lnTo>
                    <a:pt x="76" y="6"/>
                  </a:lnTo>
                  <a:lnTo>
                    <a:pt x="78" y="2"/>
                  </a:lnTo>
                  <a:lnTo>
                    <a:pt x="82" y="2"/>
                  </a:lnTo>
                  <a:lnTo>
                    <a:pt x="86" y="0"/>
                  </a:lnTo>
                  <a:lnTo>
                    <a:pt x="92" y="2"/>
                  </a:lnTo>
                  <a:lnTo>
                    <a:pt x="122" y="18"/>
                  </a:lnTo>
                  <a:lnTo>
                    <a:pt x="120" y="20"/>
                  </a:lnTo>
                  <a:lnTo>
                    <a:pt x="120" y="22"/>
                  </a:lnTo>
                  <a:lnTo>
                    <a:pt x="116" y="26"/>
                  </a:lnTo>
                  <a:lnTo>
                    <a:pt x="110" y="28"/>
                  </a:lnTo>
                  <a:lnTo>
                    <a:pt x="102" y="4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76" name="Freeform 238"/>
            <p:cNvSpPr>
              <a:spLocks/>
            </p:cNvSpPr>
            <p:nvPr/>
          </p:nvSpPr>
          <p:spPr bwMode="gray">
            <a:xfrm>
              <a:off x="989" y="2266"/>
              <a:ext cx="54" cy="84"/>
            </a:xfrm>
            <a:custGeom>
              <a:avLst/>
              <a:gdLst>
                <a:gd name="T0" fmla="*/ 18 w 54"/>
                <a:gd name="T1" fmla="*/ 80 h 84"/>
                <a:gd name="T2" fmla="*/ 4 w 54"/>
                <a:gd name="T3" fmla="*/ 82 h 84"/>
                <a:gd name="T4" fmla="*/ 0 w 54"/>
                <a:gd name="T5" fmla="*/ 78 h 84"/>
                <a:gd name="T6" fmla="*/ 2 w 54"/>
                <a:gd name="T7" fmla="*/ 74 h 84"/>
                <a:gd name="T8" fmla="*/ 4 w 54"/>
                <a:gd name="T9" fmla="*/ 72 h 84"/>
                <a:gd name="T10" fmla="*/ 4 w 54"/>
                <a:gd name="T11" fmla="*/ 62 h 84"/>
                <a:gd name="T12" fmla="*/ 10 w 54"/>
                <a:gd name="T13" fmla="*/ 56 h 84"/>
                <a:gd name="T14" fmla="*/ 14 w 54"/>
                <a:gd name="T15" fmla="*/ 54 h 84"/>
                <a:gd name="T16" fmla="*/ 10 w 54"/>
                <a:gd name="T17" fmla="*/ 48 h 84"/>
                <a:gd name="T18" fmla="*/ 10 w 54"/>
                <a:gd name="T19" fmla="*/ 46 h 84"/>
                <a:gd name="T20" fmla="*/ 12 w 54"/>
                <a:gd name="T21" fmla="*/ 44 h 84"/>
                <a:gd name="T22" fmla="*/ 16 w 54"/>
                <a:gd name="T23" fmla="*/ 40 h 84"/>
                <a:gd name="T24" fmla="*/ 16 w 54"/>
                <a:gd name="T25" fmla="*/ 36 h 84"/>
                <a:gd name="T26" fmla="*/ 12 w 54"/>
                <a:gd name="T27" fmla="*/ 30 h 84"/>
                <a:gd name="T28" fmla="*/ 16 w 54"/>
                <a:gd name="T29" fmla="*/ 28 h 84"/>
                <a:gd name="T30" fmla="*/ 20 w 54"/>
                <a:gd name="T31" fmla="*/ 28 h 84"/>
                <a:gd name="T32" fmla="*/ 20 w 54"/>
                <a:gd name="T33" fmla="*/ 28 h 84"/>
                <a:gd name="T34" fmla="*/ 14 w 54"/>
                <a:gd name="T35" fmla="*/ 26 h 84"/>
                <a:gd name="T36" fmla="*/ 10 w 54"/>
                <a:gd name="T37" fmla="*/ 26 h 84"/>
                <a:gd name="T38" fmla="*/ 10 w 54"/>
                <a:gd name="T39" fmla="*/ 20 h 84"/>
                <a:gd name="T40" fmla="*/ 10 w 54"/>
                <a:gd name="T41" fmla="*/ 14 h 84"/>
                <a:gd name="T42" fmla="*/ 14 w 54"/>
                <a:gd name="T43" fmla="*/ 14 h 84"/>
                <a:gd name="T44" fmla="*/ 20 w 54"/>
                <a:gd name="T45" fmla="*/ 10 h 84"/>
                <a:gd name="T46" fmla="*/ 38 w 54"/>
                <a:gd name="T47" fmla="*/ 2 h 84"/>
                <a:gd name="T48" fmla="*/ 46 w 54"/>
                <a:gd name="T49" fmla="*/ 12 h 84"/>
                <a:gd name="T50" fmla="*/ 46 w 54"/>
                <a:gd name="T51" fmla="*/ 20 h 84"/>
                <a:gd name="T52" fmla="*/ 46 w 54"/>
                <a:gd name="T53" fmla="*/ 28 h 84"/>
                <a:gd name="T54" fmla="*/ 46 w 54"/>
                <a:gd name="T55" fmla="*/ 30 h 84"/>
                <a:gd name="T56" fmla="*/ 46 w 54"/>
                <a:gd name="T57" fmla="*/ 34 h 84"/>
                <a:gd name="T58" fmla="*/ 42 w 54"/>
                <a:gd name="T59" fmla="*/ 36 h 84"/>
                <a:gd name="T60" fmla="*/ 46 w 54"/>
                <a:gd name="T61" fmla="*/ 40 h 84"/>
                <a:gd name="T62" fmla="*/ 50 w 54"/>
                <a:gd name="T63" fmla="*/ 42 h 84"/>
                <a:gd name="T64" fmla="*/ 52 w 54"/>
                <a:gd name="T65" fmla="*/ 46 h 84"/>
                <a:gd name="T66" fmla="*/ 54 w 54"/>
                <a:gd name="T67" fmla="*/ 50 h 84"/>
                <a:gd name="T68" fmla="*/ 52 w 54"/>
                <a:gd name="T69" fmla="*/ 52 h 84"/>
                <a:gd name="T70" fmla="*/ 48 w 54"/>
                <a:gd name="T71" fmla="*/ 56 h 84"/>
                <a:gd name="T72" fmla="*/ 48 w 54"/>
                <a:gd name="T73" fmla="*/ 58 h 84"/>
                <a:gd name="T74" fmla="*/ 50 w 54"/>
                <a:gd name="T75" fmla="*/ 60 h 84"/>
                <a:gd name="T76" fmla="*/ 50 w 54"/>
                <a:gd name="T77" fmla="*/ 64 h 84"/>
                <a:gd name="T78" fmla="*/ 48 w 54"/>
                <a:gd name="T79" fmla="*/ 68 h 84"/>
                <a:gd name="T80" fmla="*/ 48 w 54"/>
                <a:gd name="T81" fmla="*/ 70 h 84"/>
                <a:gd name="T82" fmla="*/ 50 w 54"/>
                <a:gd name="T83" fmla="*/ 74 h 84"/>
                <a:gd name="T84" fmla="*/ 50 w 54"/>
                <a:gd name="T85" fmla="*/ 78 h 84"/>
                <a:gd name="T86" fmla="*/ 48 w 54"/>
                <a:gd name="T87" fmla="*/ 80 h 84"/>
                <a:gd name="T88" fmla="*/ 44 w 54"/>
                <a:gd name="T89" fmla="*/ 76 h 84"/>
                <a:gd name="T90" fmla="*/ 46 w 54"/>
                <a:gd name="T91" fmla="*/ 80 h 84"/>
                <a:gd name="T92" fmla="*/ 42 w 54"/>
                <a:gd name="T93" fmla="*/ 80 h 84"/>
                <a:gd name="T94" fmla="*/ 38 w 54"/>
                <a:gd name="T95" fmla="*/ 82 h 84"/>
                <a:gd name="T96" fmla="*/ 34 w 54"/>
                <a:gd name="T97" fmla="*/ 82 h 84"/>
                <a:gd name="T98" fmla="*/ 32 w 54"/>
                <a:gd name="T99" fmla="*/ 84 h 84"/>
                <a:gd name="T100" fmla="*/ 28 w 54"/>
                <a:gd name="T101" fmla="*/ 84 h 8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4"/>
                <a:gd name="T154" fmla="*/ 0 h 84"/>
                <a:gd name="T155" fmla="*/ 54 w 54"/>
                <a:gd name="T156" fmla="*/ 84 h 84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4" h="84">
                  <a:moveTo>
                    <a:pt x="26" y="84"/>
                  </a:moveTo>
                  <a:lnTo>
                    <a:pt x="18" y="80"/>
                  </a:lnTo>
                  <a:lnTo>
                    <a:pt x="12" y="80"/>
                  </a:lnTo>
                  <a:lnTo>
                    <a:pt x="4" y="82"/>
                  </a:lnTo>
                  <a:lnTo>
                    <a:pt x="2" y="80"/>
                  </a:lnTo>
                  <a:lnTo>
                    <a:pt x="0" y="78"/>
                  </a:lnTo>
                  <a:lnTo>
                    <a:pt x="2" y="76"/>
                  </a:lnTo>
                  <a:lnTo>
                    <a:pt x="2" y="74"/>
                  </a:lnTo>
                  <a:lnTo>
                    <a:pt x="4" y="72"/>
                  </a:lnTo>
                  <a:lnTo>
                    <a:pt x="4" y="64"/>
                  </a:lnTo>
                  <a:lnTo>
                    <a:pt x="4" y="62"/>
                  </a:lnTo>
                  <a:lnTo>
                    <a:pt x="8" y="58"/>
                  </a:lnTo>
                  <a:lnTo>
                    <a:pt x="10" y="56"/>
                  </a:lnTo>
                  <a:lnTo>
                    <a:pt x="12" y="54"/>
                  </a:lnTo>
                  <a:lnTo>
                    <a:pt x="14" y="54"/>
                  </a:lnTo>
                  <a:lnTo>
                    <a:pt x="10" y="52"/>
                  </a:lnTo>
                  <a:lnTo>
                    <a:pt x="10" y="48"/>
                  </a:lnTo>
                  <a:lnTo>
                    <a:pt x="10" y="46"/>
                  </a:lnTo>
                  <a:lnTo>
                    <a:pt x="10" y="44"/>
                  </a:lnTo>
                  <a:lnTo>
                    <a:pt x="12" y="44"/>
                  </a:lnTo>
                  <a:lnTo>
                    <a:pt x="14" y="42"/>
                  </a:lnTo>
                  <a:lnTo>
                    <a:pt x="16" y="40"/>
                  </a:lnTo>
                  <a:lnTo>
                    <a:pt x="16" y="38"/>
                  </a:lnTo>
                  <a:lnTo>
                    <a:pt x="16" y="36"/>
                  </a:lnTo>
                  <a:lnTo>
                    <a:pt x="12" y="30"/>
                  </a:lnTo>
                  <a:lnTo>
                    <a:pt x="12" y="28"/>
                  </a:lnTo>
                  <a:lnTo>
                    <a:pt x="16" y="28"/>
                  </a:lnTo>
                  <a:lnTo>
                    <a:pt x="18" y="28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0" y="28"/>
                  </a:lnTo>
                  <a:lnTo>
                    <a:pt x="16" y="26"/>
                  </a:lnTo>
                  <a:lnTo>
                    <a:pt x="14" y="26"/>
                  </a:lnTo>
                  <a:lnTo>
                    <a:pt x="12" y="26"/>
                  </a:lnTo>
                  <a:lnTo>
                    <a:pt x="10" y="26"/>
                  </a:lnTo>
                  <a:lnTo>
                    <a:pt x="10" y="24"/>
                  </a:lnTo>
                  <a:lnTo>
                    <a:pt x="10" y="20"/>
                  </a:lnTo>
                  <a:lnTo>
                    <a:pt x="10" y="14"/>
                  </a:lnTo>
                  <a:lnTo>
                    <a:pt x="12" y="16"/>
                  </a:lnTo>
                  <a:lnTo>
                    <a:pt x="14" y="14"/>
                  </a:lnTo>
                  <a:lnTo>
                    <a:pt x="16" y="14"/>
                  </a:lnTo>
                  <a:lnTo>
                    <a:pt x="20" y="10"/>
                  </a:lnTo>
                  <a:lnTo>
                    <a:pt x="32" y="0"/>
                  </a:lnTo>
                  <a:lnTo>
                    <a:pt x="38" y="2"/>
                  </a:lnTo>
                  <a:lnTo>
                    <a:pt x="46" y="12"/>
                  </a:lnTo>
                  <a:lnTo>
                    <a:pt x="46" y="16"/>
                  </a:lnTo>
                  <a:lnTo>
                    <a:pt x="46" y="20"/>
                  </a:lnTo>
                  <a:lnTo>
                    <a:pt x="46" y="24"/>
                  </a:lnTo>
                  <a:lnTo>
                    <a:pt x="46" y="28"/>
                  </a:lnTo>
                  <a:lnTo>
                    <a:pt x="46" y="30"/>
                  </a:lnTo>
                  <a:lnTo>
                    <a:pt x="46" y="32"/>
                  </a:lnTo>
                  <a:lnTo>
                    <a:pt x="46" y="34"/>
                  </a:lnTo>
                  <a:lnTo>
                    <a:pt x="42" y="34"/>
                  </a:lnTo>
                  <a:lnTo>
                    <a:pt x="42" y="36"/>
                  </a:lnTo>
                  <a:lnTo>
                    <a:pt x="44" y="36"/>
                  </a:lnTo>
                  <a:lnTo>
                    <a:pt x="46" y="40"/>
                  </a:lnTo>
                  <a:lnTo>
                    <a:pt x="48" y="42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2" y="46"/>
                  </a:lnTo>
                  <a:lnTo>
                    <a:pt x="54" y="48"/>
                  </a:lnTo>
                  <a:lnTo>
                    <a:pt x="54" y="50"/>
                  </a:lnTo>
                  <a:lnTo>
                    <a:pt x="52" y="52"/>
                  </a:lnTo>
                  <a:lnTo>
                    <a:pt x="50" y="54"/>
                  </a:lnTo>
                  <a:lnTo>
                    <a:pt x="48" y="56"/>
                  </a:lnTo>
                  <a:lnTo>
                    <a:pt x="48" y="58"/>
                  </a:lnTo>
                  <a:lnTo>
                    <a:pt x="50" y="60"/>
                  </a:lnTo>
                  <a:lnTo>
                    <a:pt x="50" y="62"/>
                  </a:lnTo>
                  <a:lnTo>
                    <a:pt x="50" y="64"/>
                  </a:lnTo>
                  <a:lnTo>
                    <a:pt x="48" y="66"/>
                  </a:lnTo>
                  <a:lnTo>
                    <a:pt x="48" y="68"/>
                  </a:lnTo>
                  <a:lnTo>
                    <a:pt x="50" y="70"/>
                  </a:lnTo>
                  <a:lnTo>
                    <a:pt x="48" y="70"/>
                  </a:lnTo>
                  <a:lnTo>
                    <a:pt x="48" y="72"/>
                  </a:lnTo>
                  <a:lnTo>
                    <a:pt x="50" y="74"/>
                  </a:lnTo>
                  <a:lnTo>
                    <a:pt x="50" y="76"/>
                  </a:lnTo>
                  <a:lnTo>
                    <a:pt x="50" y="78"/>
                  </a:lnTo>
                  <a:lnTo>
                    <a:pt x="48" y="80"/>
                  </a:lnTo>
                  <a:lnTo>
                    <a:pt x="46" y="76"/>
                  </a:lnTo>
                  <a:lnTo>
                    <a:pt x="44" y="76"/>
                  </a:lnTo>
                  <a:lnTo>
                    <a:pt x="46" y="80"/>
                  </a:lnTo>
                  <a:lnTo>
                    <a:pt x="44" y="80"/>
                  </a:lnTo>
                  <a:lnTo>
                    <a:pt x="42" y="80"/>
                  </a:lnTo>
                  <a:lnTo>
                    <a:pt x="40" y="82"/>
                  </a:lnTo>
                  <a:lnTo>
                    <a:pt x="38" y="82"/>
                  </a:lnTo>
                  <a:lnTo>
                    <a:pt x="34" y="82"/>
                  </a:lnTo>
                  <a:lnTo>
                    <a:pt x="32" y="82"/>
                  </a:lnTo>
                  <a:lnTo>
                    <a:pt x="32" y="84"/>
                  </a:lnTo>
                  <a:lnTo>
                    <a:pt x="30" y="84"/>
                  </a:lnTo>
                  <a:lnTo>
                    <a:pt x="28" y="84"/>
                  </a:lnTo>
                  <a:lnTo>
                    <a:pt x="26" y="84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77" name="Freeform 239"/>
            <p:cNvSpPr>
              <a:spLocks/>
            </p:cNvSpPr>
            <p:nvPr/>
          </p:nvSpPr>
          <p:spPr bwMode="gray">
            <a:xfrm>
              <a:off x="1191" y="2508"/>
              <a:ext cx="224" cy="110"/>
            </a:xfrm>
            <a:custGeom>
              <a:avLst/>
              <a:gdLst>
                <a:gd name="T0" fmla="*/ 194 w 224"/>
                <a:gd name="T1" fmla="*/ 34 h 110"/>
                <a:gd name="T2" fmla="*/ 204 w 224"/>
                <a:gd name="T3" fmla="*/ 40 h 110"/>
                <a:gd name="T4" fmla="*/ 216 w 224"/>
                <a:gd name="T5" fmla="*/ 58 h 110"/>
                <a:gd name="T6" fmla="*/ 224 w 224"/>
                <a:gd name="T7" fmla="*/ 80 h 110"/>
                <a:gd name="T8" fmla="*/ 220 w 224"/>
                <a:gd name="T9" fmla="*/ 82 h 110"/>
                <a:gd name="T10" fmla="*/ 208 w 224"/>
                <a:gd name="T11" fmla="*/ 80 h 110"/>
                <a:gd name="T12" fmla="*/ 194 w 224"/>
                <a:gd name="T13" fmla="*/ 82 h 110"/>
                <a:gd name="T14" fmla="*/ 182 w 224"/>
                <a:gd name="T15" fmla="*/ 88 h 110"/>
                <a:gd name="T16" fmla="*/ 174 w 224"/>
                <a:gd name="T17" fmla="*/ 92 h 110"/>
                <a:gd name="T18" fmla="*/ 168 w 224"/>
                <a:gd name="T19" fmla="*/ 92 h 110"/>
                <a:gd name="T20" fmla="*/ 162 w 224"/>
                <a:gd name="T21" fmla="*/ 98 h 110"/>
                <a:gd name="T22" fmla="*/ 152 w 224"/>
                <a:gd name="T23" fmla="*/ 102 h 110"/>
                <a:gd name="T24" fmla="*/ 136 w 224"/>
                <a:gd name="T25" fmla="*/ 102 h 110"/>
                <a:gd name="T26" fmla="*/ 128 w 224"/>
                <a:gd name="T27" fmla="*/ 98 h 110"/>
                <a:gd name="T28" fmla="*/ 124 w 224"/>
                <a:gd name="T29" fmla="*/ 102 h 110"/>
                <a:gd name="T30" fmla="*/ 118 w 224"/>
                <a:gd name="T31" fmla="*/ 110 h 110"/>
                <a:gd name="T32" fmla="*/ 114 w 224"/>
                <a:gd name="T33" fmla="*/ 110 h 110"/>
                <a:gd name="T34" fmla="*/ 114 w 224"/>
                <a:gd name="T35" fmla="*/ 106 h 110"/>
                <a:gd name="T36" fmla="*/ 116 w 224"/>
                <a:gd name="T37" fmla="*/ 104 h 110"/>
                <a:gd name="T38" fmla="*/ 116 w 224"/>
                <a:gd name="T39" fmla="*/ 100 h 110"/>
                <a:gd name="T40" fmla="*/ 98 w 224"/>
                <a:gd name="T41" fmla="*/ 104 h 110"/>
                <a:gd name="T42" fmla="*/ 92 w 224"/>
                <a:gd name="T43" fmla="*/ 106 h 110"/>
                <a:gd name="T44" fmla="*/ 82 w 224"/>
                <a:gd name="T45" fmla="*/ 108 h 110"/>
                <a:gd name="T46" fmla="*/ 70 w 224"/>
                <a:gd name="T47" fmla="*/ 104 h 110"/>
                <a:gd name="T48" fmla="*/ 58 w 224"/>
                <a:gd name="T49" fmla="*/ 104 h 110"/>
                <a:gd name="T50" fmla="*/ 52 w 224"/>
                <a:gd name="T51" fmla="*/ 110 h 110"/>
                <a:gd name="T52" fmla="*/ 46 w 224"/>
                <a:gd name="T53" fmla="*/ 110 h 110"/>
                <a:gd name="T54" fmla="*/ 34 w 224"/>
                <a:gd name="T55" fmla="*/ 106 h 110"/>
                <a:gd name="T56" fmla="*/ 26 w 224"/>
                <a:gd name="T57" fmla="*/ 102 h 110"/>
                <a:gd name="T58" fmla="*/ 14 w 224"/>
                <a:gd name="T59" fmla="*/ 94 h 110"/>
                <a:gd name="T60" fmla="*/ 12 w 224"/>
                <a:gd name="T61" fmla="*/ 86 h 110"/>
                <a:gd name="T62" fmla="*/ 8 w 224"/>
                <a:gd name="T63" fmla="*/ 76 h 110"/>
                <a:gd name="T64" fmla="*/ 2 w 224"/>
                <a:gd name="T65" fmla="*/ 66 h 110"/>
                <a:gd name="T66" fmla="*/ 0 w 224"/>
                <a:gd name="T67" fmla="*/ 54 h 110"/>
                <a:gd name="T68" fmla="*/ 4 w 224"/>
                <a:gd name="T69" fmla="*/ 50 h 110"/>
                <a:gd name="T70" fmla="*/ 14 w 224"/>
                <a:gd name="T71" fmla="*/ 44 h 110"/>
                <a:gd name="T72" fmla="*/ 20 w 224"/>
                <a:gd name="T73" fmla="*/ 46 h 110"/>
                <a:gd name="T74" fmla="*/ 30 w 224"/>
                <a:gd name="T75" fmla="*/ 44 h 110"/>
                <a:gd name="T76" fmla="*/ 38 w 224"/>
                <a:gd name="T77" fmla="*/ 40 h 110"/>
                <a:gd name="T78" fmla="*/ 50 w 224"/>
                <a:gd name="T79" fmla="*/ 40 h 110"/>
                <a:gd name="T80" fmla="*/ 40 w 224"/>
                <a:gd name="T81" fmla="*/ 36 h 110"/>
                <a:gd name="T82" fmla="*/ 38 w 224"/>
                <a:gd name="T83" fmla="*/ 32 h 110"/>
                <a:gd name="T84" fmla="*/ 42 w 224"/>
                <a:gd name="T85" fmla="*/ 20 h 110"/>
                <a:gd name="T86" fmla="*/ 52 w 224"/>
                <a:gd name="T87" fmla="*/ 16 h 110"/>
                <a:gd name="T88" fmla="*/ 62 w 224"/>
                <a:gd name="T89" fmla="*/ 16 h 110"/>
                <a:gd name="T90" fmla="*/ 72 w 224"/>
                <a:gd name="T91" fmla="*/ 14 h 110"/>
                <a:gd name="T92" fmla="*/ 86 w 224"/>
                <a:gd name="T93" fmla="*/ 4 h 110"/>
                <a:gd name="T94" fmla="*/ 88 w 224"/>
                <a:gd name="T95" fmla="*/ 2 h 110"/>
                <a:gd name="T96" fmla="*/ 98 w 224"/>
                <a:gd name="T97" fmla="*/ 0 h 110"/>
                <a:gd name="T98" fmla="*/ 112 w 224"/>
                <a:gd name="T99" fmla="*/ 4 h 110"/>
                <a:gd name="T100" fmla="*/ 122 w 224"/>
                <a:gd name="T101" fmla="*/ 12 h 110"/>
                <a:gd name="T102" fmla="*/ 132 w 224"/>
                <a:gd name="T103" fmla="*/ 14 h 110"/>
                <a:gd name="T104" fmla="*/ 140 w 224"/>
                <a:gd name="T105" fmla="*/ 12 h 110"/>
                <a:gd name="T106" fmla="*/ 152 w 224"/>
                <a:gd name="T107" fmla="*/ 12 h 110"/>
                <a:gd name="T108" fmla="*/ 158 w 224"/>
                <a:gd name="T109" fmla="*/ 16 h 110"/>
                <a:gd name="T110" fmla="*/ 170 w 224"/>
                <a:gd name="T111" fmla="*/ 24 h 110"/>
                <a:gd name="T112" fmla="*/ 182 w 224"/>
                <a:gd name="T113" fmla="*/ 28 h 11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24"/>
                <a:gd name="T172" fmla="*/ 0 h 110"/>
                <a:gd name="T173" fmla="*/ 224 w 224"/>
                <a:gd name="T174" fmla="*/ 110 h 110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24" h="110">
                  <a:moveTo>
                    <a:pt x="188" y="30"/>
                  </a:moveTo>
                  <a:lnTo>
                    <a:pt x="192" y="32"/>
                  </a:lnTo>
                  <a:lnTo>
                    <a:pt x="194" y="34"/>
                  </a:lnTo>
                  <a:lnTo>
                    <a:pt x="198" y="36"/>
                  </a:lnTo>
                  <a:lnTo>
                    <a:pt x="202" y="38"/>
                  </a:lnTo>
                  <a:lnTo>
                    <a:pt x="204" y="40"/>
                  </a:lnTo>
                  <a:lnTo>
                    <a:pt x="210" y="46"/>
                  </a:lnTo>
                  <a:lnTo>
                    <a:pt x="216" y="58"/>
                  </a:lnTo>
                  <a:lnTo>
                    <a:pt x="220" y="70"/>
                  </a:lnTo>
                  <a:lnTo>
                    <a:pt x="224" y="78"/>
                  </a:lnTo>
                  <a:lnTo>
                    <a:pt x="224" y="80"/>
                  </a:lnTo>
                  <a:lnTo>
                    <a:pt x="222" y="82"/>
                  </a:lnTo>
                  <a:lnTo>
                    <a:pt x="220" y="82"/>
                  </a:lnTo>
                  <a:lnTo>
                    <a:pt x="218" y="78"/>
                  </a:lnTo>
                  <a:lnTo>
                    <a:pt x="208" y="80"/>
                  </a:lnTo>
                  <a:lnTo>
                    <a:pt x="204" y="80"/>
                  </a:lnTo>
                  <a:lnTo>
                    <a:pt x="200" y="80"/>
                  </a:lnTo>
                  <a:lnTo>
                    <a:pt x="194" y="82"/>
                  </a:lnTo>
                  <a:lnTo>
                    <a:pt x="190" y="84"/>
                  </a:lnTo>
                  <a:lnTo>
                    <a:pt x="184" y="86"/>
                  </a:lnTo>
                  <a:lnTo>
                    <a:pt x="182" y="88"/>
                  </a:lnTo>
                  <a:lnTo>
                    <a:pt x="180" y="88"/>
                  </a:lnTo>
                  <a:lnTo>
                    <a:pt x="178" y="90"/>
                  </a:lnTo>
                  <a:lnTo>
                    <a:pt x="174" y="92"/>
                  </a:lnTo>
                  <a:lnTo>
                    <a:pt x="172" y="92"/>
                  </a:lnTo>
                  <a:lnTo>
                    <a:pt x="170" y="92"/>
                  </a:lnTo>
                  <a:lnTo>
                    <a:pt x="168" y="92"/>
                  </a:lnTo>
                  <a:lnTo>
                    <a:pt x="166" y="94"/>
                  </a:lnTo>
                  <a:lnTo>
                    <a:pt x="164" y="96"/>
                  </a:lnTo>
                  <a:lnTo>
                    <a:pt x="162" y="98"/>
                  </a:lnTo>
                  <a:lnTo>
                    <a:pt x="158" y="100"/>
                  </a:lnTo>
                  <a:lnTo>
                    <a:pt x="152" y="102"/>
                  </a:lnTo>
                  <a:lnTo>
                    <a:pt x="146" y="102"/>
                  </a:lnTo>
                  <a:lnTo>
                    <a:pt x="140" y="102"/>
                  </a:lnTo>
                  <a:lnTo>
                    <a:pt x="136" y="102"/>
                  </a:lnTo>
                  <a:lnTo>
                    <a:pt x="132" y="100"/>
                  </a:lnTo>
                  <a:lnTo>
                    <a:pt x="128" y="98"/>
                  </a:lnTo>
                  <a:lnTo>
                    <a:pt x="126" y="98"/>
                  </a:lnTo>
                  <a:lnTo>
                    <a:pt x="124" y="100"/>
                  </a:lnTo>
                  <a:lnTo>
                    <a:pt x="124" y="102"/>
                  </a:lnTo>
                  <a:lnTo>
                    <a:pt x="120" y="108"/>
                  </a:lnTo>
                  <a:lnTo>
                    <a:pt x="118" y="110"/>
                  </a:lnTo>
                  <a:lnTo>
                    <a:pt x="116" y="110"/>
                  </a:lnTo>
                  <a:lnTo>
                    <a:pt x="114" y="110"/>
                  </a:lnTo>
                  <a:lnTo>
                    <a:pt x="112" y="108"/>
                  </a:lnTo>
                  <a:lnTo>
                    <a:pt x="114" y="106"/>
                  </a:lnTo>
                  <a:lnTo>
                    <a:pt x="116" y="104"/>
                  </a:lnTo>
                  <a:lnTo>
                    <a:pt x="116" y="102"/>
                  </a:lnTo>
                  <a:lnTo>
                    <a:pt x="116" y="100"/>
                  </a:lnTo>
                  <a:lnTo>
                    <a:pt x="108" y="102"/>
                  </a:lnTo>
                  <a:lnTo>
                    <a:pt x="102" y="106"/>
                  </a:lnTo>
                  <a:lnTo>
                    <a:pt x="98" y="104"/>
                  </a:lnTo>
                  <a:lnTo>
                    <a:pt x="96" y="104"/>
                  </a:lnTo>
                  <a:lnTo>
                    <a:pt x="94" y="104"/>
                  </a:lnTo>
                  <a:lnTo>
                    <a:pt x="92" y="106"/>
                  </a:lnTo>
                  <a:lnTo>
                    <a:pt x="88" y="108"/>
                  </a:lnTo>
                  <a:lnTo>
                    <a:pt x="84" y="108"/>
                  </a:lnTo>
                  <a:lnTo>
                    <a:pt x="82" y="108"/>
                  </a:lnTo>
                  <a:lnTo>
                    <a:pt x="80" y="106"/>
                  </a:lnTo>
                  <a:lnTo>
                    <a:pt x="76" y="104"/>
                  </a:lnTo>
                  <a:lnTo>
                    <a:pt x="70" y="104"/>
                  </a:lnTo>
                  <a:lnTo>
                    <a:pt x="64" y="102"/>
                  </a:lnTo>
                  <a:lnTo>
                    <a:pt x="60" y="102"/>
                  </a:lnTo>
                  <a:lnTo>
                    <a:pt x="58" y="104"/>
                  </a:lnTo>
                  <a:lnTo>
                    <a:pt x="58" y="106"/>
                  </a:lnTo>
                  <a:lnTo>
                    <a:pt x="54" y="108"/>
                  </a:lnTo>
                  <a:lnTo>
                    <a:pt x="52" y="110"/>
                  </a:lnTo>
                  <a:lnTo>
                    <a:pt x="48" y="110"/>
                  </a:lnTo>
                  <a:lnTo>
                    <a:pt x="46" y="110"/>
                  </a:lnTo>
                  <a:lnTo>
                    <a:pt x="42" y="108"/>
                  </a:lnTo>
                  <a:lnTo>
                    <a:pt x="38" y="106"/>
                  </a:lnTo>
                  <a:lnTo>
                    <a:pt x="34" y="106"/>
                  </a:lnTo>
                  <a:lnTo>
                    <a:pt x="32" y="106"/>
                  </a:lnTo>
                  <a:lnTo>
                    <a:pt x="30" y="104"/>
                  </a:lnTo>
                  <a:lnTo>
                    <a:pt x="26" y="102"/>
                  </a:lnTo>
                  <a:lnTo>
                    <a:pt x="22" y="100"/>
                  </a:lnTo>
                  <a:lnTo>
                    <a:pt x="18" y="96"/>
                  </a:lnTo>
                  <a:lnTo>
                    <a:pt x="14" y="94"/>
                  </a:lnTo>
                  <a:lnTo>
                    <a:pt x="12" y="90"/>
                  </a:lnTo>
                  <a:lnTo>
                    <a:pt x="12" y="86"/>
                  </a:lnTo>
                  <a:lnTo>
                    <a:pt x="10" y="82"/>
                  </a:lnTo>
                  <a:lnTo>
                    <a:pt x="10" y="78"/>
                  </a:lnTo>
                  <a:lnTo>
                    <a:pt x="8" y="76"/>
                  </a:lnTo>
                  <a:lnTo>
                    <a:pt x="2" y="70"/>
                  </a:lnTo>
                  <a:lnTo>
                    <a:pt x="2" y="68"/>
                  </a:lnTo>
                  <a:lnTo>
                    <a:pt x="2" y="66"/>
                  </a:lnTo>
                  <a:lnTo>
                    <a:pt x="0" y="62"/>
                  </a:lnTo>
                  <a:lnTo>
                    <a:pt x="0" y="58"/>
                  </a:lnTo>
                  <a:lnTo>
                    <a:pt x="0" y="54"/>
                  </a:lnTo>
                  <a:lnTo>
                    <a:pt x="2" y="54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6" y="48"/>
                  </a:lnTo>
                  <a:lnTo>
                    <a:pt x="8" y="44"/>
                  </a:lnTo>
                  <a:lnTo>
                    <a:pt x="14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6" y="46"/>
                  </a:lnTo>
                  <a:lnTo>
                    <a:pt x="30" y="44"/>
                  </a:lnTo>
                  <a:lnTo>
                    <a:pt x="32" y="42"/>
                  </a:lnTo>
                  <a:lnTo>
                    <a:pt x="36" y="40"/>
                  </a:lnTo>
                  <a:lnTo>
                    <a:pt x="38" y="40"/>
                  </a:lnTo>
                  <a:lnTo>
                    <a:pt x="42" y="40"/>
                  </a:lnTo>
                  <a:lnTo>
                    <a:pt x="50" y="40"/>
                  </a:lnTo>
                  <a:lnTo>
                    <a:pt x="46" y="38"/>
                  </a:lnTo>
                  <a:lnTo>
                    <a:pt x="42" y="38"/>
                  </a:lnTo>
                  <a:lnTo>
                    <a:pt x="40" y="36"/>
                  </a:lnTo>
                  <a:lnTo>
                    <a:pt x="38" y="34"/>
                  </a:lnTo>
                  <a:lnTo>
                    <a:pt x="38" y="32"/>
                  </a:lnTo>
                  <a:lnTo>
                    <a:pt x="38" y="28"/>
                  </a:lnTo>
                  <a:lnTo>
                    <a:pt x="40" y="24"/>
                  </a:lnTo>
                  <a:lnTo>
                    <a:pt x="42" y="20"/>
                  </a:lnTo>
                  <a:lnTo>
                    <a:pt x="48" y="16"/>
                  </a:lnTo>
                  <a:lnTo>
                    <a:pt x="50" y="16"/>
                  </a:lnTo>
                  <a:lnTo>
                    <a:pt x="52" y="16"/>
                  </a:lnTo>
                  <a:lnTo>
                    <a:pt x="56" y="16"/>
                  </a:lnTo>
                  <a:lnTo>
                    <a:pt x="60" y="16"/>
                  </a:lnTo>
                  <a:lnTo>
                    <a:pt x="62" y="16"/>
                  </a:lnTo>
                  <a:lnTo>
                    <a:pt x="64" y="16"/>
                  </a:lnTo>
                  <a:lnTo>
                    <a:pt x="66" y="16"/>
                  </a:lnTo>
                  <a:lnTo>
                    <a:pt x="72" y="14"/>
                  </a:lnTo>
                  <a:lnTo>
                    <a:pt x="76" y="10"/>
                  </a:lnTo>
                  <a:lnTo>
                    <a:pt x="82" y="8"/>
                  </a:lnTo>
                  <a:lnTo>
                    <a:pt x="86" y="4"/>
                  </a:lnTo>
                  <a:lnTo>
                    <a:pt x="88" y="4"/>
                  </a:lnTo>
                  <a:lnTo>
                    <a:pt x="88" y="2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8" y="0"/>
                  </a:lnTo>
                  <a:lnTo>
                    <a:pt x="104" y="2"/>
                  </a:lnTo>
                  <a:lnTo>
                    <a:pt x="112" y="4"/>
                  </a:lnTo>
                  <a:lnTo>
                    <a:pt x="114" y="6"/>
                  </a:lnTo>
                  <a:lnTo>
                    <a:pt x="118" y="8"/>
                  </a:lnTo>
                  <a:lnTo>
                    <a:pt x="122" y="12"/>
                  </a:lnTo>
                  <a:lnTo>
                    <a:pt x="128" y="16"/>
                  </a:lnTo>
                  <a:lnTo>
                    <a:pt x="128" y="14"/>
                  </a:lnTo>
                  <a:lnTo>
                    <a:pt x="132" y="14"/>
                  </a:lnTo>
                  <a:lnTo>
                    <a:pt x="136" y="14"/>
                  </a:lnTo>
                  <a:lnTo>
                    <a:pt x="138" y="12"/>
                  </a:lnTo>
                  <a:lnTo>
                    <a:pt x="140" y="12"/>
                  </a:lnTo>
                  <a:lnTo>
                    <a:pt x="142" y="12"/>
                  </a:lnTo>
                  <a:lnTo>
                    <a:pt x="146" y="12"/>
                  </a:lnTo>
                  <a:lnTo>
                    <a:pt x="152" y="12"/>
                  </a:lnTo>
                  <a:lnTo>
                    <a:pt x="156" y="14"/>
                  </a:lnTo>
                  <a:lnTo>
                    <a:pt x="158" y="16"/>
                  </a:lnTo>
                  <a:lnTo>
                    <a:pt x="162" y="18"/>
                  </a:lnTo>
                  <a:lnTo>
                    <a:pt x="166" y="22"/>
                  </a:lnTo>
                  <a:lnTo>
                    <a:pt x="170" y="24"/>
                  </a:lnTo>
                  <a:lnTo>
                    <a:pt x="180" y="26"/>
                  </a:lnTo>
                  <a:lnTo>
                    <a:pt x="182" y="28"/>
                  </a:lnTo>
                  <a:lnTo>
                    <a:pt x="186" y="28"/>
                  </a:lnTo>
                  <a:lnTo>
                    <a:pt x="188" y="3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78" name="Freeform 240"/>
            <p:cNvSpPr>
              <a:spLocks/>
            </p:cNvSpPr>
            <p:nvPr/>
          </p:nvSpPr>
          <p:spPr bwMode="gray">
            <a:xfrm>
              <a:off x="1119" y="2438"/>
              <a:ext cx="110" cy="90"/>
            </a:xfrm>
            <a:custGeom>
              <a:avLst/>
              <a:gdLst>
                <a:gd name="T0" fmla="*/ 28 w 110"/>
                <a:gd name="T1" fmla="*/ 74 h 90"/>
                <a:gd name="T2" fmla="*/ 30 w 110"/>
                <a:gd name="T3" fmla="*/ 60 h 90"/>
                <a:gd name="T4" fmla="*/ 32 w 110"/>
                <a:gd name="T5" fmla="*/ 58 h 90"/>
                <a:gd name="T6" fmla="*/ 32 w 110"/>
                <a:gd name="T7" fmla="*/ 54 h 90"/>
                <a:gd name="T8" fmla="*/ 30 w 110"/>
                <a:gd name="T9" fmla="*/ 50 h 90"/>
                <a:gd name="T10" fmla="*/ 26 w 110"/>
                <a:gd name="T11" fmla="*/ 44 h 90"/>
                <a:gd name="T12" fmla="*/ 22 w 110"/>
                <a:gd name="T13" fmla="*/ 36 h 90"/>
                <a:gd name="T14" fmla="*/ 18 w 110"/>
                <a:gd name="T15" fmla="*/ 24 h 90"/>
                <a:gd name="T16" fmla="*/ 14 w 110"/>
                <a:gd name="T17" fmla="*/ 22 h 90"/>
                <a:gd name="T18" fmla="*/ 4 w 110"/>
                <a:gd name="T19" fmla="*/ 12 h 90"/>
                <a:gd name="T20" fmla="*/ 4 w 110"/>
                <a:gd name="T21" fmla="*/ 6 h 90"/>
                <a:gd name="T22" fmla="*/ 0 w 110"/>
                <a:gd name="T23" fmla="*/ 0 h 90"/>
                <a:gd name="T24" fmla="*/ 2 w 110"/>
                <a:gd name="T25" fmla="*/ 0 h 90"/>
                <a:gd name="T26" fmla="*/ 10 w 110"/>
                <a:gd name="T27" fmla="*/ 0 h 90"/>
                <a:gd name="T28" fmla="*/ 18 w 110"/>
                <a:gd name="T29" fmla="*/ 4 h 90"/>
                <a:gd name="T30" fmla="*/ 24 w 110"/>
                <a:gd name="T31" fmla="*/ 10 h 90"/>
                <a:gd name="T32" fmla="*/ 32 w 110"/>
                <a:gd name="T33" fmla="*/ 16 h 90"/>
                <a:gd name="T34" fmla="*/ 44 w 110"/>
                <a:gd name="T35" fmla="*/ 18 h 90"/>
                <a:gd name="T36" fmla="*/ 58 w 110"/>
                <a:gd name="T37" fmla="*/ 12 h 90"/>
                <a:gd name="T38" fmla="*/ 84 w 110"/>
                <a:gd name="T39" fmla="*/ 18 h 90"/>
                <a:gd name="T40" fmla="*/ 100 w 110"/>
                <a:gd name="T41" fmla="*/ 24 h 90"/>
                <a:gd name="T42" fmla="*/ 104 w 110"/>
                <a:gd name="T43" fmla="*/ 26 h 90"/>
                <a:gd name="T44" fmla="*/ 110 w 110"/>
                <a:gd name="T45" fmla="*/ 30 h 90"/>
                <a:gd name="T46" fmla="*/ 110 w 110"/>
                <a:gd name="T47" fmla="*/ 34 h 90"/>
                <a:gd name="T48" fmla="*/ 108 w 110"/>
                <a:gd name="T49" fmla="*/ 42 h 90"/>
                <a:gd name="T50" fmla="*/ 106 w 110"/>
                <a:gd name="T51" fmla="*/ 46 h 90"/>
                <a:gd name="T52" fmla="*/ 104 w 110"/>
                <a:gd name="T53" fmla="*/ 52 h 90"/>
                <a:gd name="T54" fmla="*/ 100 w 110"/>
                <a:gd name="T55" fmla="*/ 56 h 90"/>
                <a:gd name="T56" fmla="*/ 98 w 110"/>
                <a:gd name="T57" fmla="*/ 58 h 90"/>
                <a:gd name="T58" fmla="*/ 94 w 110"/>
                <a:gd name="T59" fmla="*/ 66 h 90"/>
                <a:gd name="T60" fmla="*/ 94 w 110"/>
                <a:gd name="T61" fmla="*/ 68 h 90"/>
                <a:gd name="T62" fmla="*/ 90 w 110"/>
                <a:gd name="T63" fmla="*/ 70 h 90"/>
                <a:gd name="T64" fmla="*/ 82 w 110"/>
                <a:gd name="T65" fmla="*/ 72 h 90"/>
                <a:gd name="T66" fmla="*/ 74 w 110"/>
                <a:gd name="T67" fmla="*/ 82 h 90"/>
                <a:gd name="T68" fmla="*/ 70 w 110"/>
                <a:gd name="T69" fmla="*/ 88 h 90"/>
                <a:gd name="T70" fmla="*/ 62 w 110"/>
                <a:gd name="T71" fmla="*/ 88 h 90"/>
                <a:gd name="T72" fmla="*/ 56 w 110"/>
                <a:gd name="T73" fmla="*/ 88 h 90"/>
                <a:gd name="T74" fmla="*/ 36 w 110"/>
                <a:gd name="T75" fmla="*/ 90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10"/>
                <a:gd name="T115" fmla="*/ 0 h 90"/>
                <a:gd name="T116" fmla="*/ 110 w 110"/>
                <a:gd name="T117" fmla="*/ 90 h 9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10" h="90">
                  <a:moveTo>
                    <a:pt x="36" y="90"/>
                  </a:moveTo>
                  <a:lnTo>
                    <a:pt x="28" y="74"/>
                  </a:lnTo>
                  <a:lnTo>
                    <a:pt x="24" y="66"/>
                  </a:lnTo>
                  <a:lnTo>
                    <a:pt x="30" y="60"/>
                  </a:lnTo>
                  <a:lnTo>
                    <a:pt x="32" y="58"/>
                  </a:lnTo>
                  <a:lnTo>
                    <a:pt x="32" y="56"/>
                  </a:lnTo>
                  <a:lnTo>
                    <a:pt x="32" y="54"/>
                  </a:lnTo>
                  <a:lnTo>
                    <a:pt x="30" y="50"/>
                  </a:lnTo>
                  <a:lnTo>
                    <a:pt x="28" y="48"/>
                  </a:lnTo>
                  <a:lnTo>
                    <a:pt x="26" y="44"/>
                  </a:lnTo>
                  <a:lnTo>
                    <a:pt x="24" y="40"/>
                  </a:lnTo>
                  <a:lnTo>
                    <a:pt x="22" y="36"/>
                  </a:lnTo>
                  <a:lnTo>
                    <a:pt x="22" y="30"/>
                  </a:lnTo>
                  <a:lnTo>
                    <a:pt x="18" y="24"/>
                  </a:lnTo>
                  <a:lnTo>
                    <a:pt x="18" y="20"/>
                  </a:lnTo>
                  <a:lnTo>
                    <a:pt x="14" y="22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4" y="10"/>
                  </a:lnTo>
                  <a:lnTo>
                    <a:pt x="4" y="6"/>
                  </a:lnTo>
                  <a:lnTo>
                    <a:pt x="2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10" y="0"/>
                  </a:lnTo>
                  <a:lnTo>
                    <a:pt x="18" y="2"/>
                  </a:lnTo>
                  <a:lnTo>
                    <a:pt x="18" y="4"/>
                  </a:lnTo>
                  <a:lnTo>
                    <a:pt x="20" y="6"/>
                  </a:lnTo>
                  <a:lnTo>
                    <a:pt x="24" y="10"/>
                  </a:lnTo>
                  <a:lnTo>
                    <a:pt x="28" y="12"/>
                  </a:lnTo>
                  <a:lnTo>
                    <a:pt x="32" y="16"/>
                  </a:lnTo>
                  <a:lnTo>
                    <a:pt x="38" y="18"/>
                  </a:lnTo>
                  <a:lnTo>
                    <a:pt x="44" y="18"/>
                  </a:lnTo>
                  <a:lnTo>
                    <a:pt x="48" y="16"/>
                  </a:lnTo>
                  <a:lnTo>
                    <a:pt x="58" y="12"/>
                  </a:lnTo>
                  <a:lnTo>
                    <a:pt x="70" y="12"/>
                  </a:lnTo>
                  <a:lnTo>
                    <a:pt x="84" y="18"/>
                  </a:lnTo>
                  <a:lnTo>
                    <a:pt x="98" y="22"/>
                  </a:lnTo>
                  <a:lnTo>
                    <a:pt x="100" y="24"/>
                  </a:lnTo>
                  <a:lnTo>
                    <a:pt x="102" y="24"/>
                  </a:lnTo>
                  <a:lnTo>
                    <a:pt x="104" y="26"/>
                  </a:lnTo>
                  <a:lnTo>
                    <a:pt x="108" y="28"/>
                  </a:lnTo>
                  <a:lnTo>
                    <a:pt x="110" y="30"/>
                  </a:lnTo>
                  <a:lnTo>
                    <a:pt x="110" y="32"/>
                  </a:lnTo>
                  <a:lnTo>
                    <a:pt x="110" y="34"/>
                  </a:lnTo>
                  <a:lnTo>
                    <a:pt x="108" y="36"/>
                  </a:lnTo>
                  <a:lnTo>
                    <a:pt x="108" y="42"/>
                  </a:lnTo>
                  <a:lnTo>
                    <a:pt x="106" y="46"/>
                  </a:lnTo>
                  <a:lnTo>
                    <a:pt x="104" y="48"/>
                  </a:lnTo>
                  <a:lnTo>
                    <a:pt x="104" y="52"/>
                  </a:lnTo>
                  <a:lnTo>
                    <a:pt x="102" y="54"/>
                  </a:lnTo>
                  <a:lnTo>
                    <a:pt x="100" y="56"/>
                  </a:lnTo>
                  <a:lnTo>
                    <a:pt x="98" y="56"/>
                  </a:lnTo>
                  <a:lnTo>
                    <a:pt x="98" y="58"/>
                  </a:lnTo>
                  <a:lnTo>
                    <a:pt x="96" y="62"/>
                  </a:lnTo>
                  <a:lnTo>
                    <a:pt x="94" y="66"/>
                  </a:lnTo>
                  <a:lnTo>
                    <a:pt x="96" y="68"/>
                  </a:lnTo>
                  <a:lnTo>
                    <a:pt x="94" y="68"/>
                  </a:lnTo>
                  <a:lnTo>
                    <a:pt x="92" y="68"/>
                  </a:lnTo>
                  <a:lnTo>
                    <a:pt x="90" y="70"/>
                  </a:lnTo>
                  <a:lnTo>
                    <a:pt x="86" y="70"/>
                  </a:lnTo>
                  <a:lnTo>
                    <a:pt x="82" y="72"/>
                  </a:lnTo>
                  <a:lnTo>
                    <a:pt x="78" y="76"/>
                  </a:lnTo>
                  <a:lnTo>
                    <a:pt x="74" y="82"/>
                  </a:lnTo>
                  <a:lnTo>
                    <a:pt x="72" y="88"/>
                  </a:lnTo>
                  <a:lnTo>
                    <a:pt x="70" y="88"/>
                  </a:lnTo>
                  <a:lnTo>
                    <a:pt x="68" y="88"/>
                  </a:lnTo>
                  <a:lnTo>
                    <a:pt x="62" y="88"/>
                  </a:lnTo>
                  <a:lnTo>
                    <a:pt x="58" y="88"/>
                  </a:lnTo>
                  <a:lnTo>
                    <a:pt x="56" y="88"/>
                  </a:lnTo>
                  <a:lnTo>
                    <a:pt x="54" y="86"/>
                  </a:lnTo>
                  <a:lnTo>
                    <a:pt x="36" y="9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79" name="Freeform 241"/>
            <p:cNvSpPr>
              <a:spLocks/>
            </p:cNvSpPr>
            <p:nvPr/>
          </p:nvSpPr>
          <p:spPr bwMode="gray">
            <a:xfrm>
              <a:off x="1107" y="2524"/>
              <a:ext cx="84" cy="84"/>
            </a:xfrm>
            <a:custGeom>
              <a:avLst/>
              <a:gdLst>
                <a:gd name="T0" fmla="*/ 84 w 84"/>
                <a:gd name="T1" fmla="*/ 2 h 84"/>
                <a:gd name="T2" fmla="*/ 72 w 84"/>
                <a:gd name="T3" fmla="*/ 4 h 84"/>
                <a:gd name="T4" fmla="*/ 72 w 84"/>
                <a:gd name="T5" fmla="*/ 4 h 84"/>
                <a:gd name="T6" fmla="*/ 70 w 84"/>
                <a:gd name="T7" fmla="*/ 4 h 84"/>
                <a:gd name="T8" fmla="*/ 68 w 84"/>
                <a:gd name="T9" fmla="*/ 2 h 84"/>
                <a:gd name="T10" fmla="*/ 66 w 84"/>
                <a:gd name="T11" fmla="*/ 0 h 84"/>
                <a:gd name="T12" fmla="*/ 48 w 84"/>
                <a:gd name="T13" fmla="*/ 4 h 84"/>
                <a:gd name="T14" fmla="*/ 34 w 84"/>
                <a:gd name="T15" fmla="*/ 6 h 84"/>
                <a:gd name="T16" fmla="*/ 20 w 84"/>
                <a:gd name="T17" fmla="*/ 8 h 84"/>
                <a:gd name="T18" fmla="*/ 20 w 84"/>
                <a:gd name="T19" fmla="*/ 10 h 84"/>
                <a:gd name="T20" fmla="*/ 18 w 84"/>
                <a:gd name="T21" fmla="*/ 12 h 84"/>
                <a:gd name="T22" fmla="*/ 18 w 84"/>
                <a:gd name="T23" fmla="*/ 16 h 84"/>
                <a:gd name="T24" fmla="*/ 18 w 84"/>
                <a:gd name="T25" fmla="*/ 16 h 84"/>
                <a:gd name="T26" fmla="*/ 16 w 84"/>
                <a:gd name="T27" fmla="*/ 18 h 84"/>
                <a:gd name="T28" fmla="*/ 12 w 84"/>
                <a:gd name="T29" fmla="*/ 20 h 84"/>
                <a:gd name="T30" fmla="*/ 8 w 84"/>
                <a:gd name="T31" fmla="*/ 22 h 84"/>
                <a:gd name="T32" fmla="*/ 6 w 84"/>
                <a:gd name="T33" fmla="*/ 26 h 84"/>
                <a:gd name="T34" fmla="*/ 2 w 84"/>
                <a:gd name="T35" fmla="*/ 30 h 84"/>
                <a:gd name="T36" fmla="*/ 0 w 84"/>
                <a:gd name="T37" fmla="*/ 36 h 84"/>
                <a:gd name="T38" fmla="*/ 0 w 84"/>
                <a:gd name="T39" fmla="*/ 36 h 84"/>
                <a:gd name="T40" fmla="*/ 0 w 84"/>
                <a:gd name="T41" fmla="*/ 38 h 84"/>
                <a:gd name="T42" fmla="*/ 0 w 84"/>
                <a:gd name="T43" fmla="*/ 40 h 84"/>
                <a:gd name="T44" fmla="*/ 2 w 84"/>
                <a:gd name="T45" fmla="*/ 44 h 84"/>
                <a:gd name="T46" fmla="*/ 4 w 84"/>
                <a:gd name="T47" fmla="*/ 48 h 84"/>
                <a:gd name="T48" fmla="*/ 10 w 84"/>
                <a:gd name="T49" fmla="*/ 56 h 84"/>
                <a:gd name="T50" fmla="*/ 18 w 84"/>
                <a:gd name="T51" fmla="*/ 66 h 84"/>
                <a:gd name="T52" fmla="*/ 26 w 84"/>
                <a:gd name="T53" fmla="*/ 76 h 84"/>
                <a:gd name="T54" fmla="*/ 30 w 84"/>
                <a:gd name="T55" fmla="*/ 84 h 84"/>
                <a:gd name="T56" fmla="*/ 42 w 84"/>
                <a:gd name="T57" fmla="*/ 84 h 84"/>
                <a:gd name="T58" fmla="*/ 44 w 84"/>
                <a:gd name="T59" fmla="*/ 66 h 84"/>
                <a:gd name="T60" fmla="*/ 46 w 84"/>
                <a:gd name="T61" fmla="*/ 66 h 84"/>
                <a:gd name="T62" fmla="*/ 48 w 84"/>
                <a:gd name="T63" fmla="*/ 64 h 84"/>
                <a:gd name="T64" fmla="*/ 50 w 84"/>
                <a:gd name="T65" fmla="*/ 62 h 84"/>
                <a:gd name="T66" fmla="*/ 54 w 84"/>
                <a:gd name="T67" fmla="*/ 56 h 84"/>
                <a:gd name="T68" fmla="*/ 60 w 84"/>
                <a:gd name="T69" fmla="*/ 48 h 84"/>
                <a:gd name="T70" fmla="*/ 58 w 84"/>
                <a:gd name="T71" fmla="*/ 48 h 84"/>
                <a:gd name="T72" fmla="*/ 58 w 84"/>
                <a:gd name="T73" fmla="*/ 46 h 84"/>
                <a:gd name="T74" fmla="*/ 58 w 84"/>
                <a:gd name="T75" fmla="*/ 42 h 84"/>
                <a:gd name="T76" fmla="*/ 58 w 84"/>
                <a:gd name="T77" fmla="*/ 38 h 84"/>
                <a:gd name="T78" fmla="*/ 60 w 84"/>
                <a:gd name="T79" fmla="*/ 32 h 84"/>
                <a:gd name="T80" fmla="*/ 64 w 84"/>
                <a:gd name="T81" fmla="*/ 26 h 84"/>
                <a:gd name="T82" fmla="*/ 64 w 84"/>
                <a:gd name="T83" fmla="*/ 24 h 84"/>
                <a:gd name="T84" fmla="*/ 64 w 84"/>
                <a:gd name="T85" fmla="*/ 22 h 84"/>
                <a:gd name="T86" fmla="*/ 68 w 84"/>
                <a:gd name="T87" fmla="*/ 20 h 84"/>
                <a:gd name="T88" fmla="*/ 70 w 84"/>
                <a:gd name="T89" fmla="*/ 18 h 84"/>
                <a:gd name="T90" fmla="*/ 74 w 84"/>
                <a:gd name="T91" fmla="*/ 16 h 84"/>
                <a:gd name="T92" fmla="*/ 78 w 84"/>
                <a:gd name="T93" fmla="*/ 16 h 84"/>
                <a:gd name="T94" fmla="*/ 84 w 84"/>
                <a:gd name="T95" fmla="*/ 18 h 84"/>
                <a:gd name="T96" fmla="*/ 84 w 84"/>
                <a:gd name="T97" fmla="*/ 2 h 8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84"/>
                <a:gd name="T148" fmla="*/ 0 h 84"/>
                <a:gd name="T149" fmla="*/ 84 w 84"/>
                <a:gd name="T150" fmla="*/ 84 h 84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84" h="84">
                  <a:moveTo>
                    <a:pt x="84" y="2"/>
                  </a:moveTo>
                  <a:lnTo>
                    <a:pt x="72" y="4"/>
                  </a:lnTo>
                  <a:lnTo>
                    <a:pt x="70" y="4"/>
                  </a:lnTo>
                  <a:lnTo>
                    <a:pt x="68" y="2"/>
                  </a:lnTo>
                  <a:lnTo>
                    <a:pt x="66" y="0"/>
                  </a:lnTo>
                  <a:lnTo>
                    <a:pt x="48" y="4"/>
                  </a:lnTo>
                  <a:lnTo>
                    <a:pt x="34" y="6"/>
                  </a:lnTo>
                  <a:lnTo>
                    <a:pt x="20" y="8"/>
                  </a:lnTo>
                  <a:lnTo>
                    <a:pt x="20" y="10"/>
                  </a:lnTo>
                  <a:lnTo>
                    <a:pt x="18" y="12"/>
                  </a:lnTo>
                  <a:lnTo>
                    <a:pt x="18" y="16"/>
                  </a:lnTo>
                  <a:lnTo>
                    <a:pt x="16" y="18"/>
                  </a:lnTo>
                  <a:lnTo>
                    <a:pt x="12" y="20"/>
                  </a:lnTo>
                  <a:lnTo>
                    <a:pt x="8" y="22"/>
                  </a:lnTo>
                  <a:lnTo>
                    <a:pt x="6" y="26"/>
                  </a:lnTo>
                  <a:lnTo>
                    <a:pt x="2" y="30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2" y="44"/>
                  </a:lnTo>
                  <a:lnTo>
                    <a:pt x="4" y="48"/>
                  </a:lnTo>
                  <a:lnTo>
                    <a:pt x="10" y="56"/>
                  </a:lnTo>
                  <a:lnTo>
                    <a:pt x="18" y="66"/>
                  </a:lnTo>
                  <a:lnTo>
                    <a:pt x="26" y="76"/>
                  </a:lnTo>
                  <a:lnTo>
                    <a:pt x="30" y="84"/>
                  </a:lnTo>
                  <a:lnTo>
                    <a:pt x="42" y="84"/>
                  </a:lnTo>
                  <a:lnTo>
                    <a:pt x="44" y="66"/>
                  </a:lnTo>
                  <a:lnTo>
                    <a:pt x="46" y="66"/>
                  </a:lnTo>
                  <a:lnTo>
                    <a:pt x="48" y="64"/>
                  </a:lnTo>
                  <a:lnTo>
                    <a:pt x="50" y="62"/>
                  </a:lnTo>
                  <a:lnTo>
                    <a:pt x="54" y="56"/>
                  </a:lnTo>
                  <a:lnTo>
                    <a:pt x="60" y="48"/>
                  </a:lnTo>
                  <a:lnTo>
                    <a:pt x="58" y="48"/>
                  </a:lnTo>
                  <a:lnTo>
                    <a:pt x="58" y="46"/>
                  </a:lnTo>
                  <a:lnTo>
                    <a:pt x="58" y="42"/>
                  </a:lnTo>
                  <a:lnTo>
                    <a:pt x="58" y="38"/>
                  </a:lnTo>
                  <a:lnTo>
                    <a:pt x="60" y="32"/>
                  </a:lnTo>
                  <a:lnTo>
                    <a:pt x="64" y="26"/>
                  </a:lnTo>
                  <a:lnTo>
                    <a:pt x="64" y="24"/>
                  </a:lnTo>
                  <a:lnTo>
                    <a:pt x="64" y="22"/>
                  </a:lnTo>
                  <a:lnTo>
                    <a:pt x="68" y="20"/>
                  </a:lnTo>
                  <a:lnTo>
                    <a:pt x="70" y="18"/>
                  </a:lnTo>
                  <a:lnTo>
                    <a:pt x="74" y="16"/>
                  </a:lnTo>
                  <a:lnTo>
                    <a:pt x="78" y="16"/>
                  </a:lnTo>
                  <a:lnTo>
                    <a:pt x="84" y="18"/>
                  </a:lnTo>
                  <a:lnTo>
                    <a:pt x="84" y="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80" name="Freeform 242"/>
            <p:cNvSpPr>
              <a:spLocks/>
            </p:cNvSpPr>
            <p:nvPr/>
          </p:nvSpPr>
          <p:spPr bwMode="gray">
            <a:xfrm>
              <a:off x="1099" y="2496"/>
              <a:ext cx="28" cy="64"/>
            </a:xfrm>
            <a:custGeom>
              <a:avLst/>
              <a:gdLst>
                <a:gd name="T0" fmla="*/ 0 w 28"/>
                <a:gd name="T1" fmla="*/ 20 h 64"/>
                <a:gd name="T2" fmla="*/ 8 w 28"/>
                <a:gd name="T3" fmla="*/ 28 h 64"/>
                <a:gd name="T4" fmla="*/ 10 w 28"/>
                <a:gd name="T5" fmla="*/ 28 h 64"/>
                <a:gd name="T6" fmla="*/ 10 w 28"/>
                <a:gd name="T7" fmla="*/ 32 h 64"/>
                <a:gd name="T8" fmla="*/ 12 w 28"/>
                <a:gd name="T9" fmla="*/ 36 h 64"/>
                <a:gd name="T10" fmla="*/ 12 w 28"/>
                <a:gd name="T11" fmla="*/ 40 h 64"/>
                <a:gd name="T12" fmla="*/ 10 w 28"/>
                <a:gd name="T13" fmla="*/ 40 h 64"/>
                <a:gd name="T14" fmla="*/ 10 w 28"/>
                <a:gd name="T15" fmla="*/ 40 h 64"/>
                <a:gd name="T16" fmla="*/ 10 w 28"/>
                <a:gd name="T17" fmla="*/ 44 h 64"/>
                <a:gd name="T18" fmla="*/ 8 w 28"/>
                <a:gd name="T19" fmla="*/ 48 h 64"/>
                <a:gd name="T20" fmla="*/ 8 w 28"/>
                <a:gd name="T21" fmla="*/ 54 h 64"/>
                <a:gd name="T22" fmla="*/ 8 w 28"/>
                <a:gd name="T23" fmla="*/ 54 h 64"/>
                <a:gd name="T24" fmla="*/ 8 w 28"/>
                <a:gd name="T25" fmla="*/ 58 h 64"/>
                <a:gd name="T26" fmla="*/ 8 w 28"/>
                <a:gd name="T27" fmla="*/ 60 h 64"/>
                <a:gd name="T28" fmla="*/ 8 w 28"/>
                <a:gd name="T29" fmla="*/ 64 h 64"/>
                <a:gd name="T30" fmla="*/ 8 w 28"/>
                <a:gd name="T31" fmla="*/ 62 h 64"/>
                <a:gd name="T32" fmla="*/ 8 w 28"/>
                <a:gd name="T33" fmla="*/ 60 h 64"/>
                <a:gd name="T34" fmla="*/ 10 w 28"/>
                <a:gd name="T35" fmla="*/ 58 h 64"/>
                <a:gd name="T36" fmla="*/ 14 w 28"/>
                <a:gd name="T37" fmla="*/ 54 h 64"/>
                <a:gd name="T38" fmla="*/ 18 w 28"/>
                <a:gd name="T39" fmla="*/ 50 h 64"/>
                <a:gd name="T40" fmla="*/ 26 w 28"/>
                <a:gd name="T41" fmla="*/ 44 h 64"/>
                <a:gd name="T42" fmla="*/ 26 w 28"/>
                <a:gd name="T43" fmla="*/ 42 h 64"/>
                <a:gd name="T44" fmla="*/ 26 w 28"/>
                <a:gd name="T45" fmla="*/ 40 h 64"/>
                <a:gd name="T46" fmla="*/ 28 w 28"/>
                <a:gd name="T47" fmla="*/ 38 h 64"/>
                <a:gd name="T48" fmla="*/ 28 w 28"/>
                <a:gd name="T49" fmla="*/ 36 h 64"/>
                <a:gd name="T50" fmla="*/ 28 w 28"/>
                <a:gd name="T51" fmla="*/ 36 h 64"/>
                <a:gd name="T52" fmla="*/ 26 w 28"/>
                <a:gd name="T53" fmla="*/ 34 h 64"/>
                <a:gd name="T54" fmla="*/ 26 w 28"/>
                <a:gd name="T55" fmla="*/ 32 h 64"/>
                <a:gd name="T56" fmla="*/ 26 w 28"/>
                <a:gd name="T57" fmla="*/ 28 h 64"/>
                <a:gd name="T58" fmla="*/ 26 w 28"/>
                <a:gd name="T59" fmla="*/ 24 h 64"/>
                <a:gd name="T60" fmla="*/ 26 w 28"/>
                <a:gd name="T61" fmla="*/ 22 h 64"/>
                <a:gd name="T62" fmla="*/ 26 w 28"/>
                <a:gd name="T63" fmla="*/ 18 h 64"/>
                <a:gd name="T64" fmla="*/ 24 w 28"/>
                <a:gd name="T65" fmla="*/ 14 h 64"/>
                <a:gd name="T66" fmla="*/ 22 w 28"/>
                <a:gd name="T67" fmla="*/ 8 h 64"/>
                <a:gd name="T68" fmla="*/ 20 w 28"/>
                <a:gd name="T69" fmla="*/ 4 h 64"/>
                <a:gd name="T70" fmla="*/ 20 w 28"/>
                <a:gd name="T71" fmla="*/ 4 h 64"/>
                <a:gd name="T72" fmla="*/ 18 w 28"/>
                <a:gd name="T73" fmla="*/ 2 h 64"/>
                <a:gd name="T74" fmla="*/ 16 w 28"/>
                <a:gd name="T75" fmla="*/ 0 h 64"/>
                <a:gd name="T76" fmla="*/ 12 w 28"/>
                <a:gd name="T77" fmla="*/ 0 h 64"/>
                <a:gd name="T78" fmla="*/ 8 w 28"/>
                <a:gd name="T79" fmla="*/ 0 h 64"/>
                <a:gd name="T80" fmla="*/ 8 w 28"/>
                <a:gd name="T81" fmla="*/ 0 h 64"/>
                <a:gd name="T82" fmla="*/ 6 w 28"/>
                <a:gd name="T83" fmla="*/ 2 h 64"/>
                <a:gd name="T84" fmla="*/ 6 w 28"/>
                <a:gd name="T85" fmla="*/ 2 h 64"/>
                <a:gd name="T86" fmla="*/ 0 w 28"/>
                <a:gd name="T87" fmla="*/ 20 h 6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28"/>
                <a:gd name="T133" fmla="*/ 0 h 64"/>
                <a:gd name="T134" fmla="*/ 28 w 28"/>
                <a:gd name="T135" fmla="*/ 64 h 6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28" h="64">
                  <a:moveTo>
                    <a:pt x="0" y="20"/>
                  </a:moveTo>
                  <a:lnTo>
                    <a:pt x="8" y="28"/>
                  </a:lnTo>
                  <a:lnTo>
                    <a:pt x="10" y="28"/>
                  </a:lnTo>
                  <a:lnTo>
                    <a:pt x="10" y="32"/>
                  </a:lnTo>
                  <a:lnTo>
                    <a:pt x="12" y="36"/>
                  </a:lnTo>
                  <a:lnTo>
                    <a:pt x="12" y="40"/>
                  </a:lnTo>
                  <a:lnTo>
                    <a:pt x="10" y="40"/>
                  </a:lnTo>
                  <a:lnTo>
                    <a:pt x="10" y="44"/>
                  </a:lnTo>
                  <a:lnTo>
                    <a:pt x="8" y="48"/>
                  </a:lnTo>
                  <a:lnTo>
                    <a:pt x="8" y="54"/>
                  </a:lnTo>
                  <a:lnTo>
                    <a:pt x="8" y="58"/>
                  </a:lnTo>
                  <a:lnTo>
                    <a:pt x="8" y="60"/>
                  </a:lnTo>
                  <a:lnTo>
                    <a:pt x="8" y="64"/>
                  </a:lnTo>
                  <a:lnTo>
                    <a:pt x="8" y="62"/>
                  </a:lnTo>
                  <a:lnTo>
                    <a:pt x="8" y="60"/>
                  </a:lnTo>
                  <a:lnTo>
                    <a:pt x="10" y="58"/>
                  </a:lnTo>
                  <a:lnTo>
                    <a:pt x="14" y="54"/>
                  </a:lnTo>
                  <a:lnTo>
                    <a:pt x="18" y="50"/>
                  </a:lnTo>
                  <a:lnTo>
                    <a:pt x="26" y="44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8" y="38"/>
                  </a:lnTo>
                  <a:lnTo>
                    <a:pt x="28" y="36"/>
                  </a:lnTo>
                  <a:lnTo>
                    <a:pt x="26" y="34"/>
                  </a:lnTo>
                  <a:lnTo>
                    <a:pt x="26" y="32"/>
                  </a:lnTo>
                  <a:lnTo>
                    <a:pt x="26" y="28"/>
                  </a:lnTo>
                  <a:lnTo>
                    <a:pt x="26" y="24"/>
                  </a:lnTo>
                  <a:lnTo>
                    <a:pt x="26" y="22"/>
                  </a:lnTo>
                  <a:lnTo>
                    <a:pt x="26" y="18"/>
                  </a:lnTo>
                  <a:lnTo>
                    <a:pt x="24" y="14"/>
                  </a:lnTo>
                  <a:lnTo>
                    <a:pt x="22" y="8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0" y="2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81" name="Freeform 243"/>
            <p:cNvSpPr>
              <a:spLocks/>
            </p:cNvSpPr>
            <p:nvPr/>
          </p:nvSpPr>
          <p:spPr bwMode="gray">
            <a:xfrm>
              <a:off x="1013" y="2418"/>
              <a:ext cx="142" cy="114"/>
            </a:xfrm>
            <a:custGeom>
              <a:avLst/>
              <a:gdLst>
                <a:gd name="T0" fmla="*/ 20 w 142"/>
                <a:gd name="T1" fmla="*/ 42 h 114"/>
                <a:gd name="T2" fmla="*/ 20 w 142"/>
                <a:gd name="T3" fmla="*/ 40 h 114"/>
                <a:gd name="T4" fmla="*/ 18 w 142"/>
                <a:gd name="T5" fmla="*/ 38 h 114"/>
                <a:gd name="T6" fmla="*/ 20 w 142"/>
                <a:gd name="T7" fmla="*/ 36 h 114"/>
                <a:gd name="T8" fmla="*/ 14 w 142"/>
                <a:gd name="T9" fmla="*/ 34 h 114"/>
                <a:gd name="T10" fmla="*/ 6 w 142"/>
                <a:gd name="T11" fmla="*/ 30 h 114"/>
                <a:gd name="T12" fmla="*/ 0 w 142"/>
                <a:gd name="T13" fmla="*/ 26 h 114"/>
                <a:gd name="T14" fmla="*/ 2 w 142"/>
                <a:gd name="T15" fmla="*/ 24 h 114"/>
                <a:gd name="T16" fmla="*/ 20 w 142"/>
                <a:gd name="T17" fmla="*/ 16 h 114"/>
                <a:gd name="T18" fmla="*/ 32 w 142"/>
                <a:gd name="T19" fmla="*/ 12 h 114"/>
                <a:gd name="T20" fmla="*/ 54 w 142"/>
                <a:gd name="T21" fmla="*/ 6 h 114"/>
                <a:gd name="T22" fmla="*/ 58 w 142"/>
                <a:gd name="T23" fmla="*/ 2 h 114"/>
                <a:gd name="T24" fmla="*/ 60 w 142"/>
                <a:gd name="T25" fmla="*/ 0 h 114"/>
                <a:gd name="T26" fmla="*/ 68 w 142"/>
                <a:gd name="T27" fmla="*/ 24 h 114"/>
                <a:gd name="T28" fmla="*/ 86 w 142"/>
                <a:gd name="T29" fmla="*/ 24 h 114"/>
                <a:gd name="T30" fmla="*/ 92 w 142"/>
                <a:gd name="T31" fmla="*/ 22 h 114"/>
                <a:gd name="T32" fmla="*/ 102 w 142"/>
                <a:gd name="T33" fmla="*/ 18 h 114"/>
                <a:gd name="T34" fmla="*/ 108 w 142"/>
                <a:gd name="T35" fmla="*/ 20 h 114"/>
                <a:gd name="T36" fmla="*/ 110 w 142"/>
                <a:gd name="T37" fmla="*/ 26 h 114"/>
                <a:gd name="T38" fmla="*/ 110 w 142"/>
                <a:gd name="T39" fmla="*/ 32 h 114"/>
                <a:gd name="T40" fmla="*/ 120 w 142"/>
                <a:gd name="T41" fmla="*/ 42 h 114"/>
                <a:gd name="T42" fmla="*/ 124 w 142"/>
                <a:gd name="T43" fmla="*/ 44 h 114"/>
                <a:gd name="T44" fmla="*/ 128 w 142"/>
                <a:gd name="T45" fmla="*/ 56 h 114"/>
                <a:gd name="T46" fmla="*/ 132 w 142"/>
                <a:gd name="T47" fmla="*/ 64 h 114"/>
                <a:gd name="T48" fmla="*/ 136 w 142"/>
                <a:gd name="T49" fmla="*/ 70 h 114"/>
                <a:gd name="T50" fmla="*/ 138 w 142"/>
                <a:gd name="T51" fmla="*/ 74 h 114"/>
                <a:gd name="T52" fmla="*/ 138 w 142"/>
                <a:gd name="T53" fmla="*/ 78 h 114"/>
                <a:gd name="T54" fmla="*/ 136 w 142"/>
                <a:gd name="T55" fmla="*/ 80 h 114"/>
                <a:gd name="T56" fmla="*/ 134 w 142"/>
                <a:gd name="T57" fmla="*/ 94 h 114"/>
                <a:gd name="T58" fmla="*/ 128 w 142"/>
                <a:gd name="T59" fmla="*/ 112 h 114"/>
                <a:gd name="T60" fmla="*/ 112 w 142"/>
                <a:gd name="T61" fmla="*/ 110 h 114"/>
                <a:gd name="T62" fmla="*/ 112 w 142"/>
                <a:gd name="T63" fmla="*/ 104 h 114"/>
                <a:gd name="T64" fmla="*/ 112 w 142"/>
                <a:gd name="T65" fmla="*/ 102 h 114"/>
                <a:gd name="T66" fmla="*/ 110 w 142"/>
                <a:gd name="T67" fmla="*/ 92 h 114"/>
                <a:gd name="T68" fmla="*/ 108 w 142"/>
                <a:gd name="T69" fmla="*/ 86 h 114"/>
                <a:gd name="T70" fmla="*/ 106 w 142"/>
                <a:gd name="T71" fmla="*/ 82 h 114"/>
                <a:gd name="T72" fmla="*/ 98 w 142"/>
                <a:gd name="T73" fmla="*/ 78 h 114"/>
                <a:gd name="T74" fmla="*/ 94 w 142"/>
                <a:gd name="T75" fmla="*/ 80 h 114"/>
                <a:gd name="T76" fmla="*/ 92 w 142"/>
                <a:gd name="T77" fmla="*/ 80 h 114"/>
                <a:gd name="T78" fmla="*/ 64 w 142"/>
                <a:gd name="T79" fmla="*/ 76 h 114"/>
                <a:gd name="T80" fmla="*/ 58 w 142"/>
                <a:gd name="T81" fmla="*/ 74 h 114"/>
                <a:gd name="T82" fmla="*/ 52 w 142"/>
                <a:gd name="T83" fmla="*/ 70 h 114"/>
                <a:gd name="T84" fmla="*/ 46 w 142"/>
                <a:gd name="T85" fmla="*/ 60 h 114"/>
                <a:gd name="T86" fmla="*/ 38 w 142"/>
                <a:gd name="T87" fmla="*/ 60 h 11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42"/>
                <a:gd name="T133" fmla="*/ 0 h 114"/>
                <a:gd name="T134" fmla="*/ 142 w 142"/>
                <a:gd name="T135" fmla="*/ 114 h 11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42" h="114">
                  <a:moveTo>
                    <a:pt x="26" y="52"/>
                  </a:moveTo>
                  <a:lnTo>
                    <a:pt x="20" y="42"/>
                  </a:lnTo>
                  <a:lnTo>
                    <a:pt x="20" y="40"/>
                  </a:lnTo>
                  <a:lnTo>
                    <a:pt x="18" y="38"/>
                  </a:lnTo>
                  <a:lnTo>
                    <a:pt x="20" y="36"/>
                  </a:lnTo>
                  <a:lnTo>
                    <a:pt x="18" y="34"/>
                  </a:lnTo>
                  <a:lnTo>
                    <a:pt x="14" y="34"/>
                  </a:lnTo>
                  <a:lnTo>
                    <a:pt x="10" y="32"/>
                  </a:lnTo>
                  <a:lnTo>
                    <a:pt x="6" y="30"/>
                  </a:lnTo>
                  <a:lnTo>
                    <a:pt x="2" y="28"/>
                  </a:lnTo>
                  <a:lnTo>
                    <a:pt x="0" y="26"/>
                  </a:lnTo>
                  <a:lnTo>
                    <a:pt x="2" y="24"/>
                  </a:lnTo>
                  <a:lnTo>
                    <a:pt x="10" y="20"/>
                  </a:lnTo>
                  <a:lnTo>
                    <a:pt x="20" y="16"/>
                  </a:lnTo>
                  <a:lnTo>
                    <a:pt x="28" y="14"/>
                  </a:lnTo>
                  <a:lnTo>
                    <a:pt x="32" y="12"/>
                  </a:lnTo>
                  <a:lnTo>
                    <a:pt x="56" y="10"/>
                  </a:lnTo>
                  <a:lnTo>
                    <a:pt x="54" y="6"/>
                  </a:lnTo>
                  <a:lnTo>
                    <a:pt x="56" y="4"/>
                  </a:lnTo>
                  <a:lnTo>
                    <a:pt x="58" y="2"/>
                  </a:lnTo>
                  <a:lnTo>
                    <a:pt x="58" y="0"/>
                  </a:lnTo>
                  <a:lnTo>
                    <a:pt x="60" y="0"/>
                  </a:lnTo>
                  <a:lnTo>
                    <a:pt x="62" y="10"/>
                  </a:lnTo>
                  <a:lnTo>
                    <a:pt x="68" y="24"/>
                  </a:lnTo>
                  <a:lnTo>
                    <a:pt x="84" y="24"/>
                  </a:lnTo>
                  <a:lnTo>
                    <a:pt x="86" y="24"/>
                  </a:lnTo>
                  <a:lnTo>
                    <a:pt x="88" y="22"/>
                  </a:lnTo>
                  <a:lnTo>
                    <a:pt x="92" y="22"/>
                  </a:lnTo>
                  <a:lnTo>
                    <a:pt x="96" y="20"/>
                  </a:lnTo>
                  <a:lnTo>
                    <a:pt x="102" y="18"/>
                  </a:lnTo>
                  <a:lnTo>
                    <a:pt x="106" y="18"/>
                  </a:lnTo>
                  <a:lnTo>
                    <a:pt x="108" y="20"/>
                  </a:lnTo>
                  <a:lnTo>
                    <a:pt x="110" y="24"/>
                  </a:lnTo>
                  <a:lnTo>
                    <a:pt x="110" y="26"/>
                  </a:lnTo>
                  <a:lnTo>
                    <a:pt x="110" y="30"/>
                  </a:lnTo>
                  <a:lnTo>
                    <a:pt x="110" y="32"/>
                  </a:lnTo>
                  <a:lnTo>
                    <a:pt x="110" y="34"/>
                  </a:lnTo>
                  <a:lnTo>
                    <a:pt x="120" y="42"/>
                  </a:lnTo>
                  <a:lnTo>
                    <a:pt x="124" y="40"/>
                  </a:lnTo>
                  <a:lnTo>
                    <a:pt x="124" y="44"/>
                  </a:lnTo>
                  <a:lnTo>
                    <a:pt x="128" y="50"/>
                  </a:lnTo>
                  <a:lnTo>
                    <a:pt x="128" y="56"/>
                  </a:lnTo>
                  <a:lnTo>
                    <a:pt x="130" y="60"/>
                  </a:lnTo>
                  <a:lnTo>
                    <a:pt x="132" y="64"/>
                  </a:lnTo>
                  <a:lnTo>
                    <a:pt x="134" y="68"/>
                  </a:lnTo>
                  <a:lnTo>
                    <a:pt x="136" y="70"/>
                  </a:lnTo>
                  <a:lnTo>
                    <a:pt x="138" y="74"/>
                  </a:lnTo>
                  <a:lnTo>
                    <a:pt x="138" y="76"/>
                  </a:lnTo>
                  <a:lnTo>
                    <a:pt x="138" y="78"/>
                  </a:lnTo>
                  <a:lnTo>
                    <a:pt x="136" y="80"/>
                  </a:lnTo>
                  <a:lnTo>
                    <a:pt x="130" y="86"/>
                  </a:lnTo>
                  <a:lnTo>
                    <a:pt x="134" y="94"/>
                  </a:lnTo>
                  <a:lnTo>
                    <a:pt x="142" y="110"/>
                  </a:lnTo>
                  <a:lnTo>
                    <a:pt x="128" y="112"/>
                  </a:lnTo>
                  <a:lnTo>
                    <a:pt x="114" y="114"/>
                  </a:lnTo>
                  <a:lnTo>
                    <a:pt x="112" y="110"/>
                  </a:lnTo>
                  <a:lnTo>
                    <a:pt x="112" y="108"/>
                  </a:lnTo>
                  <a:lnTo>
                    <a:pt x="112" y="104"/>
                  </a:lnTo>
                  <a:lnTo>
                    <a:pt x="112" y="102"/>
                  </a:lnTo>
                  <a:lnTo>
                    <a:pt x="112" y="98"/>
                  </a:lnTo>
                  <a:lnTo>
                    <a:pt x="110" y="92"/>
                  </a:lnTo>
                  <a:lnTo>
                    <a:pt x="110" y="88"/>
                  </a:lnTo>
                  <a:lnTo>
                    <a:pt x="108" y="86"/>
                  </a:lnTo>
                  <a:lnTo>
                    <a:pt x="106" y="82"/>
                  </a:lnTo>
                  <a:lnTo>
                    <a:pt x="102" y="78"/>
                  </a:lnTo>
                  <a:lnTo>
                    <a:pt x="98" y="78"/>
                  </a:lnTo>
                  <a:lnTo>
                    <a:pt x="96" y="78"/>
                  </a:lnTo>
                  <a:lnTo>
                    <a:pt x="94" y="80"/>
                  </a:lnTo>
                  <a:lnTo>
                    <a:pt x="92" y="80"/>
                  </a:lnTo>
                  <a:lnTo>
                    <a:pt x="86" y="98"/>
                  </a:lnTo>
                  <a:lnTo>
                    <a:pt x="64" y="76"/>
                  </a:lnTo>
                  <a:lnTo>
                    <a:pt x="58" y="76"/>
                  </a:lnTo>
                  <a:lnTo>
                    <a:pt x="58" y="74"/>
                  </a:lnTo>
                  <a:lnTo>
                    <a:pt x="54" y="72"/>
                  </a:lnTo>
                  <a:lnTo>
                    <a:pt x="52" y="70"/>
                  </a:lnTo>
                  <a:lnTo>
                    <a:pt x="48" y="66"/>
                  </a:lnTo>
                  <a:lnTo>
                    <a:pt x="46" y="60"/>
                  </a:lnTo>
                  <a:lnTo>
                    <a:pt x="44" y="56"/>
                  </a:lnTo>
                  <a:lnTo>
                    <a:pt x="38" y="60"/>
                  </a:lnTo>
                  <a:lnTo>
                    <a:pt x="26" y="5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82" name="Freeform 244"/>
            <p:cNvSpPr>
              <a:spLocks/>
            </p:cNvSpPr>
            <p:nvPr/>
          </p:nvSpPr>
          <p:spPr bwMode="gray">
            <a:xfrm>
              <a:off x="1073" y="2384"/>
              <a:ext cx="76" cy="58"/>
            </a:xfrm>
            <a:custGeom>
              <a:avLst/>
              <a:gdLst>
                <a:gd name="T0" fmla="*/ 40 w 76"/>
                <a:gd name="T1" fmla="*/ 18 h 58"/>
                <a:gd name="T2" fmla="*/ 34 w 76"/>
                <a:gd name="T3" fmla="*/ 20 h 58"/>
                <a:gd name="T4" fmla="*/ 28 w 76"/>
                <a:gd name="T5" fmla="*/ 22 h 58"/>
                <a:gd name="T6" fmla="*/ 26 w 76"/>
                <a:gd name="T7" fmla="*/ 22 h 58"/>
                <a:gd name="T8" fmla="*/ 12 w 76"/>
                <a:gd name="T9" fmla="*/ 22 h 58"/>
                <a:gd name="T10" fmla="*/ 10 w 76"/>
                <a:gd name="T11" fmla="*/ 20 h 58"/>
                <a:gd name="T12" fmla="*/ 6 w 76"/>
                <a:gd name="T13" fmla="*/ 16 h 58"/>
                <a:gd name="T14" fmla="*/ 4 w 76"/>
                <a:gd name="T15" fmla="*/ 18 h 58"/>
                <a:gd name="T16" fmla="*/ 0 w 76"/>
                <a:gd name="T17" fmla="*/ 24 h 58"/>
                <a:gd name="T18" fmla="*/ 0 w 76"/>
                <a:gd name="T19" fmla="*/ 32 h 58"/>
                <a:gd name="T20" fmla="*/ 0 w 76"/>
                <a:gd name="T21" fmla="*/ 34 h 58"/>
                <a:gd name="T22" fmla="*/ 2 w 76"/>
                <a:gd name="T23" fmla="*/ 42 h 58"/>
                <a:gd name="T24" fmla="*/ 4 w 76"/>
                <a:gd name="T25" fmla="*/ 52 h 58"/>
                <a:gd name="T26" fmla="*/ 8 w 76"/>
                <a:gd name="T27" fmla="*/ 58 h 58"/>
                <a:gd name="T28" fmla="*/ 26 w 76"/>
                <a:gd name="T29" fmla="*/ 58 h 58"/>
                <a:gd name="T30" fmla="*/ 32 w 76"/>
                <a:gd name="T31" fmla="*/ 56 h 58"/>
                <a:gd name="T32" fmla="*/ 38 w 76"/>
                <a:gd name="T33" fmla="*/ 54 h 58"/>
                <a:gd name="T34" fmla="*/ 46 w 76"/>
                <a:gd name="T35" fmla="*/ 52 h 58"/>
                <a:gd name="T36" fmla="*/ 52 w 76"/>
                <a:gd name="T37" fmla="*/ 54 h 58"/>
                <a:gd name="T38" fmla="*/ 56 w 76"/>
                <a:gd name="T39" fmla="*/ 54 h 58"/>
                <a:gd name="T40" fmla="*/ 58 w 76"/>
                <a:gd name="T41" fmla="*/ 52 h 58"/>
                <a:gd name="T42" fmla="*/ 62 w 76"/>
                <a:gd name="T43" fmla="*/ 48 h 58"/>
                <a:gd name="T44" fmla="*/ 68 w 76"/>
                <a:gd name="T45" fmla="*/ 42 h 58"/>
                <a:gd name="T46" fmla="*/ 72 w 76"/>
                <a:gd name="T47" fmla="*/ 30 h 58"/>
                <a:gd name="T48" fmla="*/ 72 w 76"/>
                <a:gd name="T49" fmla="*/ 24 h 58"/>
                <a:gd name="T50" fmla="*/ 74 w 76"/>
                <a:gd name="T51" fmla="*/ 16 h 58"/>
                <a:gd name="T52" fmla="*/ 76 w 76"/>
                <a:gd name="T53" fmla="*/ 10 h 58"/>
                <a:gd name="T54" fmla="*/ 70 w 76"/>
                <a:gd name="T55" fmla="*/ 0 h 58"/>
                <a:gd name="T56" fmla="*/ 66 w 76"/>
                <a:gd name="T57" fmla="*/ 2 h 58"/>
                <a:gd name="T58" fmla="*/ 56 w 76"/>
                <a:gd name="T59" fmla="*/ 2 h 58"/>
                <a:gd name="T60" fmla="*/ 54 w 76"/>
                <a:gd name="T61" fmla="*/ 4 h 58"/>
                <a:gd name="T62" fmla="*/ 46 w 76"/>
                <a:gd name="T63" fmla="*/ 8 h 58"/>
                <a:gd name="T64" fmla="*/ 46 w 76"/>
                <a:gd name="T65" fmla="*/ 12 h 58"/>
                <a:gd name="T66" fmla="*/ 44 w 76"/>
                <a:gd name="T67" fmla="*/ 16 h 58"/>
                <a:gd name="T68" fmla="*/ 42 w 76"/>
                <a:gd name="T69" fmla="*/ 18 h 5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76"/>
                <a:gd name="T106" fmla="*/ 0 h 58"/>
                <a:gd name="T107" fmla="*/ 76 w 76"/>
                <a:gd name="T108" fmla="*/ 58 h 5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76" h="58">
                  <a:moveTo>
                    <a:pt x="42" y="18"/>
                  </a:moveTo>
                  <a:lnTo>
                    <a:pt x="40" y="18"/>
                  </a:lnTo>
                  <a:lnTo>
                    <a:pt x="36" y="18"/>
                  </a:lnTo>
                  <a:lnTo>
                    <a:pt x="34" y="20"/>
                  </a:lnTo>
                  <a:lnTo>
                    <a:pt x="30" y="22"/>
                  </a:lnTo>
                  <a:lnTo>
                    <a:pt x="28" y="22"/>
                  </a:lnTo>
                  <a:lnTo>
                    <a:pt x="26" y="22"/>
                  </a:lnTo>
                  <a:lnTo>
                    <a:pt x="20" y="24"/>
                  </a:lnTo>
                  <a:lnTo>
                    <a:pt x="12" y="22"/>
                  </a:lnTo>
                  <a:lnTo>
                    <a:pt x="10" y="20"/>
                  </a:lnTo>
                  <a:lnTo>
                    <a:pt x="8" y="18"/>
                  </a:lnTo>
                  <a:lnTo>
                    <a:pt x="6" y="16"/>
                  </a:lnTo>
                  <a:lnTo>
                    <a:pt x="6" y="18"/>
                  </a:lnTo>
                  <a:lnTo>
                    <a:pt x="4" y="18"/>
                  </a:lnTo>
                  <a:lnTo>
                    <a:pt x="2" y="20"/>
                  </a:lnTo>
                  <a:lnTo>
                    <a:pt x="0" y="24"/>
                  </a:lnTo>
                  <a:lnTo>
                    <a:pt x="0" y="28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8"/>
                  </a:lnTo>
                  <a:lnTo>
                    <a:pt x="2" y="42"/>
                  </a:lnTo>
                  <a:lnTo>
                    <a:pt x="4" y="48"/>
                  </a:lnTo>
                  <a:lnTo>
                    <a:pt x="4" y="52"/>
                  </a:lnTo>
                  <a:lnTo>
                    <a:pt x="6" y="56"/>
                  </a:lnTo>
                  <a:lnTo>
                    <a:pt x="8" y="58"/>
                  </a:lnTo>
                  <a:lnTo>
                    <a:pt x="24" y="58"/>
                  </a:lnTo>
                  <a:lnTo>
                    <a:pt x="26" y="58"/>
                  </a:lnTo>
                  <a:lnTo>
                    <a:pt x="28" y="58"/>
                  </a:lnTo>
                  <a:lnTo>
                    <a:pt x="32" y="56"/>
                  </a:lnTo>
                  <a:lnTo>
                    <a:pt x="36" y="54"/>
                  </a:lnTo>
                  <a:lnTo>
                    <a:pt x="38" y="54"/>
                  </a:lnTo>
                  <a:lnTo>
                    <a:pt x="46" y="52"/>
                  </a:lnTo>
                  <a:lnTo>
                    <a:pt x="48" y="54"/>
                  </a:lnTo>
                  <a:lnTo>
                    <a:pt x="52" y="54"/>
                  </a:lnTo>
                  <a:lnTo>
                    <a:pt x="54" y="54"/>
                  </a:lnTo>
                  <a:lnTo>
                    <a:pt x="56" y="54"/>
                  </a:lnTo>
                  <a:lnTo>
                    <a:pt x="56" y="52"/>
                  </a:lnTo>
                  <a:lnTo>
                    <a:pt x="58" y="52"/>
                  </a:lnTo>
                  <a:lnTo>
                    <a:pt x="60" y="52"/>
                  </a:lnTo>
                  <a:lnTo>
                    <a:pt x="62" y="48"/>
                  </a:lnTo>
                  <a:lnTo>
                    <a:pt x="66" y="46"/>
                  </a:lnTo>
                  <a:lnTo>
                    <a:pt x="68" y="42"/>
                  </a:lnTo>
                  <a:lnTo>
                    <a:pt x="70" y="36"/>
                  </a:lnTo>
                  <a:lnTo>
                    <a:pt x="72" y="30"/>
                  </a:lnTo>
                  <a:lnTo>
                    <a:pt x="72" y="28"/>
                  </a:lnTo>
                  <a:lnTo>
                    <a:pt x="72" y="24"/>
                  </a:lnTo>
                  <a:lnTo>
                    <a:pt x="72" y="20"/>
                  </a:lnTo>
                  <a:lnTo>
                    <a:pt x="74" y="16"/>
                  </a:lnTo>
                  <a:lnTo>
                    <a:pt x="74" y="12"/>
                  </a:lnTo>
                  <a:lnTo>
                    <a:pt x="76" y="10"/>
                  </a:lnTo>
                  <a:lnTo>
                    <a:pt x="70" y="0"/>
                  </a:lnTo>
                  <a:lnTo>
                    <a:pt x="68" y="2"/>
                  </a:lnTo>
                  <a:lnTo>
                    <a:pt x="66" y="2"/>
                  </a:lnTo>
                  <a:lnTo>
                    <a:pt x="62" y="2"/>
                  </a:lnTo>
                  <a:lnTo>
                    <a:pt x="56" y="2"/>
                  </a:lnTo>
                  <a:lnTo>
                    <a:pt x="54" y="4"/>
                  </a:lnTo>
                  <a:lnTo>
                    <a:pt x="52" y="4"/>
                  </a:lnTo>
                  <a:lnTo>
                    <a:pt x="46" y="8"/>
                  </a:lnTo>
                  <a:lnTo>
                    <a:pt x="46" y="10"/>
                  </a:lnTo>
                  <a:lnTo>
                    <a:pt x="46" y="12"/>
                  </a:lnTo>
                  <a:lnTo>
                    <a:pt x="46" y="14"/>
                  </a:lnTo>
                  <a:lnTo>
                    <a:pt x="44" y="16"/>
                  </a:lnTo>
                  <a:lnTo>
                    <a:pt x="44" y="18"/>
                  </a:lnTo>
                  <a:lnTo>
                    <a:pt x="42" y="1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83" name="Freeform 245"/>
            <p:cNvSpPr>
              <a:spLocks/>
            </p:cNvSpPr>
            <p:nvPr/>
          </p:nvSpPr>
          <p:spPr bwMode="gray">
            <a:xfrm>
              <a:off x="1015" y="2342"/>
              <a:ext cx="138" cy="66"/>
            </a:xfrm>
            <a:custGeom>
              <a:avLst/>
              <a:gdLst>
                <a:gd name="T0" fmla="*/ 134 w 138"/>
                <a:gd name="T1" fmla="*/ 22 h 66"/>
                <a:gd name="T2" fmla="*/ 130 w 138"/>
                <a:gd name="T3" fmla="*/ 18 h 66"/>
                <a:gd name="T4" fmla="*/ 126 w 138"/>
                <a:gd name="T5" fmla="*/ 16 h 66"/>
                <a:gd name="T6" fmla="*/ 118 w 138"/>
                <a:gd name="T7" fmla="*/ 12 h 66"/>
                <a:gd name="T8" fmla="*/ 110 w 138"/>
                <a:gd name="T9" fmla="*/ 14 h 66"/>
                <a:gd name="T10" fmla="*/ 106 w 138"/>
                <a:gd name="T11" fmla="*/ 18 h 66"/>
                <a:gd name="T12" fmla="*/ 104 w 138"/>
                <a:gd name="T13" fmla="*/ 20 h 66"/>
                <a:gd name="T14" fmla="*/ 104 w 138"/>
                <a:gd name="T15" fmla="*/ 24 h 66"/>
                <a:gd name="T16" fmla="*/ 100 w 138"/>
                <a:gd name="T17" fmla="*/ 22 h 66"/>
                <a:gd name="T18" fmla="*/ 94 w 138"/>
                <a:gd name="T19" fmla="*/ 24 h 66"/>
                <a:gd name="T20" fmla="*/ 90 w 138"/>
                <a:gd name="T21" fmla="*/ 24 h 66"/>
                <a:gd name="T22" fmla="*/ 84 w 138"/>
                <a:gd name="T23" fmla="*/ 22 h 66"/>
                <a:gd name="T24" fmla="*/ 76 w 138"/>
                <a:gd name="T25" fmla="*/ 20 h 66"/>
                <a:gd name="T26" fmla="*/ 60 w 138"/>
                <a:gd name="T27" fmla="*/ 14 h 66"/>
                <a:gd name="T28" fmla="*/ 46 w 138"/>
                <a:gd name="T29" fmla="*/ 8 h 66"/>
                <a:gd name="T30" fmla="*/ 36 w 138"/>
                <a:gd name="T31" fmla="*/ 4 h 66"/>
                <a:gd name="T32" fmla="*/ 30 w 138"/>
                <a:gd name="T33" fmla="*/ 0 h 66"/>
                <a:gd name="T34" fmla="*/ 28 w 138"/>
                <a:gd name="T35" fmla="*/ 2 h 66"/>
                <a:gd name="T36" fmla="*/ 28 w 138"/>
                <a:gd name="T37" fmla="*/ 4 h 66"/>
                <a:gd name="T38" fmla="*/ 26 w 138"/>
                <a:gd name="T39" fmla="*/ 6 h 66"/>
                <a:gd name="T40" fmla="*/ 24 w 138"/>
                <a:gd name="T41" fmla="*/ 4 h 66"/>
                <a:gd name="T42" fmla="*/ 22 w 138"/>
                <a:gd name="T43" fmla="*/ 4 h 66"/>
                <a:gd name="T44" fmla="*/ 20 w 138"/>
                <a:gd name="T45" fmla="*/ 0 h 66"/>
                <a:gd name="T46" fmla="*/ 18 w 138"/>
                <a:gd name="T47" fmla="*/ 0 h 66"/>
                <a:gd name="T48" fmla="*/ 18 w 138"/>
                <a:gd name="T49" fmla="*/ 4 h 66"/>
                <a:gd name="T50" fmla="*/ 14 w 138"/>
                <a:gd name="T51" fmla="*/ 6 h 66"/>
                <a:gd name="T52" fmla="*/ 12 w 138"/>
                <a:gd name="T53" fmla="*/ 6 h 66"/>
                <a:gd name="T54" fmla="*/ 6 w 138"/>
                <a:gd name="T55" fmla="*/ 6 h 66"/>
                <a:gd name="T56" fmla="*/ 4 w 138"/>
                <a:gd name="T57" fmla="*/ 8 h 66"/>
                <a:gd name="T58" fmla="*/ 0 w 138"/>
                <a:gd name="T59" fmla="*/ 8 h 66"/>
                <a:gd name="T60" fmla="*/ 8 w 138"/>
                <a:gd name="T61" fmla="*/ 20 h 66"/>
                <a:gd name="T62" fmla="*/ 16 w 138"/>
                <a:gd name="T63" fmla="*/ 42 h 66"/>
                <a:gd name="T64" fmla="*/ 18 w 138"/>
                <a:gd name="T65" fmla="*/ 42 h 66"/>
                <a:gd name="T66" fmla="*/ 18 w 138"/>
                <a:gd name="T67" fmla="*/ 44 h 66"/>
                <a:gd name="T68" fmla="*/ 20 w 138"/>
                <a:gd name="T69" fmla="*/ 46 h 66"/>
                <a:gd name="T70" fmla="*/ 24 w 138"/>
                <a:gd name="T71" fmla="*/ 46 h 66"/>
                <a:gd name="T72" fmla="*/ 30 w 138"/>
                <a:gd name="T73" fmla="*/ 46 h 66"/>
                <a:gd name="T74" fmla="*/ 34 w 138"/>
                <a:gd name="T75" fmla="*/ 42 h 66"/>
                <a:gd name="T76" fmla="*/ 42 w 138"/>
                <a:gd name="T77" fmla="*/ 44 h 66"/>
                <a:gd name="T78" fmla="*/ 42 w 138"/>
                <a:gd name="T79" fmla="*/ 46 h 66"/>
                <a:gd name="T80" fmla="*/ 44 w 138"/>
                <a:gd name="T81" fmla="*/ 48 h 66"/>
                <a:gd name="T82" fmla="*/ 52 w 138"/>
                <a:gd name="T83" fmla="*/ 50 h 66"/>
                <a:gd name="T84" fmla="*/ 60 w 138"/>
                <a:gd name="T85" fmla="*/ 52 h 66"/>
                <a:gd name="T86" fmla="*/ 62 w 138"/>
                <a:gd name="T87" fmla="*/ 58 h 66"/>
                <a:gd name="T88" fmla="*/ 68 w 138"/>
                <a:gd name="T89" fmla="*/ 64 h 66"/>
                <a:gd name="T90" fmla="*/ 72 w 138"/>
                <a:gd name="T91" fmla="*/ 64 h 66"/>
                <a:gd name="T92" fmla="*/ 78 w 138"/>
                <a:gd name="T93" fmla="*/ 66 h 66"/>
                <a:gd name="T94" fmla="*/ 86 w 138"/>
                <a:gd name="T95" fmla="*/ 64 h 66"/>
                <a:gd name="T96" fmla="*/ 90 w 138"/>
                <a:gd name="T97" fmla="*/ 62 h 66"/>
                <a:gd name="T98" fmla="*/ 98 w 138"/>
                <a:gd name="T99" fmla="*/ 60 h 66"/>
                <a:gd name="T100" fmla="*/ 102 w 138"/>
                <a:gd name="T101" fmla="*/ 58 h 66"/>
                <a:gd name="T102" fmla="*/ 104 w 138"/>
                <a:gd name="T103" fmla="*/ 54 h 66"/>
                <a:gd name="T104" fmla="*/ 104 w 138"/>
                <a:gd name="T105" fmla="*/ 50 h 66"/>
                <a:gd name="T106" fmla="*/ 108 w 138"/>
                <a:gd name="T107" fmla="*/ 48 h 66"/>
                <a:gd name="T108" fmla="*/ 112 w 138"/>
                <a:gd name="T109" fmla="*/ 44 h 66"/>
                <a:gd name="T110" fmla="*/ 118 w 138"/>
                <a:gd name="T111" fmla="*/ 46 h 66"/>
                <a:gd name="T112" fmla="*/ 126 w 138"/>
                <a:gd name="T113" fmla="*/ 44 h 66"/>
                <a:gd name="T114" fmla="*/ 130 w 138"/>
                <a:gd name="T115" fmla="*/ 40 h 66"/>
                <a:gd name="T116" fmla="*/ 136 w 138"/>
                <a:gd name="T117" fmla="*/ 38 h 66"/>
                <a:gd name="T118" fmla="*/ 138 w 138"/>
                <a:gd name="T119" fmla="*/ 38 h 66"/>
                <a:gd name="T120" fmla="*/ 136 w 138"/>
                <a:gd name="T121" fmla="*/ 36 h 66"/>
                <a:gd name="T122" fmla="*/ 136 w 138"/>
                <a:gd name="T123" fmla="*/ 30 h 66"/>
                <a:gd name="T124" fmla="*/ 138 w 138"/>
                <a:gd name="T125" fmla="*/ 24 h 6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38"/>
                <a:gd name="T190" fmla="*/ 0 h 66"/>
                <a:gd name="T191" fmla="*/ 138 w 138"/>
                <a:gd name="T192" fmla="*/ 66 h 6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38" h="66">
                  <a:moveTo>
                    <a:pt x="138" y="24"/>
                  </a:moveTo>
                  <a:lnTo>
                    <a:pt x="134" y="22"/>
                  </a:lnTo>
                  <a:lnTo>
                    <a:pt x="132" y="20"/>
                  </a:lnTo>
                  <a:lnTo>
                    <a:pt x="130" y="18"/>
                  </a:lnTo>
                  <a:lnTo>
                    <a:pt x="128" y="16"/>
                  </a:lnTo>
                  <a:lnTo>
                    <a:pt x="126" y="16"/>
                  </a:lnTo>
                  <a:lnTo>
                    <a:pt x="122" y="12"/>
                  </a:lnTo>
                  <a:lnTo>
                    <a:pt x="118" y="12"/>
                  </a:lnTo>
                  <a:lnTo>
                    <a:pt x="114" y="14"/>
                  </a:lnTo>
                  <a:lnTo>
                    <a:pt x="110" y="14"/>
                  </a:lnTo>
                  <a:lnTo>
                    <a:pt x="108" y="16"/>
                  </a:lnTo>
                  <a:lnTo>
                    <a:pt x="106" y="18"/>
                  </a:lnTo>
                  <a:lnTo>
                    <a:pt x="104" y="18"/>
                  </a:lnTo>
                  <a:lnTo>
                    <a:pt x="104" y="20"/>
                  </a:lnTo>
                  <a:lnTo>
                    <a:pt x="104" y="22"/>
                  </a:lnTo>
                  <a:lnTo>
                    <a:pt x="104" y="24"/>
                  </a:lnTo>
                  <a:lnTo>
                    <a:pt x="102" y="24"/>
                  </a:lnTo>
                  <a:lnTo>
                    <a:pt x="100" y="22"/>
                  </a:lnTo>
                  <a:lnTo>
                    <a:pt x="96" y="22"/>
                  </a:lnTo>
                  <a:lnTo>
                    <a:pt x="94" y="24"/>
                  </a:lnTo>
                  <a:lnTo>
                    <a:pt x="92" y="24"/>
                  </a:lnTo>
                  <a:lnTo>
                    <a:pt x="90" y="24"/>
                  </a:lnTo>
                  <a:lnTo>
                    <a:pt x="84" y="26"/>
                  </a:lnTo>
                  <a:lnTo>
                    <a:pt x="84" y="22"/>
                  </a:lnTo>
                  <a:lnTo>
                    <a:pt x="80" y="22"/>
                  </a:lnTo>
                  <a:lnTo>
                    <a:pt x="76" y="20"/>
                  </a:lnTo>
                  <a:lnTo>
                    <a:pt x="68" y="14"/>
                  </a:lnTo>
                  <a:lnTo>
                    <a:pt x="60" y="14"/>
                  </a:lnTo>
                  <a:lnTo>
                    <a:pt x="58" y="8"/>
                  </a:lnTo>
                  <a:lnTo>
                    <a:pt x="46" y="8"/>
                  </a:lnTo>
                  <a:lnTo>
                    <a:pt x="42" y="4"/>
                  </a:lnTo>
                  <a:lnTo>
                    <a:pt x="36" y="4"/>
                  </a:lnTo>
                  <a:lnTo>
                    <a:pt x="34" y="0"/>
                  </a:lnTo>
                  <a:lnTo>
                    <a:pt x="30" y="0"/>
                  </a:lnTo>
                  <a:lnTo>
                    <a:pt x="30" y="2"/>
                  </a:lnTo>
                  <a:lnTo>
                    <a:pt x="28" y="2"/>
                  </a:lnTo>
                  <a:lnTo>
                    <a:pt x="28" y="4"/>
                  </a:lnTo>
                  <a:lnTo>
                    <a:pt x="28" y="6"/>
                  </a:lnTo>
                  <a:lnTo>
                    <a:pt x="26" y="6"/>
                  </a:lnTo>
                  <a:lnTo>
                    <a:pt x="24" y="6"/>
                  </a:lnTo>
                  <a:lnTo>
                    <a:pt x="24" y="4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20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4" y="6"/>
                  </a:lnTo>
                  <a:lnTo>
                    <a:pt x="12" y="6"/>
                  </a:lnTo>
                  <a:lnTo>
                    <a:pt x="8" y="6"/>
                  </a:lnTo>
                  <a:lnTo>
                    <a:pt x="6" y="6"/>
                  </a:lnTo>
                  <a:lnTo>
                    <a:pt x="6" y="8"/>
                  </a:lnTo>
                  <a:lnTo>
                    <a:pt x="4" y="8"/>
                  </a:lnTo>
                  <a:lnTo>
                    <a:pt x="2" y="8"/>
                  </a:lnTo>
                  <a:lnTo>
                    <a:pt x="0" y="8"/>
                  </a:lnTo>
                  <a:lnTo>
                    <a:pt x="0" y="18"/>
                  </a:lnTo>
                  <a:lnTo>
                    <a:pt x="8" y="20"/>
                  </a:lnTo>
                  <a:lnTo>
                    <a:pt x="12" y="26"/>
                  </a:lnTo>
                  <a:lnTo>
                    <a:pt x="16" y="42"/>
                  </a:lnTo>
                  <a:lnTo>
                    <a:pt x="18" y="42"/>
                  </a:lnTo>
                  <a:lnTo>
                    <a:pt x="18" y="44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4" y="46"/>
                  </a:lnTo>
                  <a:lnTo>
                    <a:pt x="26" y="48"/>
                  </a:lnTo>
                  <a:lnTo>
                    <a:pt x="30" y="46"/>
                  </a:lnTo>
                  <a:lnTo>
                    <a:pt x="32" y="46"/>
                  </a:lnTo>
                  <a:lnTo>
                    <a:pt x="34" y="42"/>
                  </a:lnTo>
                  <a:lnTo>
                    <a:pt x="42" y="42"/>
                  </a:lnTo>
                  <a:lnTo>
                    <a:pt x="42" y="44"/>
                  </a:lnTo>
                  <a:lnTo>
                    <a:pt x="42" y="46"/>
                  </a:lnTo>
                  <a:lnTo>
                    <a:pt x="42" y="48"/>
                  </a:lnTo>
                  <a:lnTo>
                    <a:pt x="44" y="48"/>
                  </a:lnTo>
                  <a:lnTo>
                    <a:pt x="46" y="50"/>
                  </a:lnTo>
                  <a:lnTo>
                    <a:pt x="52" y="50"/>
                  </a:lnTo>
                  <a:lnTo>
                    <a:pt x="58" y="50"/>
                  </a:lnTo>
                  <a:lnTo>
                    <a:pt x="60" y="52"/>
                  </a:lnTo>
                  <a:lnTo>
                    <a:pt x="60" y="54"/>
                  </a:lnTo>
                  <a:lnTo>
                    <a:pt x="62" y="58"/>
                  </a:lnTo>
                  <a:lnTo>
                    <a:pt x="66" y="60"/>
                  </a:lnTo>
                  <a:lnTo>
                    <a:pt x="68" y="64"/>
                  </a:lnTo>
                  <a:lnTo>
                    <a:pt x="70" y="64"/>
                  </a:lnTo>
                  <a:lnTo>
                    <a:pt x="72" y="64"/>
                  </a:lnTo>
                  <a:lnTo>
                    <a:pt x="74" y="66"/>
                  </a:lnTo>
                  <a:lnTo>
                    <a:pt x="78" y="66"/>
                  </a:lnTo>
                  <a:lnTo>
                    <a:pt x="82" y="66"/>
                  </a:lnTo>
                  <a:lnTo>
                    <a:pt x="86" y="64"/>
                  </a:lnTo>
                  <a:lnTo>
                    <a:pt x="90" y="62"/>
                  </a:lnTo>
                  <a:lnTo>
                    <a:pt x="94" y="60"/>
                  </a:lnTo>
                  <a:lnTo>
                    <a:pt x="98" y="60"/>
                  </a:lnTo>
                  <a:lnTo>
                    <a:pt x="102" y="60"/>
                  </a:lnTo>
                  <a:lnTo>
                    <a:pt x="102" y="58"/>
                  </a:lnTo>
                  <a:lnTo>
                    <a:pt x="104" y="56"/>
                  </a:lnTo>
                  <a:lnTo>
                    <a:pt x="104" y="54"/>
                  </a:lnTo>
                  <a:lnTo>
                    <a:pt x="104" y="52"/>
                  </a:lnTo>
                  <a:lnTo>
                    <a:pt x="104" y="50"/>
                  </a:lnTo>
                  <a:lnTo>
                    <a:pt x="106" y="50"/>
                  </a:lnTo>
                  <a:lnTo>
                    <a:pt x="108" y="48"/>
                  </a:lnTo>
                  <a:lnTo>
                    <a:pt x="110" y="46"/>
                  </a:lnTo>
                  <a:lnTo>
                    <a:pt x="112" y="44"/>
                  </a:lnTo>
                  <a:lnTo>
                    <a:pt x="114" y="44"/>
                  </a:lnTo>
                  <a:lnTo>
                    <a:pt x="118" y="46"/>
                  </a:lnTo>
                  <a:lnTo>
                    <a:pt x="122" y="44"/>
                  </a:lnTo>
                  <a:lnTo>
                    <a:pt x="126" y="44"/>
                  </a:lnTo>
                  <a:lnTo>
                    <a:pt x="128" y="42"/>
                  </a:lnTo>
                  <a:lnTo>
                    <a:pt x="130" y="40"/>
                  </a:lnTo>
                  <a:lnTo>
                    <a:pt x="132" y="38"/>
                  </a:lnTo>
                  <a:lnTo>
                    <a:pt x="136" y="38"/>
                  </a:lnTo>
                  <a:lnTo>
                    <a:pt x="138" y="38"/>
                  </a:lnTo>
                  <a:lnTo>
                    <a:pt x="136" y="36"/>
                  </a:lnTo>
                  <a:lnTo>
                    <a:pt x="136" y="34"/>
                  </a:lnTo>
                  <a:lnTo>
                    <a:pt x="136" y="30"/>
                  </a:lnTo>
                  <a:lnTo>
                    <a:pt x="138" y="26"/>
                  </a:lnTo>
                  <a:lnTo>
                    <a:pt x="138" y="24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84" name="Freeform 246"/>
            <p:cNvSpPr>
              <a:spLocks/>
            </p:cNvSpPr>
            <p:nvPr/>
          </p:nvSpPr>
          <p:spPr bwMode="gray">
            <a:xfrm>
              <a:off x="1031" y="2246"/>
              <a:ext cx="152" cy="122"/>
            </a:xfrm>
            <a:custGeom>
              <a:avLst/>
              <a:gdLst>
                <a:gd name="T0" fmla="*/ 84 w 152"/>
                <a:gd name="T1" fmla="*/ 2 h 122"/>
                <a:gd name="T2" fmla="*/ 80 w 152"/>
                <a:gd name="T3" fmla="*/ 10 h 122"/>
                <a:gd name="T4" fmla="*/ 60 w 152"/>
                <a:gd name="T5" fmla="*/ 18 h 122"/>
                <a:gd name="T6" fmla="*/ 52 w 152"/>
                <a:gd name="T7" fmla="*/ 18 h 122"/>
                <a:gd name="T8" fmla="*/ 46 w 152"/>
                <a:gd name="T9" fmla="*/ 16 h 122"/>
                <a:gd name="T10" fmla="*/ 36 w 152"/>
                <a:gd name="T11" fmla="*/ 22 h 122"/>
                <a:gd name="T12" fmla="*/ 30 w 152"/>
                <a:gd name="T13" fmla="*/ 28 h 122"/>
                <a:gd name="T14" fmla="*/ 4 w 152"/>
                <a:gd name="T15" fmla="*/ 36 h 122"/>
                <a:gd name="T16" fmla="*/ 4 w 152"/>
                <a:gd name="T17" fmla="*/ 48 h 122"/>
                <a:gd name="T18" fmla="*/ 4 w 152"/>
                <a:gd name="T19" fmla="*/ 52 h 122"/>
                <a:gd name="T20" fmla="*/ 0 w 152"/>
                <a:gd name="T21" fmla="*/ 56 h 122"/>
                <a:gd name="T22" fmla="*/ 6 w 152"/>
                <a:gd name="T23" fmla="*/ 62 h 122"/>
                <a:gd name="T24" fmla="*/ 10 w 152"/>
                <a:gd name="T25" fmla="*/ 66 h 122"/>
                <a:gd name="T26" fmla="*/ 10 w 152"/>
                <a:gd name="T27" fmla="*/ 72 h 122"/>
                <a:gd name="T28" fmla="*/ 6 w 152"/>
                <a:gd name="T29" fmla="*/ 76 h 122"/>
                <a:gd name="T30" fmla="*/ 6 w 152"/>
                <a:gd name="T31" fmla="*/ 78 h 122"/>
                <a:gd name="T32" fmla="*/ 8 w 152"/>
                <a:gd name="T33" fmla="*/ 84 h 122"/>
                <a:gd name="T34" fmla="*/ 8 w 152"/>
                <a:gd name="T35" fmla="*/ 90 h 122"/>
                <a:gd name="T36" fmla="*/ 8 w 152"/>
                <a:gd name="T37" fmla="*/ 94 h 122"/>
                <a:gd name="T38" fmla="*/ 6 w 152"/>
                <a:gd name="T39" fmla="*/ 100 h 122"/>
                <a:gd name="T40" fmla="*/ 8 w 152"/>
                <a:gd name="T41" fmla="*/ 100 h 122"/>
                <a:gd name="T42" fmla="*/ 12 w 152"/>
                <a:gd name="T43" fmla="*/ 102 h 122"/>
                <a:gd name="T44" fmla="*/ 12 w 152"/>
                <a:gd name="T45" fmla="*/ 98 h 122"/>
                <a:gd name="T46" fmla="*/ 18 w 152"/>
                <a:gd name="T47" fmla="*/ 96 h 122"/>
                <a:gd name="T48" fmla="*/ 30 w 152"/>
                <a:gd name="T49" fmla="*/ 104 h 122"/>
                <a:gd name="T50" fmla="*/ 52 w 152"/>
                <a:gd name="T51" fmla="*/ 110 h 122"/>
                <a:gd name="T52" fmla="*/ 68 w 152"/>
                <a:gd name="T53" fmla="*/ 118 h 122"/>
                <a:gd name="T54" fmla="*/ 76 w 152"/>
                <a:gd name="T55" fmla="*/ 120 h 122"/>
                <a:gd name="T56" fmla="*/ 84 w 152"/>
                <a:gd name="T57" fmla="*/ 118 h 122"/>
                <a:gd name="T58" fmla="*/ 88 w 152"/>
                <a:gd name="T59" fmla="*/ 118 h 122"/>
                <a:gd name="T60" fmla="*/ 90 w 152"/>
                <a:gd name="T61" fmla="*/ 114 h 122"/>
                <a:gd name="T62" fmla="*/ 98 w 152"/>
                <a:gd name="T63" fmla="*/ 110 h 122"/>
                <a:gd name="T64" fmla="*/ 110 w 152"/>
                <a:gd name="T65" fmla="*/ 112 h 122"/>
                <a:gd name="T66" fmla="*/ 116 w 152"/>
                <a:gd name="T67" fmla="*/ 116 h 122"/>
                <a:gd name="T68" fmla="*/ 124 w 152"/>
                <a:gd name="T69" fmla="*/ 120 h 122"/>
                <a:gd name="T70" fmla="*/ 128 w 152"/>
                <a:gd name="T71" fmla="*/ 118 h 122"/>
                <a:gd name="T72" fmla="*/ 150 w 152"/>
                <a:gd name="T73" fmla="*/ 104 h 122"/>
                <a:gd name="T74" fmla="*/ 152 w 152"/>
                <a:gd name="T75" fmla="*/ 100 h 122"/>
                <a:gd name="T76" fmla="*/ 146 w 152"/>
                <a:gd name="T77" fmla="*/ 86 h 122"/>
                <a:gd name="T78" fmla="*/ 142 w 152"/>
                <a:gd name="T79" fmla="*/ 78 h 122"/>
                <a:gd name="T80" fmla="*/ 132 w 152"/>
                <a:gd name="T81" fmla="*/ 64 h 122"/>
                <a:gd name="T82" fmla="*/ 126 w 152"/>
                <a:gd name="T83" fmla="*/ 58 h 122"/>
                <a:gd name="T84" fmla="*/ 132 w 152"/>
                <a:gd name="T85" fmla="*/ 54 h 122"/>
                <a:gd name="T86" fmla="*/ 134 w 152"/>
                <a:gd name="T87" fmla="*/ 40 h 122"/>
                <a:gd name="T88" fmla="*/ 130 w 152"/>
                <a:gd name="T89" fmla="*/ 32 h 122"/>
                <a:gd name="T90" fmla="*/ 124 w 152"/>
                <a:gd name="T91" fmla="*/ 18 h 122"/>
                <a:gd name="T92" fmla="*/ 116 w 152"/>
                <a:gd name="T93" fmla="*/ 12 h 122"/>
                <a:gd name="T94" fmla="*/ 112 w 152"/>
                <a:gd name="T95" fmla="*/ 6 h 122"/>
                <a:gd name="T96" fmla="*/ 104 w 152"/>
                <a:gd name="T97" fmla="*/ 8 h 122"/>
                <a:gd name="T98" fmla="*/ 94 w 152"/>
                <a:gd name="T99" fmla="*/ 8 h 12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52"/>
                <a:gd name="T151" fmla="*/ 0 h 122"/>
                <a:gd name="T152" fmla="*/ 152 w 152"/>
                <a:gd name="T153" fmla="*/ 122 h 122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52" h="122">
                  <a:moveTo>
                    <a:pt x="90" y="4"/>
                  </a:moveTo>
                  <a:lnTo>
                    <a:pt x="84" y="0"/>
                  </a:lnTo>
                  <a:lnTo>
                    <a:pt x="84" y="2"/>
                  </a:lnTo>
                  <a:lnTo>
                    <a:pt x="82" y="4"/>
                  </a:lnTo>
                  <a:lnTo>
                    <a:pt x="82" y="8"/>
                  </a:lnTo>
                  <a:lnTo>
                    <a:pt x="80" y="10"/>
                  </a:lnTo>
                  <a:lnTo>
                    <a:pt x="78" y="12"/>
                  </a:lnTo>
                  <a:lnTo>
                    <a:pt x="60" y="18"/>
                  </a:lnTo>
                  <a:lnTo>
                    <a:pt x="56" y="18"/>
                  </a:lnTo>
                  <a:lnTo>
                    <a:pt x="52" y="18"/>
                  </a:lnTo>
                  <a:lnTo>
                    <a:pt x="52" y="16"/>
                  </a:lnTo>
                  <a:lnTo>
                    <a:pt x="48" y="16"/>
                  </a:lnTo>
                  <a:lnTo>
                    <a:pt x="46" y="16"/>
                  </a:lnTo>
                  <a:lnTo>
                    <a:pt x="42" y="16"/>
                  </a:lnTo>
                  <a:lnTo>
                    <a:pt x="38" y="20"/>
                  </a:lnTo>
                  <a:lnTo>
                    <a:pt x="36" y="22"/>
                  </a:lnTo>
                  <a:lnTo>
                    <a:pt x="32" y="24"/>
                  </a:lnTo>
                  <a:lnTo>
                    <a:pt x="30" y="26"/>
                  </a:lnTo>
                  <a:lnTo>
                    <a:pt x="30" y="28"/>
                  </a:lnTo>
                  <a:lnTo>
                    <a:pt x="4" y="32"/>
                  </a:lnTo>
                  <a:lnTo>
                    <a:pt x="4" y="36"/>
                  </a:lnTo>
                  <a:lnTo>
                    <a:pt x="4" y="40"/>
                  </a:lnTo>
                  <a:lnTo>
                    <a:pt x="4" y="44"/>
                  </a:lnTo>
                  <a:lnTo>
                    <a:pt x="4" y="48"/>
                  </a:lnTo>
                  <a:lnTo>
                    <a:pt x="4" y="50"/>
                  </a:lnTo>
                  <a:lnTo>
                    <a:pt x="4" y="52"/>
                  </a:lnTo>
                  <a:lnTo>
                    <a:pt x="4" y="54"/>
                  </a:lnTo>
                  <a:lnTo>
                    <a:pt x="0" y="54"/>
                  </a:lnTo>
                  <a:lnTo>
                    <a:pt x="0" y="56"/>
                  </a:lnTo>
                  <a:lnTo>
                    <a:pt x="2" y="56"/>
                  </a:lnTo>
                  <a:lnTo>
                    <a:pt x="4" y="60"/>
                  </a:lnTo>
                  <a:lnTo>
                    <a:pt x="6" y="62"/>
                  </a:lnTo>
                  <a:lnTo>
                    <a:pt x="8" y="62"/>
                  </a:lnTo>
                  <a:lnTo>
                    <a:pt x="8" y="64"/>
                  </a:lnTo>
                  <a:lnTo>
                    <a:pt x="10" y="66"/>
                  </a:lnTo>
                  <a:lnTo>
                    <a:pt x="12" y="68"/>
                  </a:lnTo>
                  <a:lnTo>
                    <a:pt x="12" y="70"/>
                  </a:lnTo>
                  <a:lnTo>
                    <a:pt x="10" y="72"/>
                  </a:lnTo>
                  <a:lnTo>
                    <a:pt x="8" y="74"/>
                  </a:lnTo>
                  <a:lnTo>
                    <a:pt x="6" y="76"/>
                  </a:lnTo>
                  <a:lnTo>
                    <a:pt x="6" y="78"/>
                  </a:lnTo>
                  <a:lnTo>
                    <a:pt x="8" y="80"/>
                  </a:lnTo>
                  <a:lnTo>
                    <a:pt x="8" y="82"/>
                  </a:lnTo>
                  <a:lnTo>
                    <a:pt x="8" y="84"/>
                  </a:lnTo>
                  <a:lnTo>
                    <a:pt x="6" y="86"/>
                  </a:lnTo>
                  <a:lnTo>
                    <a:pt x="6" y="88"/>
                  </a:lnTo>
                  <a:lnTo>
                    <a:pt x="8" y="90"/>
                  </a:lnTo>
                  <a:lnTo>
                    <a:pt x="6" y="90"/>
                  </a:lnTo>
                  <a:lnTo>
                    <a:pt x="6" y="92"/>
                  </a:lnTo>
                  <a:lnTo>
                    <a:pt x="8" y="94"/>
                  </a:lnTo>
                  <a:lnTo>
                    <a:pt x="8" y="96"/>
                  </a:lnTo>
                  <a:lnTo>
                    <a:pt x="8" y="98"/>
                  </a:lnTo>
                  <a:lnTo>
                    <a:pt x="6" y="100"/>
                  </a:lnTo>
                  <a:lnTo>
                    <a:pt x="8" y="100"/>
                  </a:lnTo>
                  <a:lnTo>
                    <a:pt x="8" y="102"/>
                  </a:lnTo>
                  <a:lnTo>
                    <a:pt x="10" y="102"/>
                  </a:lnTo>
                  <a:lnTo>
                    <a:pt x="12" y="102"/>
                  </a:lnTo>
                  <a:lnTo>
                    <a:pt x="12" y="100"/>
                  </a:lnTo>
                  <a:lnTo>
                    <a:pt x="12" y="98"/>
                  </a:lnTo>
                  <a:lnTo>
                    <a:pt x="14" y="98"/>
                  </a:lnTo>
                  <a:lnTo>
                    <a:pt x="14" y="96"/>
                  </a:lnTo>
                  <a:lnTo>
                    <a:pt x="18" y="96"/>
                  </a:lnTo>
                  <a:lnTo>
                    <a:pt x="20" y="100"/>
                  </a:lnTo>
                  <a:lnTo>
                    <a:pt x="26" y="100"/>
                  </a:lnTo>
                  <a:lnTo>
                    <a:pt x="30" y="104"/>
                  </a:lnTo>
                  <a:lnTo>
                    <a:pt x="42" y="104"/>
                  </a:lnTo>
                  <a:lnTo>
                    <a:pt x="44" y="110"/>
                  </a:lnTo>
                  <a:lnTo>
                    <a:pt x="52" y="110"/>
                  </a:lnTo>
                  <a:lnTo>
                    <a:pt x="60" y="116"/>
                  </a:lnTo>
                  <a:lnTo>
                    <a:pt x="64" y="118"/>
                  </a:lnTo>
                  <a:lnTo>
                    <a:pt x="68" y="118"/>
                  </a:lnTo>
                  <a:lnTo>
                    <a:pt x="68" y="122"/>
                  </a:lnTo>
                  <a:lnTo>
                    <a:pt x="74" y="120"/>
                  </a:lnTo>
                  <a:lnTo>
                    <a:pt x="76" y="120"/>
                  </a:lnTo>
                  <a:lnTo>
                    <a:pt x="78" y="120"/>
                  </a:lnTo>
                  <a:lnTo>
                    <a:pt x="80" y="118"/>
                  </a:lnTo>
                  <a:lnTo>
                    <a:pt x="84" y="118"/>
                  </a:lnTo>
                  <a:lnTo>
                    <a:pt x="86" y="120"/>
                  </a:lnTo>
                  <a:lnTo>
                    <a:pt x="88" y="120"/>
                  </a:lnTo>
                  <a:lnTo>
                    <a:pt x="88" y="118"/>
                  </a:lnTo>
                  <a:lnTo>
                    <a:pt x="88" y="116"/>
                  </a:lnTo>
                  <a:lnTo>
                    <a:pt x="88" y="114"/>
                  </a:lnTo>
                  <a:lnTo>
                    <a:pt x="90" y="114"/>
                  </a:lnTo>
                  <a:lnTo>
                    <a:pt x="92" y="112"/>
                  </a:lnTo>
                  <a:lnTo>
                    <a:pt x="94" y="110"/>
                  </a:lnTo>
                  <a:lnTo>
                    <a:pt x="98" y="110"/>
                  </a:lnTo>
                  <a:lnTo>
                    <a:pt x="102" y="108"/>
                  </a:lnTo>
                  <a:lnTo>
                    <a:pt x="106" y="108"/>
                  </a:lnTo>
                  <a:lnTo>
                    <a:pt x="110" y="112"/>
                  </a:lnTo>
                  <a:lnTo>
                    <a:pt x="112" y="112"/>
                  </a:lnTo>
                  <a:lnTo>
                    <a:pt x="114" y="114"/>
                  </a:lnTo>
                  <a:lnTo>
                    <a:pt x="116" y="116"/>
                  </a:lnTo>
                  <a:lnTo>
                    <a:pt x="118" y="118"/>
                  </a:lnTo>
                  <a:lnTo>
                    <a:pt x="122" y="120"/>
                  </a:lnTo>
                  <a:lnTo>
                    <a:pt x="124" y="120"/>
                  </a:lnTo>
                  <a:lnTo>
                    <a:pt x="126" y="120"/>
                  </a:lnTo>
                  <a:lnTo>
                    <a:pt x="128" y="120"/>
                  </a:lnTo>
                  <a:lnTo>
                    <a:pt x="128" y="118"/>
                  </a:lnTo>
                  <a:lnTo>
                    <a:pt x="150" y="104"/>
                  </a:lnTo>
                  <a:lnTo>
                    <a:pt x="152" y="102"/>
                  </a:lnTo>
                  <a:lnTo>
                    <a:pt x="152" y="100"/>
                  </a:lnTo>
                  <a:lnTo>
                    <a:pt x="150" y="98"/>
                  </a:lnTo>
                  <a:lnTo>
                    <a:pt x="148" y="92"/>
                  </a:lnTo>
                  <a:lnTo>
                    <a:pt x="146" y="86"/>
                  </a:lnTo>
                  <a:lnTo>
                    <a:pt x="146" y="84"/>
                  </a:lnTo>
                  <a:lnTo>
                    <a:pt x="144" y="82"/>
                  </a:lnTo>
                  <a:lnTo>
                    <a:pt x="142" y="78"/>
                  </a:lnTo>
                  <a:lnTo>
                    <a:pt x="140" y="72"/>
                  </a:lnTo>
                  <a:lnTo>
                    <a:pt x="136" y="68"/>
                  </a:lnTo>
                  <a:lnTo>
                    <a:pt x="132" y="64"/>
                  </a:lnTo>
                  <a:lnTo>
                    <a:pt x="130" y="60"/>
                  </a:lnTo>
                  <a:lnTo>
                    <a:pt x="126" y="58"/>
                  </a:lnTo>
                  <a:lnTo>
                    <a:pt x="128" y="58"/>
                  </a:lnTo>
                  <a:lnTo>
                    <a:pt x="130" y="56"/>
                  </a:lnTo>
                  <a:lnTo>
                    <a:pt x="132" y="54"/>
                  </a:lnTo>
                  <a:lnTo>
                    <a:pt x="134" y="50"/>
                  </a:lnTo>
                  <a:lnTo>
                    <a:pt x="136" y="46"/>
                  </a:lnTo>
                  <a:lnTo>
                    <a:pt x="134" y="40"/>
                  </a:lnTo>
                  <a:lnTo>
                    <a:pt x="132" y="36"/>
                  </a:lnTo>
                  <a:lnTo>
                    <a:pt x="130" y="32"/>
                  </a:lnTo>
                  <a:lnTo>
                    <a:pt x="128" y="28"/>
                  </a:lnTo>
                  <a:lnTo>
                    <a:pt x="126" y="22"/>
                  </a:lnTo>
                  <a:lnTo>
                    <a:pt x="124" y="18"/>
                  </a:lnTo>
                  <a:lnTo>
                    <a:pt x="122" y="16"/>
                  </a:lnTo>
                  <a:lnTo>
                    <a:pt x="120" y="14"/>
                  </a:lnTo>
                  <a:lnTo>
                    <a:pt x="116" y="12"/>
                  </a:lnTo>
                  <a:lnTo>
                    <a:pt x="114" y="10"/>
                  </a:lnTo>
                  <a:lnTo>
                    <a:pt x="112" y="8"/>
                  </a:lnTo>
                  <a:lnTo>
                    <a:pt x="112" y="6"/>
                  </a:lnTo>
                  <a:lnTo>
                    <a:pt x="110" y="6"/>
                  </a:lnTo>
                  <a:lnTo>
                    <a:pt x="108" y="8"/>
                  </a:lnTo>
                  <a:lnTo>
                    <a:pt x="104" y="8"/>
                  </a:lnTo>
                  <a:lnTo>
                    <a:pt x="98" y="8"/>
                  </a:lnTo>
                  <a:lnTo>
                    <a:pt x="94" y="8"/>
                  </a:lnTo>
                  <a:lnTo>
                    <a:pt x="92" y="6"/>
                  </a:lnTo>
                  <a:lnTo>
                    <a:pt x="90" y="4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85" name="Freeform 247"/>
            <p:cNvSpPr>
              <a:spLocks/>
            </p:cNvSpPr>
            <p:nvPr/>
          </p:nvSpPr>
          <p:spPr bwMode="gray">
            <a:xfrm>
              <a:off x="1129" y="2384"/>
              <a:ext cx="102" cy="84"/>
            </a:xfrm>
            <a:custGeom>
              <a:avLst/>
              <a:gdLst>
                <a:gd name="T0" fmla="*/ 20 w 102"/>
                <a:gd name="T1" fmla="*/ 6 h 84"/>
                <a:gd name="T2" fmla="*/ 26 w 102"/>
                <a:gd name="T3" fmla="*/ 2 h 84"/>
                <a:gd name="T4" fmla="*/ 38 w 102"/>
                <a:gd name="T5" fmla="*/ 2 h 84"/>
                <a:gd name="T6" fmla="*/ 48 w 102"/>
                <a:gd name="T7" fmla="*/ 4 h 84"/>
                <a:gd name="T8" fmla="*/ 52 w 102"/>
                <a:gd name="T9" fmla="*/ 6 h 84"/>
                <a:gd name="T10" fmla="*/ 60 w 102"/>
                <a:gd name="T11" fmla="*/ 6 h 84"/>
                <a:gd name="T12" fmla="*/ 68 w 102"/>
                <a:gd name="T13" fmla="*/ 4 h 84"/>
                <a:gd name="T14" fmla="*/ 72 w 102"/>
                <a:gd name="T15" fmla="*/ 0 h 84"/>
                <a:gd name="T16" fmla="*/ 76 w 102"/>
                <a:gd name="T17" fmla="*/ 2 h 84"/>
                <a:gd name="T18" fmla="*/ 84 w 102"/>
                <a:gd name="T19" fmla="*/ 6 h 84"/>
                <a:gd name="T20" fmla="*/ 92 w 102"/>
                <a:gd name="T21" fmla="*/ 14 h 84"/>
                <a:gd name="T22" fmla="*/ 94 w 102"/>
                <a:gd name="T23" fmla="*/ 20 h 84"/>
                <a:gd name="T24" fmla="*/ 96 w 102"/>
                <a:gd name="T25" fmla="*/ 30 h 84"/>
                <a:gd name="T26" fmla="*/ 98 w 102"/>
                <a:gd name="T27" fmla="*/ 40 h 84"/>
                <a:gd name="T28" fmla="*/ 96 w 102"/>
                <a:gd name="T29" fmla="*/ 54 h 84"/>
                <a:gd name="T30" fmla="*/ 98 w 102"/>
                <a:gd name="T31" fmla="*/ 60 h 84"/>
                <a:gd name="T32" fmla="*/ 102 w 102"/>
                <a:gd name="T33" fmla="*/ 64 h 84"/>
                <a:gd name="T34" fmla="*/ 100 w 102"/>
                <a:gd name="T35" fmla="*/ 66 h 84"/>
                <a:gd name="T36" fmla="*/ 100 w 102"/>
                <a:gd name="T37" fmla="*/ 70 h 84"/>
                <a:gd name="T38" fmla="*/ 100 w 102"/>
                <a:gd name="T39" fmla="*/ 74 h 84"/>
                <a:gd name="T40" fmla="*/ 100 w 102"/>
                <a:gd name="T41" fmla="*/ 82 h 84"/>
                <a:gd name="T42" fmla="*/ 100 w 102"/>
                <a:gd name="T43" fmla="*/ 84 h 84"/>
                <a:gd name="T44" fmla="*/ 94 w 102"/>
                <a:gd name="T45" fmla="*/ 80 h 84"/>
                <a:gd name="T46" fmla="*/ 88 w 102"/>
                <a:gd name="T47" fmla="*/ 76 h 84"/>
                <a:gd name="T48" fmla="*/ 74 w 102"/>
                <a:gd name="T49" fmla="*/ 72 h 84"/>
                <a:gd name="T50" fmla="*/ 72 w 102"/>
                <a:gd name="T51" fmla="*/ 70 h 84"/>
                <a:gd name="T52" fmla="*/ 64 w 102"/>
                <a:gd name="T53" fmla="*/ 66 h 84"/>
                <a:gd name="T54" fmla="*/ 60 w 102"/>
                <a:gd name="T55" fmla="*/ 66 h 84"/>
                <a:gd name="T56" fmla="*/ 48 w 102"/>
                <a:gd name="T57" fmla="*/ 66 h 84"/>
                <a:gd name="T58" fmla="*/ 34 w 102"/>
                <a:gd name="T59" fmla="*/ 72 h 84"/>
                <a:gd name="T60" fmla="*/ 32 w 102"/>
                <a:gd name="T61" fmla="*/ 72 h 84"/>
                <a:gd name="T62" fmla="*/ 26 w 102"/>
                <a:gd name="T63" fmla="*/ 72 h 84"/>
                <a:gd name="T64" fmla="*/ 16 w 102"/>
                <a:gd name="T65" fmla="*/ 64 h 84"/>
                <a:gd name="T66" fmla="*/ 8 w 102"/>
                <a:gd name="T67" fmla="*/ 58 h 84"/>
                <a:gd name="T68" fmla="*/ 0 w 102"/>
                <a:gd name="T69" fmla="*/ 54 h 84"/>
                <a:gd name="T70" fmla="*/ 4 w 102"/>
                <a:gd name="T71" fmla="*/ 52 h 84"/>
                <a:gd name="T72" fmla="*/ 10 w 102"/>
                <a:gd name="T73" fmla="*/ 44 h 84"/>
                <a:gd name="T74" fmla="*/ 16 w 102"/>
                <a:gd name="T75" fmla="*/ 36 h 84"/>
                <a:gd name="T76" fmla="*/ 16 w 102"/>
                <a:gd name="T77" fmla="*/ 32 h 84"/>
                <a:gd name="T78" fmla="*/ 18 w 102"/>
                <a:gd name="T79" fmla="*/ 20 h 84"/>
                <a:gd name="T80" fmla="*/ 18 w 102"/>
                <a:gd name="T81" fmla="*/ 12 h 84"/>
                <a:gd name="T82" fmla="*/ 20 w 102"/>
                <a:gd name="T83" fmla="*/ 6 h 8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02"/>
                <a:gd name="T127" fmla="*/ 0 h 84"/>
                <a:gd name="T128" fmla="*/ 102 w 102"/>
                <a:gd name="T129" fmla="*/ 84 h 8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02" h="84">
                  <a:moveTo>
                    <a:pt x="20" y="6"/>
                  </a:moveTo>
                  <a:lnTo>
                    <a:pt x="20" y="6"/>
                  </a:lnTo>
                  <a:lnTo>
                    <a:pt x="22" y="4"/>
                  </a:lnTo>
                  <a:lnTo>
                    <a:pt x="26" y="2"/>
                  </a:lnTo>
                  <a:lnTo>
                    <a:pt x="32" y="2"/>
                  </a:lnTo>
                  <a:lnTo>
                    <a:pt x="38" y="2"/>
                  </a:lnTo>
                  <a:lnTo>
                    <a:pt x="42" y="2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6"/>
                  </a:lnTo>
                  <a:lnTo>
                    <a:pt x="56" y="6"/>
                  </a:lnTo>
                  <a:lnTo>
                    <a:pt x="60" y="6"/>
                  </a:lnTo>
                  <a:lnTo>
                    <a:pt x="66" y="6"/>
                  </a:lnTo>
                  <a:lnTo>
                    <a:pt x="68" y="4"/>
                  </a:lnTo>
                  <a:lnTo>
                    <a:pt x="70" y="4"/>
                  </a:lnTo>
                  <a:lnTo>
                    <a:pt x="72" y="0"/>
                  </a:lnTo>
                  <a:lnTo>
                    <a:pt x="76" y="2"/>
                  </a:lnTo>
                  <a:lnTo>
                    <a:pt x="80" y="4"/>
                  </a:lnTo>
                  <a:lnTo>
                    <a:pt x="84" y="6"/>
                  </a:lnTo>
                  <a:lnTo>
                    <a:pt x="88" y="10"/>
                  </a:lnTo>
                  <a:lnTo>
                    <a:pt x="92" y="14"/>
                  </a:lnTo>
                  <a:lnTo>
                    <a:pt x="92" y="16"/>
                  </a:lnTo>
                  <a:lnTo>
                    <a:pt x="94" y="20"/>
                  </a:lnTo>
                  <a:lnTo>
                    <a:pt x="96" y="24"/>
                  </a:lnTo>
                  <a:lnTo>
                    <a:pt x="96" y="30"/>
                  </a:lnTo>
                  <a:lnTo>
                    <a:pt x="98" y="34"/>
                  </a:lnTo>
                  <a:lnTo>
                    <a:pt x="98" y="40"/>
                  </a:lnTo>
                  <a:lnTo>
                    <a:pt x="96" y="48"/>
                  </a:lnTo>
                  <a:lnTo>
                    <a:pt x="96" y="54"/>
                  </a:lnTo>
                  <a:lnTo>
                    <a:pt x="96" y="58"/>
                  </a:lnTo>
                  <a:lnTo>
                    <a:pt x="98" y="60"/>
                  </a:lnTo>
                  <a:lnTo>
                    <a:pt x="100" y="62"/>
                  </a:lnTo>
                  <a:lnTo>
                    <a:pt x="102" y="64"/>
                  </a:lnTo>
                  <a:lnTo>
                    <a:pt x="100" y="66"/>
                  </a:lnTo>
                  <a:lnTo>
                    <a:pt x="100" y="68"/>
                  </a:lnTo>
                  <a:lnTo>
                    <a:pt x="100" y="70"/>
                  </a:lnTo>
                  <a:lnTo>
                    <a:pt x="100" y="72"/>
                  </a:lnTo>
                  <a:lnTo>
                    <a:pt x="100" y="74"/>
                  </a:lnTo>
                  <a:lnTo>
                    <a:pt x="100" y="78"/>
                  </a:lnTo>
                  <a:lnTo>
                    <a:pt x="100" y="82"/>
                  </a:lnTo>
                  <a:lnTo>
                    <a:pt x="100" y="84"/>
                  </a:lnTo>
                  <a:lnTo>
                    <a:pt x="98" y="82"/>
                  </a:lnTo>
                  <a:lnTo>
                    <a:pt x="94" y="80"/>
                  </a:lnTo>
                  <a:lnTo>
                    <a:pt x="92" y="78"/>
                  </a:lnTo>
                  <a:lnTo>
                    <a:pt x="88" y="76"/>
                  </a:lnTo>
                  <a:lnTo>
                    <a:pt x="84" y="76"/>
                  </a:lnTo>
                  <a:lnTo>
                    <a:pt x="74" y="72"/>
                  </a:lnTo>
                  <a:lnTo>
                    <a:pt x="74" y="70"/>
                  </a:lnTo>
                  <a:lnTo>
                    <a:pt x="72" y="70"/>
                  </a:lnTo>
                  <a:lnTo>
                    <a:pt x="68" y="68"/>
                  </a:lnTo>
                  <a:lnTo>
                    <a:pt x="64" y="66"/>
                  </a:lnTo>
                  <a:lnTo>
                    <a:pt x="60" y="66"/>
                  </a:lnTo>
                  <a:lnTo>
                    <a:pt x="54" y="66"/>
                  </a:lnTo>
                  <a:lnTo>
                    <a:pt x="48" y="66"/>
                  </a:lnTo>
                  <a:lnTo>
                    <a:pt x="42" y="68"/>
                  </a:lnTo>
                  <a:lnTo>
                    <a:pt x="34" y="72"/>
                  </a:lnTo>
                  <a:lnTo>
                    <a:pt x="32" y="72"/>
                  </a:lnTo>
                  <a:lnTo>
                    <a:pt x="30" y="72"/>
                  </a:lnTo>
                  <a:lnTo>
                    <a:pt x="26" y="72"/>
                  </a:lnTo>
                  <a:lnTo>
                    <a:pt x="22" y="68"/>
                  </a:lnTo>
                  <a:lnTo>
                    <a:pt x="16" y="64"/>
                  </a:lnTo>
                  <a:lnTo>
                    <a:pt x="8" y="58"/>
                  </a:lnTo>
                  <a:lnTo>
                    <a:pt x="4" y="56"/>
                  </a:lnTo>
                  <a:lnTo>
                    <a:pt x="0" y="54"/>
                  </a:lnTo>
                  <a:lnTo>
                    <a:pt x="2" y="54"/>
                  </a:lnTo>
                  <a:lnTo>
                    <a:pt x="4" y="52"/>
                  </a:lnTo>
                  <a:lnTo>
                    <a:pt x="8" y="48"/>
                  </a:lnTo>
                  <a:lnTo>
                    <a:pt x="10" y="44"/>
                  </a:lnTo>
                  <a:lnTo>
                    <a:pt x="14" y="40"/>
                  </a:lnTo>
                  <a:lnTo>
                    <a:pt x="16" y="36"/>
                  </a:lnTo>
                  <a:lnTo>
                    <a:pt x="16" y="34"/>
                  </a:lnTo>
                  <a:lnTo>
                    <a:pt x="16" y="32"/>
                  </a:lnTo>
                  <a:lnTo>
                    <a:pt x="16" y="26"/>
                  </a:lnTo>
                  <a:lnTo>
                    <a:pt x="18" y="20"/>
                  </a:lnTo>
                  <a:lnTo>
                    <a:pt x="18" y="14"/>
                  </a:lnTo>
                  <a:lnTo>
                    <a:pt x="18" y="12"/>
                  </a:lnTo>
                  <a:lnTo>
                    <a:pt x="20" y="10"/>
                  </a:lnTo>
                  <a:lnTo>
                    <a:pt x="20" y="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86" name="Freeform 248"/>
            <p:cNvSpPr>
              <a:spLocks/>
            </p:cNvSpPr>
            <p:nvPr/>
          </p:nvSpPr>
          <p:spPr bwMode="gray">
            <a:xfrm>
              <a:off x="1189" y="2506"/>
              <a:ext cx="42" cy="44"/>
            </a:xfrm>
            <a:custGeom>
              <a:avLst/>
              <a:gdLst>
                <a:gd name="T0" fmla="*/ 26 w 42"/>
                <a:gd name="T1" fmla="*/ 0 h 44"/>
                <a:gd name="T2" fmla="*/ 26 w 42"/>
                <a:gd name="T3" fmla="*/ 2 h 44"/>
                <a:gd name="T4" fmla="*/ 26 w 42"/>
                <a:gd name="T5" fmla="*/ 2 h 44"/>
                <a:gd name="T6" fmla="*/ 26 w 42"/>
                <a:gd name="T7" fmla="*/ 4 h 44"/>
                <a:gd name="T8" fmla="*/ 28 w 42"/>
                <a:gd name="T9" fmla="*/ 6 h 44"/>
                <a:gd name="T10" fmla="*/ 32 w 42"/>
                <a:gd name="T11" fmla="*/ 10 h 44"/>
                <a:gd name="T12" fmla="*/ 36 w 42"/>
                <a:gd name="T13" fmla="*/ 14 h 44"/>
                <a:gd name="T14" fmla="*/ 42 w 42"/>
                <a:gd name="T15" fmla="*/ 22 h 44"/>
                <a:gd name="T16" fmla="*/ 40 w 42"/>
                <a:gd name="T17" fmla="*/ 22 h 44"/>
                <a:gd name="T18" fmla="*/ 40 w 42"/>
                <a:gd name="T19" fmla="*/ 24 h 44"/>
                <a:gd name="T20" fmla="*/ 38 w 42"/>
                <a:gd name="T21" fmla="*/ 28 h 44"/>
                <a:gd name="T22" fmla="*/ 36 w 42"/>
                <a:gd name="T23" fmla="*/ 30 h 44"/>
                <a:gd name="T24" fmla="*/ 34 w 42"/>
                <a:gd name="T25" fmla="*/ 30 h 44"/>
                <a:gd name="T26" fmla="*/ 34 w 42"/>
                <a:gd name="T27" fmla="*/ 30 h 44"/>
                <a:gd name="T28" fmla="*/ 30 w 42"/>
                <a:gd name="T29" fmla="*/ 30 h 44"/>
                <a:gd name="T30" fmla="*/ 28 w 42"/>
                <a:gd name="T31" fmla="*/ 32 h 44"/>
                <a:gd name="T32" fmla="*/ 24 w 42"/>
                <a:gd name="T33" fmla="*/ 32 h 44"/>
                <a:gd name="T34" fmla="*/ 22 w 42"/>
                <a:gd name="T35" fmla="*/ 32 h 44"/>
                <a:gd name="T36" fmla="*/ 22 w 42"/>
                <a:gd name="T37" fmla="*/ 32 h 44"/>
                <a:gd name="T38" fmla="*/ 20 w 42"/>
                <a:gd name="T39" fmla="*/ 34 h 44"/>
                <a:gd name="T40" fmla="*/ 18 w 42"/>
                <a:gd name="T41" fmla="*/ 36 h 44"/>
                <a:gd name="T42" fmla="*/ 16 w 42"/>
                <a:gd name="T43" fmla="*/ 38 h 44"/>
                <a:gd name="T44" fmla="*/ 16 w 42"/>
                <a:gd name="T45" fmla="*/ 38 h 44"/>
                <a:gd name="T46" fmla="*/ 14 w 42"/>
                <a:gd name="T47" fmla="*/ 40 h 44"/>
                <a:gd name="T48" fmla="*/ 12 w 42"/>
                <a:gd name="T49" fmla="*/ 42 h 44"/>
                <a:gd name="T50" fmla="*/ 10 w 42"/>
                <a:gd name="T51" fmla="*/ 42 h 44"/>
                <a:gd name="T52" fmla="*/ 10 w 42"/>
                <a:gd name="T53" fmla="*/ 42 h 44"/>
                <a:gd name="T54" fmla="*/ 8 w 42"/>
                <a:gd name="T55" fmla="*/ 44 h 44"/>
                <a:gd name="T56" fmla="*/ 4 w 42"/>
                <a:gd name="T57" fmla="*/ 44 h 44"/>
                <a:gd name="T58" fmla="*/ 2 w 42"/>
                <a:gd name="T59" fmla="*/ 44 h 44"/>
                <a:gd name="T60" fmla="*/ 0 w 42"/>
                <a:gd name="T61" fmla="*/ 44 h 44"/>
                <a:gd name="T62" fmla="*/ 2 w 42"/>
                <a:gd name="T63" fmla="*/ 36 h 44"/>
                <a:gd name="T64" fmla="*/ 2 w 42"/>
                <a:gd name="T65" fmla="*/ 20 h 44"/>
                <a:gd name="T66" fmla="*/ 2 w 42"/>
                <a:gd name="T67" fmla="*/ 20 h 44"/>
                <a:gd name="T68" fmla="*/ 4 w 42"/>
                <a:gd name="T69" fmla="*/ 16 h 44"/>
                <a:gd name="T70" fmla="*/ 4 w 42"/>
                <a:gd name="T71" fmla="*/ 12 h 44"/>
                <a:gd name="T72" fmla="*/ 8 w 42"/>
                <a:gd name="T73" fmla="*/ 8 h 44"/>
                <a:gd name="T74" fmla="*/ 12 w 42"/>
                <a:gd name="T75" fmla="*/ 4 h 44"/>
                <a:gd name="T76" fmla="*/ 14 w 42"/>
                <a:gd name="T77" fmla="*/ 4 h 44"/>
                <a:gd name="T78" fmla="*/ 16 w 42"/>
                <a:gd name="T79" fmla="*/ 2 h 44"/>
                <a:gd name="T80" fmla="*/ 20 w 42"/>
                <a:gd name="T81" fmla="*/ 0 h 44"/>
                <a:gd name="T82" fmla="*/ 26 w 42"/>
                <a:gd name="T83" fmla="*/ 0 h 4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2"/>
                <a:gd name="T127" fmla="*/ 0 h 44"/>
                <a:gd name="T128" fmla="*/ 42 w 42"/>
                <a:gd name="T129" fmla="*/ 44 h 4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2" h="44">
                  <a:moveTo>
                    <a:pt x="26" y="0"/>
                  </a:moveTo>
                  <a:lnTo>
                    <a:pt x="26" y="2"/>
                  </a:lnTo>
                  <a:lnTo>
                    <a:pt x="26" y="4"/>
                  </a:lnTo>
                  <a:lnTo>
                    <a:pt x="28" y="6"/>
                  </a:lnTo>
                  <a:lnTo>
                    <a:pt x="32" y="10"/>
                  </a:lnTo>
                  <a:lnTo>
                    <a:pt x="36" y="14"/>
                  </a:lnTo>
                  <a:lnTo>
                    <a:pt x="42" y="22"/>
                  </a:lnTo>
                  <a:lnTo>
                    <a:pt x="40" y="22"/>
                  </a:lnTo>
                  <a:lnTo>
                    <a:pt x="40" y="24"/>
                  </a:lnTo>
                  <a:lnTo>
                    <a:pt x="38" y="28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0" y="30"/>
                  </a:lnTo>
                  <a:lnTo>
                    <a:pt x="28" y="32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4"/>
                  </a:lnTo>
                  <a:lnTo>
                    <a:pt x="18" y="36"/>
                  </a:lnTo>
                  <a:lnTo>
                    <a:pt x="16" y="38"/>
                  </a:lnTo>
                  <a:lnTo>
                    <a:pt x="14" y="40"/>
                  </a:lnTo>
                  <a:lnTo>
                    <a:pt x="12" y="42"/>
                  </a:lnTo>
                  <a:lnTo>
                    <a:pt x="10" y="42"/>
                  </a:lnTo>
                  <a:lnTo>
                    <a:pt x="8" y="44"/>
                  </a:lnTo>
                  <a:lnTo>
                    <a:pt x="4" y="44"/>
                  </a:lnTo>
                  <a:lnTo>
                    <a:pt x="2" y="44"/>
                  </a:lnTo>
                  <a:lnTo>
                    <a:pt x="0" y="44"/>
                  </a:lnTo>
                  <a:lnTo>
                    <a:pt x="2" y="36"/>
                  </a:lnTo>
                  <a:lnTo>
                    <a:pt x="2" y="20"/>
                  </a:lnTo>
                  <a:lnTo>
                    <a:pt x="4" y="16"/>
                  </a:lnTo>
                  <a:lnTo>
                    <a:pt x="4" y="12"/>
                  </a:lnTo>
                  <a:lnTo>
                    <a:pt x="8" y="8"/>
                  </a:lnTo>
                  <a:lnTo>
                    <a:pt x="12" y="4"/>
                  </a:lnTo>
                  <a:lnTo>
                    <a:pt x="14" y="4"/>
                  </a:lnTo>
                  <a:lnTo>
                    <a:pt x="16" y="2"/>
                  </a:lnTo>
                  <a:lnTo>
                    <a:pt x="20" y="0"/>
                  </a:lnTo>
                  <a:lnTo>
                    <a:pt x="26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87" name="Freeform 249"/>
            <p:cNvSpPr>
              <a:spLocks/>
            </p:cNvSpPr>
            <p:nvPr/>
          </p:nvSpPr>
          <p:spPr bwMode="gray">
            <a:xfrm>
              <a:off x="1295" y="2684"/>
              <a:ext cx="270" cy="232"/>
            </a:xfrm>
            <a:custGeom>
              <a:avLst/>
              <a:gdLst>
                <a:gd name="T0" fmla="*/ 34 w 270"/>
                <a:gd name="T1" fmla="*/ 8 h 232"/>
                <a:gd name="T2" fmla="*/ 42 w 270"/>
                <a:gd name="T3" fmla="*/ 24 h 232"/>
                <a:gd name="T4" fmla="*/ 36 w 270"/>
                <a:gd name="T5" fmla="*/ 30 h 232"/>
                <a:gd name="T6" fmla="*/ 30 w 270"/>
                <a:gd name="T7" fmla="*/ 36 h 232"/>
                <a:gd name="T8" fmla="*/ 26 w 270"/>
                <a:gd name="T9" fmla="*/ 40 h 232"/>
                <a:gd name="T10" fmla="*/ 0 w 270"/>
                <a:gd name="T11" fmla="*/ 40 h 232"/>
                <a:gd name="T12" fmla="*/ 6 w 270"/>
                <a:gd name="T13" fmla="*/ 56 h 232"/>
                <a:gd name="T14" fmla="*/ 8 w 270"/>
                <a:gd name="T15" fmla="*/ 60 h 232"/>
                <a:gd name="T16" fmla="*/ 12 w 270"/>
                <a:gd name="T17" fmla="*/ 68 h 232"/>
                <a:gd name="T18" fmla="*/ 18 w 270"/>
                <a:gd name="T19" fmla="*/ 78 h 232"/>
                <a:gd name="T20" fmla="*/ 26 w 270"/>
                <a:gd name="T21" fmla="*/ 90 h 232"/>
                <a:gd name="T22" fmla="*/ 38 w 270"/>
                <a:gd name="T23" fmla="*/ 110 h 232"/>
                <a:gd name="T24" fmla="*/ 42 w 270"/>
                <a:gd name="T25" fmla="*/ 118 h 232"/>
                <a:gd name="T26" fmla="*/ 52 w 270"/>
                <a:gd name="T27" fmla="*/ 140 h 232"/>
                <a:gd name="T28" fmla="*/ 68 w 270"/>
                <a:gd name="T29" fmla="*/ 170 h 232"/>
                <a:gd name="T30" fmla="*/ 80 w 270"/>
                <a:gd name="T31" fmla="*/ 188 h 232"/>
                <a:gd name="T32" fmla="*/ 92 w 270"/>
                <a:gd name="T33" fmla="*/ 212 h 232"/>
                <a:gd name="T34" fmla="*/ 96 w 270"/>
                <a:gd name="T35" fmla="*/ 212 h 232"/>
                <a:gd name="T36" fmla="*/ 100 w 270"/>
                <a:gd name="T37" fmla="*/ 210 h 232"/>
                <a:gd name="T38" fmla="*/ 104 w 270"/>
                <a:gd name="T39" fmla="*/ 206 h 232"/>
                <a:gd name="T40" fmla="*/ 104 w 270"/>
                <a:gd name="T41" fmla="*/ 202 h 232"/>
                <a:gd name="T42" fmla="*/ 106 w 270"/>
                <a:gd name="T43" fmla="*/ 204 h 232"/>
                <a:gd name="T44" fmla="*/ 110 w 270"/>
                <a:gd name="T45" fmla="*/ 204 h 232"/>
                <a:gd name="T46" fmla="*/ 136 w 270"/>
                <a:gd name="T47" fmla="*/ 232 h 232"/>
                <a:gd name="T48" fmla="*/ 140 w 270"/>
                <a:gd name="T49" fmla="*/ 228 h 232"/>
                <a:gd name="T50" fmla="*/ 146 w 270"/>
                <a:gd name="T51" fmla="*/ 220 h 232"/>
                <a:gd name="T52" fmla="*/ 152 w 270"/>
                <a:gd name="T53" fmla="*/ 212 h 232"/>
                <a:gd name="T54" fmla="*/ 158 w 270"/>
                <a:gd name="T55" fmla="*/ 204 h 232"/>
                <a:gd name="T56" fmla="*/ 166 w 270"/>
                <a:gd name="T57" fmla="*/ 200 h 232"/>
                <a:gd name="T58" fmla="*/ 194 w 270"/>
                <a:gd name="T59" fmla="*/ 188 h 232"/>
                <a:gd name="T60" fmla="*/ 220 w 270"/>
                <a:gd name="T61" fmla="*/ 184 h 232"/>
                <a:gd name="T62" fmla="*/ 224 w 270"/>
                <a:gd name="T63" fmla="*/ 182 h 232"/>
                <a:gd name="T64" fmla="*/ 248 w 270"/>
                <a:gd name="T65" fmla="*/ 170 h 232"/>
                <a:gd name="T66" fmla="*/ 268 w 270"/>
                <a:gd name="T67" fmla="*/ 148 h 232"/>
                <a:gd name="T68" fmla="*/ 268 w 270"/>
                <a:gd name="T69" fmla="*/ 132 h 232"/>
                <a:gd name="T70" fmla="*/ 268 w 270"/>
                <a:gd name="T71" fmla="*/ 126 h 232"/>
                <a:gd name="T72" fmla="*/ 270 w 270"/>
                <a:gd name="T73" fmla="*/ 122 h 232"/>
                <a:gd name="T74" fmla="*/ 234 w 270"/>
                <a:gd name="T75" fmla="*/ 124 h 232"/>
                <a:gd name="T76" fmla="*/ 232 w 270"/>
                <a:gd name="T77" fmla="*/ 122 h 232"/>
                <a:gd name="T78" fmla="*/ 228 w 270"/>
                <a:gd name="T79" fmla="*/ 120 h 232"/>
                <a:gd name="T80" fmla="*/ 228 w 270"/>
                <a:gd name="T81" fmla="*/ 116 h 232"/>
                <a:gd name="T82" fmla="*/ 220 w 270"/>
                <a:gd name="T83" fmla="*/ 108 h 232"/>
                <a:gd name="T84" fmla="*/ 216 w 270"/>
                <a:gd name="T85" fmla="*/ 110 h 232"/>
                <a:gd name="T86" fmla="*/ 210 w 270"/>
                <a:gd name="T87" fmla="*/ 110 h 232"/>
                <a:gd name="T88" fmla="*/ 206 w 270"/>
                <a:gd name="T89" fmla="*/ 106 h 232"/>
                <a:gd name="T90" fmla="*/ 202 w 270"/>
                <a:gd name="T91" fmla="*/ 98 h 232"/>
                <a:gd name="T92" fmla="*/ 196 w 270"/>
                <a:gd name="T93" fmla="*/ 88 h 232"/>
                <a:gd name="T94" fmla="*/ 192 w 270"/>
                <a:gd name="T95" fmla="*/ 80 h 232"/>
                <a:gd name="T96" fmla="*/ 172 w 270"/>
                <a:gd name="T97" fmla="*/ 54 h 232"/>
                <a:gd name="T98" fmla="*/ 154 w 270"/>
                <a:gd name="T99" fmla="*/ 52 h 232"/>
                <a:gd name="T100" fmla="*/ 150 w 270"/>
                <a:gd name="T101" fmla="*/ 48 h 232"/>
                <a:gd name="T102" fmla="*/ 144 w 270"/>
                <a:gd name="T103" fmla="*/ 46 h 232"/>
                <a:gd name="T104" fmla="*/ 138 w 270"/>
                <a:gd name="T105" fmla="*/ 40 h 232"/>
                <a:gd name="T106" fmla="*/ 130 w 270"/>
                <a:gd name="T107" fmla="*/ 34 h 232"/>
                <a:gd name="T108" fmla="*/ 120 w 270"/>
                <a:gd name="T109" fmla="*/ 28 h 232"/>
                <a:gd name="T110" fmla="*/ 102 w 270"/>
                <a:gd name="T111" fmla="*/ 16 h 232"/>
                <a:gd name="T112" fmla="*/ 68 w 270"/>
                <a:gd name="T113" fmla="*/ 4 h 232"/>
                <a:gd name="T114" fmla="*/ 62 w 270"/>
                <a:gd name="T115" fmla="*/ 0 h 232"/>
                <a:gd name="T116" fmla="*/ 58 w 270"/>
                <a:gd name="T117" fmla="*/ 2 h 232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270"/>
                <a:gd name="T178" fmla="*/ 0 h 232"/>
                <a:gd name="T179" fmla="*/ 270 w 270"/>
                <a:gd name="T180" fmla="*/ 232 h 232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270" h="232">
                  <a:moveTo>
                    <a:pt x="54" y="4"/>
                  </a:moveTo>
                  <a:lnTo>
                    <a:pt x="34" y="8"/>
                  </a:lnTo>
                  <a:lnTo>
                    <a:pt x="42" y="22"/>
                  </a:lnTo>
                  <a:lnTo>
                    <a:pt x="42" y="24"/>
                  </a:lnTo>
                  <a:lnTo>
                    <a:pt x="40" y="26"/>
                  </a:lnTo>
                  <a:lnTo>
                    <a:pt x="36" y="30"/>
                  </a:lnTo>
                  <a:lnTo>
                    <a:pt x="34" y="34"/>
                  </a:lnTo>
                  <a:lnTo>
                    <a:pt x="30" y="36"/>
                  </a:lnTo>
                  <a:lnTo>
                    <a:pt x="28" y="38"/>
                  </a:lnTo>
                  <a:lnTo>
                    <a:pt x="26" y="40"/>
                  </a:lnTo>
                  <a:lnTo>
                    <a:pt x="24" y="42"/>
                  </a:lnTo>
                  <a:lnTo>
                    <a:pt x="0" y="40"/>
                  </a:lnTo>
                  <a:lnTo>
                    <a:pt x="2" y="46"/>
                  </a:lnTo>
                  <a:lnTo>
                    <a:pt x="6" y="56"/>
                  </a:lnTo>
                  <a:lnTo>
                    <a:pt x="6" y="58"/>
                  </a:lnTo>
                  <a:lnTo>
                    <a:pt x="8" y="60"/>
                  </a:lnTo>
                  <a:lnTo>
                    <a:pt x="10" y="64"/>
                  </a:lnTo>
                  <a:lnTo>
                    <a:pt x="12" y="68"/>
                  </a:lnTo>
                  <a:lnTo>
                    <a:pt x="16" y="74"/>
                  </a:lnTo>
                  <a:lnTo>
                    <a:pt x="18" y="78"/>
                  </a:lnTo>
                  <a:lnTo>
                    <a:pt x="22" y="82"/>
                  </a:lnTo>
                  <a:lnTo>
                    <a:pt x="26" y="90"/>
                  </a:lnTo>
                  <a:lnTo>
                    <a:pt x="34" y="100"/>
                  </a:lnTo>
                  <a:lnTo>
                    <a:pt x="38" y="110"/>
                  </a:lnTo>
                  <a:lnTo>
                    <a:pt x="42" y="114"/>
                  </a:lnTo>
                  <a:lnTo>
                    <a:pt x="42" y="118"/>
                  </a:lnTo>
                  <a:lnTo>
                    <a:pt x="46" y="128"/>
                  </a:lnTo>
                  <a:lnTo>
                    <a:pt x="52" y="140"/>
                  </a:lnTo>
                  <a:lnTo>
                    <a:pt x="58" y="152"/>
                  </a:lnTo>
                  <a:lnTo>
                    <a:pt x="68" y="170"/>
                  </a:lnTo>
                  <a:lnTo>
                    <a:pt x="72" y="176"/>
                  </a:lnTo>
                  <a:lnTo>
                    <a:pt x="80" y="188"/>
                  </a:lnTo>
                  <a:lnTo>
                    <a:pt x="86" y="202"/>
                  </a:lnTo>
                  <a:lnTo>
                    <a:pt x="92" y="212"/>
                  </a:lnTo>
                  <a:lnTo>
                    <a:pt x="94" y="216"/>
                  </a:lnTo>
                  <a:lnTo>
                    <a:pt x="96" y="212"/>
                  </a:lnTo>
                  <a:lnTo>
                    <a:pt x="98" y="212"/>
                  </a:lnTo>
                  <a:lnTo>
                    <a:pt x="100" y="210"/>
                  </a:lnTo>
                  <a:lnTo>
                    <a:pt x="102" y="210"/>
                  </a:lnTo>
                  <a:lnTo>
                    <a:pt x="104" y="206"/>
                  </a:lnTo>
                  <a:lnTo>
                    <a:pt x="104" y="202"/>
                  </a:lnTo>
                  <a:lnTo>
                    <a:pt x="106" y="204"/>
                  </a:lnTo>
                  <a:lnTo>
                    <a:pt x="108" y="204"/>
                  </a:lnTo>
                  <a:lnTo>
                    <a:pt x="110" y="204"/>
                  </a:lnTo>
                  <a:lnTo>
                    <a:pt x="114" y="204"/>
                  </a:lnTo>
                  <a:lnTo>
                    <a:pt x="136" y="232"/>
                  </a:lnTo>
                  <a:lnTo>
                    <a:pt x="140" y="228"/>
                  </a:lnTo>
                  <a:lnTo>
                    <a:pt x="142" y="224"/>
                  </a:lnTo>
                  <a:lnTo>
                    <a:pt x="146" y="220"/>
                  </a:lnTo>
                  <a:lnTo>
                    <a:pt x="148" y="216"/>
                  </a:lnTo>
                  <a:lnTo>
                    <a:pt x="152" y="212"/>
                  </a:lnTo>
                  <a:lnTo>
                    <a:pt x="156" y="206"/>
                  </a:lnTo>
                  <a:lnTo>
                    <a:pt x="158" y="204"/>
                  </a:lnTo>
                  <a:lnTo>
                    <a:pt x="160" y="202"/>
                  </a:lnTo>
                  <a:lnTo>
                    <a:pt x="166" y="200"/>
                  </a:lnTo>
                  <a:lnTo>
                    <a:pt x="178" y="194"/>
                  </a:lnTo>
                  <a:lnTo>
                    <a:pt x="194" y="188"/>
                  </a:lnTo>
                  <a:lnTo>
                    <a:pt x="208" y="184"/>
                  </a:lnTo>
                  <a:lnTo>
                    <a:pt x="220" y="184"/>
                  </a:lnTo>
                  <a:lnTo>
                    <a:pt x="220" y="182"/>
                  </a:lnTo>
                  <a:lnTo>
                    <a:pt x="224" y="182"/>
                  </a:lnTo>
                  <a:lnTo>
                    <a:pt x="236" y="178"/>
                  </a:lnTo>
                  <a:lnTo>
                    <a:pt x="248" y="170"/>
                  </a:lnTo>
                  <a:lnTo>
                    <a:pt x="260" y="160"/>
                  </a:lnTo>
                  <a:lnTo>
                    <a:pt x="268" y="148"/>
                  </a:lnTo>
                  <a:lnTo>
                    <a:pt x="270" y="132"/>
                  </a:lnTo>
                  <a:lnTo>
                    <a:pt x="268" y="132"/>
                  </a:lnTo>
                  <a:lnTo>
                    <a:pt x="268" y="130"/>
                  </a:lnTo>
                  <a:lnTo>
                    <a:pt x="268" y="126"/>
                  </a:lnTo>
                  <a:lnTo>
                    <a:pt x="268" y="124"/>
                  </a:lnTo>
                  <a:lnTo>
                    <a:pt x="270" y="122"/>
                  </a:lnTo>
                  <a:lnTo>
                    <a:pt x="254" y="124"/>
                  </a:lnTo>
                  <a:lnTo>
                    <a:pt x="234" y="124"/>
                  </a:lnTo>
                  <a:lnTo>
                    <a:pt x="232" y="122"/>
                  </a:lnTo>
                  <a:lnTo>
                    <a:pt x="230" y="122"/>
                  </a:lnTo>
                  <a:lnTo>
                    <a:pt x="228" y="120"/>
                  </a:lnTo>
                  <a:lnTo>
                    <a:pt x="228" y="118"/>
                  </a:lnTo>
                  <a:lnTo>
                    <a:pt x="228" y="116"/>
                  </a:lnTo>
                  <a:lnTo>
                    <a:pt x="230" y="110"/>
                  </a:lnTo>
                  <a:lnTo>
                    <a:pt x="220" y="108"/>
                  </a:lnTo>
                  <a:lnTo>
                    <a:pt x="218" y="108"/>
                  </a:lnTo>
                  <a:lnTo>
                    <a:pt x="216" y="110"/>
                  </a:lnTo>
                  <a:lnTo>
                    <a:pt x="214" y="110"/>
                  </a:lnTo>
                  <a:lnTo>
                    <a:pt x="210" y="110"/>
                  </a:lnTo>
                  <a:lnTo>
                    <a:pt x="206" y="108"/>
                  </a:lnTo>
                  <a:lnTo>
                    <a:pt x="206" y="106"/>
                  </a:lnTo>
                  <a:lnTo>
                    <a:pt x="204" y="102"/>
                  </a:lnTo>
                  <a:lnTo>
                    <a:pt x="202" y="98"/>
                  </a:lnTo>
                  <a:lnTo>
                    <a:pt x="200" y="92"/>
                  </a:lnTo>
                  <a:lnTo>
                    <a:pt x="196" y="88"/>
                  </a:lnTo>
                  <a:lnTo>
                    <a:pt x="194" y="84"/>
                  </a:lnTo>
                  <a:lnTo>
                    <a:pt x="192" y="80"/>
                  </a:lnTo>
                  <a:lnTo>
                    <a:pt x="172" y="54"/>
                  </a:lnTo>
                  <a:lnTo>
                    <a:pt x="154" y="54"/>
                  </a:lnTo>
                  <a:lnTo>
                    <a:pt x="154" y="52"/>
                  </a:lnTo>
                  <a:lnTo>
                    <a:pt x="152" y="50"/>
                  </a:lnTo>
                  <a:lnTo>
                    <a:pt x="150" y="48"/>
                  </a:lnTo>
                  <a:lnTo>
                    <a:pt x="144" y="46"/>
                  </a:lnTo>
                  <a:lnTo>
                    <a:pt x="142" y="44"/>
                  </a:lnTo>
                  <a:lnTo>
                    <a:pt x="138" y="40"/>
                  </a:lnTo>
                  <a:lnTo>
                    <a:pt x="134" y="38"/>
                  </a:lnTo>
                  <a:lnTo>
                    <a:pt x="130" y="34"/>
                  </a:lnTo>
                  <a:lnTo>
                    <a:pt x="124" y="30"/>
                  </a:lnTo>
                  <a:lnTo>
                    <a:pt x="120" y="28"/>
                  </a:lnTo>
                  <a:lnTo>
                    <a:pt x="114" y="26"/>
                  </a:lnTo>
                  <a:lnTo>
                    <a:pt x="102" y="16"/>
                  </a:lnTo>
                  <a:lnTo>
                    <a:pt x="94" y="16"/>
                  </a:lnTo>
                  <a:lnTo>
                    <a:pt x="68" y="4"/>
                  </a:lnTo>
                  <a:lnTo>
                    <a:pt x="62" y="0"/>
                  </a:lnTo>
                  <a:lnTo>
                    <a:pt x="60" y="2"/>
                  </a:lnTo>
                  <a:lnTo>
                    <a:pt x="58" y="2"/>
                  </a:lnTo>
                  <a:lnTo>
                    <a:pt x="54" y="4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88" name="Freeform 250"/>
            <p:cNvSpPr>
              <a:spLocks/>
            </p:cNvSpPr>
            <p:nvPr/>
          </p:nvSpPr>
          <p:spPr bwMode="gray">
            <a:xfrm>
              <a:off x="1389" y="2886"/>
              <a:ext cx="42" cy="66"/>
            </a:xfrm>
            <a:custGeom>
              <a:avLst/>
              <a:gdLst>
                <a:gd name="T0" fmla="*/ 20 w 42"/>
                <a:gd name="T1" fmla="*/ 66 h 66"/>
                <a:gd name="T2" fmla="*/ 16 w 42"/>
                <a:gd name="T3" fmla="*/ 64 h 66"/>
                <a:gd name="T4" fmla="*/ 12 w 42"/>
                <a:gd name="T5" fmla="*/ 62 h 66"/>
                <a:gd name="T6" fmla="*/ 10 w 42"/>
                <a:gd name="T7" fmla="*/ 62 h 66"/>
                <a:gd name="T8" fmla="*/ 10 w 42"/>
                <a:gd name="T9" fmla="*/ 60 h 66"/>
                <a:gd name="T10" fmla="*/ 8 w 42"/>
                <a:gd name="T11" fmla="*/ 46 h 66"/>
                <a:gd name="T12" fmla="*/ 2 w 42"/>
                <a:gd name="T13" fmla="*/ 38 h 66"/>
                <a:gd name="T14" fmla="*/ 2 w 42"/>
                <a:gd name="T15" fmla="*/ 36 h 66"/>
                <a:gd name="T16" fmla="*/ 2 w 42"/>
                <a:gd name="T17" fmla="*/ 32 h 66"/>
                <a:gd name="T18" fmla="*/ 2 w 42"/>
                <a:gd name="T19" fmla="*/ 26 h 66"/>
                <a:gd name="T20" fmla="*/ 2 w 42"/>
                <a:gd name="T21" fmla="*/ 20 h 66"/>
                <a:gd name="T22" fmla="*/ 0 w 42"/>
                <a:gd name="T23" fmla="*/ 14 h 66"/>
                <a:gd name="T24" fmla="*/ 0 w 42"/>
                <a:gd name="T25" fmla="*/ 14 h 66"/>
                <a:gd name="T26" fmla="*/ 2 w 42"/>
                <a:gd name="T27" fmla="*/ 12 h 66"/>
                <a:gd name="T28" fmla="*/ 4 w 42"/>
                <a:gd name="T29" fmla="*/ 10 h 66"/>
                <a:gd name="T30" fmla="*/ 6 w 42"/>
                <a:gd name="T31" fmla="*/ 8 h 66"/>
                <a:gd name="T32" fmla="*/ 8 w 42"/>
                <a:gd name="T33" fmla="*/ 8 h 66"/>
                <a:gd name="T34" fmla="*/ 8 w 42"/>
                <a:gd name="T35" fmla="*/ 8 h 66"/>
                <a:gd name="T36" fmla="*/ 8 w 42"/>
                <a:gd name="T37" fmla="*/ 6 h 66"/>
                <a:gd name="T38" fmla="*/ 10 w 42"/>
                <a:gd name="T39" fmla="*/ 4 h 66"/>
                <a:gd name="T40" fmla="*/ 10 w 42"/>
                <a:gd name="T41" fmla="*/ 2 h 66"/>
                <a:gd name="T42" fmla="*/ 10 w 42"/>
                <a:gd name="T43" fmla="*/ 2 h 66"/>
                <a:gd name="T44" fmla="*/ 10 w 42"/>
                <a:gd name="T45" fmla="*/ 0 h 66"/>
                <a:gd name="T46" fmla="*/ 10 w 42"/>
                <a:gd name="T47" fmla="*/ 0 h 66"/>
                <a:gd name="T48" fmla="*/ 14 w 42"/>
                <a:gd name="T49" fmla="*/ 2 h 66"/>
                <a:gd name="T50" fmla="*/ 14 w 42"/>
                <a:gd name="T51" fmla="*/ 2 h 66"/>
                <a:gd name="T52" fmla="*/ 18 w 42"/>
                <a:gd name="T53" fmla="*/ 2 h 66"/>
                <a:gd name="T54" fmla="*/ 20 w 42"/>
                <a:gd name="T55" fmla="*/ 2 h 66"/>
                <a:gd name="T56" fmla="*/ 42 w 42"/>
                <a:gd name="T57" fmla="*/ 30 h 66"/>
                <a:gd name="T58" fmla="*/ 42 w 42"/>
                <a:gd name="T59" fmla="*/ 30 h 66"/>
                <a:gd name="T60" fmla="*/ 40 w 42"/>
                <a:gd name="T61" fmla="*/ 32 h 66"/>
                <a:gd name="T62" fmla="*/ 38 w 42"/>
                <a:gd name="T63" fmla="*/ 34 h 66"/>
                <a:gd name="T64" fmla="*/ 38 w 42"/>
                <a:gd name="T65" fmla="*/ 36 h 66"/>
                <a:gd name="T66" fmla="*/ 38 w 42"/>
                <a:gd name="T67" fmla="*/ 40 h 66"/>
                <a:gd name="T68" fmla="*/ 40 w 42"/>
                <a:gd name="T69" fmla="*/ 40 h 66"/>
                <a:gd name="T70" fmla="*/ 40 w 42"/>
                <a:gd name="T71" fmla="*/ 42 h 66"/>
                <a:gd name="T72" fmla="*/ 40 w 42"/>
                <a:gd name="T73" fmla="*/ 44 h 66"/>
                <a:gd name="T74" fmla="*/ 40 w 42"/>
                <a:gd name="T75" fmla="*/ 46 h 66"/>
                <a:gd name="T76" fmla="*/ 40 w 42"/>
                <a:gd name="T77" fmla="*/ 48 h 66"/>
                <a:gd name="T78" fmla="*/ 38 w 42"/>
                <a:gd name="T79" fmla="*/ 48 h 66"/>
                <a:gd name="T80" fmla="*/ 36 w 42"/>
                <a:gd name="T81" fmla="*/ 48 h 66"/>
                <a:gd name="T82" fmla="*/ 36 w 42"/>
                <a:gd name="T83" fmla="*/ 48 h 66"/>
                <a:gd name="T84" fmla="*/ 34 w 42"/>
                <a:gd name="T85" fmla="*/ 48 h 66"/>
                <a:gd name="T86" fmla="*/ 34 w 42"/>
                <a:gd name="T87" fmla="*/ 50 h 66"/>
                <a:gd name="T88" fmla="*/ 32 w 42"/>
                <a:gd name="T89" fmla="*/ 52 h 66"/>
                <a:gd name="T90" fmla="*/ 30 w 42"/>
                <a:gd name="T91" fmla="*/ 54 h 66"/>
                <a:gd name="T92" fmla="*/ 28 w 42"/>
                <a:gd name="T93" fmla="*/ 56 h 66"/>
                <a:gd name="T94" fmla="*/ 28 w 42"/>
                <a:gd name="T95" fmla="*/ 56 h 66"/>
                <a:gd name="T96" fmla="*/ 30 w 42"/>
                <a:gd name="T97" fmla="*/ 60 h 66"/>
                <a:gd name="T98" fmla="*/ 28 w 42"/>
                <a:gd name="T99" fmla="*/ 62 h 66"/>
                <a:gd name="T100" fmla="*/ 28 w 42"/>
                <a:gd name="T101" fmla="*/ 62 h 66"/>
                <a:gd name="T102" fmla="*/ 26 w 42"/>
                <a:gd name="T103" fmla="*/ 60 h 66"/>
                <a:gd name="T104" fmla="*/ 24 w 42"/>
                <a:gd name="T105" fmla="*/ 60 h 66"/>
                <a:gd name="T106" fmla="*/ 24 w 42"/>
                <a:gd name="T107" fmla="*/ 62 h 66"/>
                <a:gd name="T108" fmla="*/ 22 w 42"/>
                <a:gd name="T109" fmla="*/ 64 h 66"/>
                <a:gd name="T110" fmla="*/ 20 w 42"/>
                <a:gd name="T111" fmla="*/ 66 h 66"/>
                <a:gd name="T112" fmla="*/ 20 w 42"/>
                <a:gd name="T113" fmla="*/ 66 h 6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42"/>
                <a:gd name="T172" fmla="*/ 0 h 66"/>
                <a:gd name="T173" fmla="*/ 42 w 42"/>
                <a:gd name="T174" fmla="*/ 66 h 6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42" h="66">
                  <a:moveTo>
                    <a:pt x="20" y="66"/>
                  </a:moveTo>
                  <a:lnTo>
                    <a:pt x="16" y="64"/>
                  </a:lnTo>
                  <a:lnTo>
                    <a:pt x="12" y="62"/>
                  </a:lnTo>
                  <a:lnTo>
                    <a:pt x="10" y="62"/>
                  </a:lnTo>
                  <a:lnTo>
                    <a:pt x="10" y="60"/>
                  </a:lnTo>
                  <a:lnTo>
                    <a:pt x="8" y="46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2"/>
                  </a:lnTo>
                  <a:lnTo>
                    <a:pt x="2" y="26"/>
                  </a:lnTo>
                  <a:lnTo>
                    <a:pt x="2" y="20"/>
                  </a:lnTo>
                  <a:lnTo>
                    <a:pt x="0" y="14"/>
                  </a:lnTo>
                  <a:lnTo>
                    <a:pt x="2" y="12"/>
                  </a:lnTo>
                  <a:lnTo>
                    <a:pt x="4" y="10"/>
                  </a:lnTo>
                  <a:lnTo>
                    <a:pt x="6" y="8"/>
                  </a:lnTo>
                  <a:lnTo>
                    <a:pt x="8" y="8"/>
                  </a:lnTo>
                  <a:lnTo>
                    <a:pt x="8" y="6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10" y="0"/>
                  </a:lnTo>
                  <a:lnTo>
                    <a:pt x="14" y="2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42" y="30"/>
                  </a:lnTo>
                  <a:lnTo>
                    <a:pt x="40" y="32"/>
                  </a:lnTo>
                  <a:lnTo>
                    <a:pt x="38" y="34"/>
                  </a:lnTo>
                  <a:lnTo>
                    <a:pt x="38" y="36"/>
                  </a:lnTo>
                  <a:lnTo>
                    <a:pt x="38" y="40"/>
                  </a:lnTo>
                  <a:lnTo>
                    <a:pt x="40" y="40"/>
                  </a:lnTo>
                  <a:lnTo>
                    <a:pt x="40" y="42"/>
                  </a:lnTo>
                  <a:lnTo>
                    <a:pt x="40" y="44"/>
                  </a:lnTo>
                  <a:lnTo>
                    <a:pt x="40" y="46"/>
                  </a:lnTo>
                  <a:lnTo>
                    <a:pt x="40" y="48"/>
                  </a:lnTo>
                  <a:lnTo>
                    <a:pt x="38" y="48"/>
                  </a:lnTo>
                  <a:lnTo>
                    <a:pt x="36" y="48"/>
                  </a:lnTo>
                  <a:lnTo>
                    <a:pt x="34" y="48"/>
                  </a:lnTo>
                  <a:lnTo>
                    <a:pt x="34" y="50"/>
                  </a:lnTo>
                  <a:lnTo>
                    <a:pt x="32" y="52"/>
                  </a:lnTo>
                  <a:lnTo>
                    <a:pt x="30" y="54"/>
                  </a:lnTo>
                  <a:lnTo>
                    <a:pt x="28" y="56"/>
                  </a:lnTo>
                  <a:lnTo>
                    <a:pt x="30" y="60"/>
                  </a:lnTo>
                  <a:lnTo>
                    <a:pt x="28" y="62"/>
                  </a:lnTo>
                  <a:lnTo>
                    <a:pt x="26" y="60"/>
                  </a:lnTo>
                  <a:lnTo>
                    <a:pt x="24" y="60"/>
                  </a:lnTo>
                  <a:lnTo>
                    <a:pt x="24" y="62"/>
                  </a:lnTo>
                  <a:lnTo>
                    <a:pt x="22" y="64"/>
                  </a:lnTo>
                  <a:lnTo>
                    <a:pt x="20" y="6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89" name="Freeform 251"/>
            <p:cNvSpPr>
              <a:spLocks/>
            </p:cNvSpPr>
            <p:nvPr/>
          </p:nvSpPr>
          <p:spPr bwMode="gray">
            <a:xfrm>
              <a:off x="1409" y="2868"/>
              <a:ext cx="118" cy="86"/>
            </a:xfrm>
            <a:custGeom>
              <a:avLst/>
              <a:gdLst>
                <a:gd name="T0" fmla="*/ 118 w 118"/>
                <a:gd name="T1" fmla="*/ 28 h 86"/>
                <a:gd name="T2" fmla="*/ 102 w 118"/>
                <a:gd name="T3" fmla="*/ 32 h 86"/>
                <a:gd name="T4" fmla="*/ 94 w 118"/>
                <a:gd name="T5" fmla="*/ 38 h 86"/>
                <a:gd name="T6" fmla="*/ 86 w 118"/>
                <a:gd name="T7" fmla="*/ 46 h 86"/>
                <a:gd name="T8" fmla="*/ 80 w 118"/>
                <a:gd name="T9" fmla="*/ 54 h 86"/>
                <a:gd name="T10" fmla="*/ 74 w 118"/>
                <a:gd name="T11" fmla="*/ 58 h 86"/>
                <a:gd name="T12" fmla="*/ 68 w 118"/>
                <a:gd name="T13" fmla="*/ 60 h 86"/>
                <a:gd name="T14" fmla="*/ 62 w 118"/>
                <a:gd name="T15" fmla="*/ 62 h 86"/>
                <a:gd name="T16" fmla="*/ 58 w 118"/>
                <a:gd name="T17" fmla="*/ 64 h 86"/>
                <a:gd name="T18" fmla="*/ 54 w 118"/>
                <a:gd name="T19" fmla="*/ 64 h 86"/>
                <a:gd name="T20" fmla="*/ 52 w 118"/>
                <a:gd name="T21" fmla="*/ 64 h 86"/>
                <a:gd name="T22" fmla="*/ 36 w 118"/>
                <a:gd name="T23" fmla="*/ 78 h 86"/>
                <a:gd name="T24" fmla="*/ 6 w 118"/>
                <a:gd name="T25" fmla="*/ 86 h 86"/>
                <a:gd name="T26" fmla="*/ 2 w 118"/>
                <a:gd name="T27" fmla="*/ 84 h 86"/>
                <a:gd name="T28" fmla="*/ 0 w 118"/>
                <a:gd name="T29" fmla="*/ 84 h 86"/>
                <a:gd name="T30" fmla="*/ 0 w 118"/>
                <a:gd name="T31" fmla="*/ 84 h 86"/>
                <a:gd name="T32" fmla="*/ 2 w 118"/>
                <a:gd name="T33" fmla="*/ 84 h 86"/>
                <a:gd name="T34" fmla="*/ 4 w 118"/>
                <a:gd name="T35" fmla="*/ 80 h 86"/>
                <a:gd name="T36" fmla="*/ 4 w 118"/>
                <a:gd name="T37" fmla="*/ 80 h 86"/>
                <a:gd name="T38" fmla="*/ 6 w 118"/>
                <a:gd name="T39" fmla="*/ 80 h 86"/>
                <a:gd name="T40" fmla="*/ 8 w 118"/>
                <a:gd name="T41" fmla="*/ 80 h 86"/>
                <a:gd name="T42" fmla="*/ 10 w 118"/>
                <a:gd name="T43" fmla="*/ 78 h 86"/>
                <a:gd name="T44" fmla="*/ 8 w 118"/>
                <a:gd name="T45" fmla="*/ 74 h 86"/>
                <a:gd name="T46" fmla="*/ 12 w 118"/>
                <a:gd name="T47" fmla="*/ 68 h 86"/>
                <a:gd name="T48" fmla="*/ 14 w 118"/>
                <a:gd name="T49" fmla="*/ 68 h 86"/>
                <a:gd name="T50" fmla="*/ 14 w 118"/>
                <a:gd name="T51" fmla="*/ 66 h 86"/>
                <a:gd name="T52" fmla="*/ 16 w 118"/>
                <a:gd name="T53" fmla="*/ 66 h 86"/>
                <a:gd name="T54" fmla="*/ 18 w 118"/>
                <a:gd name="T55" fmla="*/ 66 h 86"/>
                <a:gd name="T56" fmla="*/ 20 w 118"/>
                <a:gd name="T57" fmla="*/ 66 h 86"/>
                <a:gd name="T58" fmla="*/ 20 w 118"/>
                <a:gd name="T59" fmla="*/ 66 h 86"/>
                <a:gd name="T60" fmla="*/ 22 w 118"/>
                <a:gd name="T61" fmla="*/ 64 h 86"/>
                <a:gd name="T62" fmla="*/ 20 w 118"/>
                <a:gd name="T63" fmla="*/ 62 h 86"/>
                <a:gd name="T64" fmla="*/ 20 w 118"/>
                <a:gd name="T65" fmla="*/ 60 h 86"/>
                <a:gd name="T66" fmla="*/ 20 w 118"/>
                <a:gd name="T67" fmla="*/ 58 h 86"/>
                <a:gd name="T68" fmla="*/ 18 w 118"/>
                <a:gd name="T69" fmla="*/ 56 h 86"/>
                <a:gd name="T70" fmla="*/ 18 w 118"/>
                <a:gd name="T71" fmla="*/ 54 h 86"/>
                <a:gd name="T72" fmla="*/ 18 w 118"/>
                <a:gd name="T73" fmla="*/ 50 h 86"/>
                <a:gd name="T74" fmla="*/ 22 w 118"/>
                <a:gd name="T75" fmla="*/ 48 h 86"/>
                <a:gd name="T76" fmla="*/ 22 w 118"/>
                <a:gd name="T77" fmla="*/ 48 h 86"/>
                <a:gd name="T78" fmla="*/ 24 w 118"/>
                <a:gd name="T79" fmla="*/ 46 h 86"/>
                <a:gd name="T80" fmla="*/ 26 w 118"/>
                <a:gd name="T81" fmla="*/ 44 h 86"/>
                <a:gd name="T82" fmla="*/ 26 w 118"/>
                <a:gd name="T83" fmla="*/ 44 h 86"/>
                <a:gd name="T84" fmla="*/ 28 w 118"/>
                <a:gd name="T85" fmla="*/ 42 h 86"/>
                <a:gd name="T86" fmla="*/ 30 w 118"/>
                <a:gd name="T87" fmla="*/ 38 h 86"/>
                <a:gd name="T88" fmla="*/ 34 w 118"/>
                <a:gd name="T89" fmla="*/ 34 h 86"/>
                <a:gd name="T90" fmla="*/ 38 w 118"/>
                <a:gd name="T91" fmla="*/ 30 h 86"/>
                <a:gd name="T92" fmla="*/ 40 w 118"/>
                <a:gd name="T93" fmla="*/ 24 h 86"/>
                <a:gd name="T94" fmla="*/ 44 w 118"/>
                <a:gd name="T95" fmla="*/ 20 h 86"/>
                <a:gd name="T96" fmla="*/ 48 w 118"/>
                <a:gd name="T97" fmla="*/ 18 h 86"/>
                <a:gd name="T98" fmla="*/ 50 w 118"/>
                <a:gd name="T99" fmla="*/ 16 h 86"/>
                <a:gd name="T100" fmla="*/ 54 w 118"/>
                <a:gd name="T101" fmla="*/ 14 h 86"/>
                <a:gd name="T102" fmla="*/ 66 w 118"/>
                <a:gd name="T103" fmla="*/ 10 h 86"/>
                <a:gd name="T104" fmla="*/ 80 w 118"/>
                <a:gd name="T105" fmla="*/ 6 h 86"/>
                <a:gd name="T106" fmla="*/ 94 w 118"/>
                <a:gd name="T107" fmla="*/ 0 h 86"/>
                <a:gd name="T108" fmla="*/ 104 w 118"/>
                <a:gd name="T109" fmla="*/ 0 h 86"/>
                <a:gd name="T110" fmla="*/ 104 w 118"/>
                <a:gd name="T111" fmla="*/ 0 h 86"/>
                <a:gd name="T112" fmla="*/ 106 w 118"/>
                <a:gd name="T113" fmla="*/ 0 h 86"/>
                <a:gd name="T114" fmla="*/ 108 w 118"/>
                <a:gd name="T115" fmla="*/ 2 h 86"/>
                <a:gd name="T116" fmla="*/ 118 w 118"/>
                <a:gd name="T117" fmla="*/ 28 h 8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18"/>
                <a:gd name="T178" fmla="*/ 0 h 86"/>
                <a:gd name="T179" fmla="*/ 118 w 118"/>
                <a:gd name="T180" fmla="*/ 86 h 8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18" h="86">
                  <a:moveTo>
                    <a:pt x="118" y="28"/>
                  </a:moveTo>
                  <a:lnTo>
                    <a:pt x="102" y="32"/>
                  </a:lnTo>
                  <a:lnTo>
                    <a:pt x="94" y="38"/>
                  </a:lnTo>
                  <a:lnTo>
                    <a:pt x="86" y="46"/>
                  </a:lnTo>
                  <a:lnTo>
                    <a:pt x="80" y="54"/>
                  </a:lnTo>
                  <a:lnTo>
                    <a:pt x="74" y="58"/>
                  </a:lnTo>
                  <a:lnTo>
                    <a:pt x="68" y="60"/>
                  </a:lnTo>
                  <a:lnTo>
                    <a:pt x="62" y="62"/>
                  </a:lnTo>
                  <a:lnTo>
                    <a:pt x="58" y="64"/>
                  </a:lnTo>
                  <a:lnTo>
                    <a:pt x="54" y="64"/>
                  </a:lnTo>
                  <a:lnTo>
                    <a:pt x="52" y="64"/>
                  </a:lnTo>
                  <a:lnTo>
                    <a:pt x="36" y="78"/>
                  </a:lnTo>
                  <a:lnTo>
                    <a:pt x="6" y="86"/>
                  </a:lnTo>
                  <a:lnTo>
                    <a:pt x="2" y="84"/>
                  </a:lnTo>
                  <a:lnTo>
                    <a:pt x="0" y="84"/>
                  </a:lnTo>
                  <a:lnTo>
                    <a:pt x="2" y="84"/>
                  </a:lnTo>
                  <a:lnTo>
                    <a:pt x="4" y="80"/>
                  </a:lnTo>
                  <a:lnTo>
                    <a:pt x="6" y="80"/>
                  </a:lnTo>
                  <a:lnTo>
                    <a:pt x="8" y="80"/>
                  </a:lnTo>
                  <a:lnTo>
                    <a:pt x="10" y="78"/>
                  </a:lnTo>
                  <a:lnTo>
                    <a:pt x="8" y="74"/>
                  </a:lnTo>
                  <a:lnTo>
                    <a:pt x="12" y="68"/>
                  </a:lnTo>
                  <a:lnTo>
                    <a:pt x="14" y="68"/>
                  </a:lnTo>
                  <a:lnTo>
                    <a:pt x="14" y="66"/>
                  </a:lnTo>
                  <a:lnTo>
                    <a:pt x="16" y="66"/>
                  </a:lnTo>
                  <a:lnTo>
                    <a:pt x="18" y="66"/>
                  </a:lnTo>
                  <a:lnTo>
                    <a:pt x="20" y="66"/>
                  </a:lnTo>
                  <a:lnTo>
                    <a:pt x="22" y="64"/>
                  </a:lnTo>
                  <a:lnTo>
                    <a:pt x="20" y="62"/>
                  </a:lnTo>
                  <a:lnTo>
                    <a:pt x="20" y="60"/>
                  </a:lnTo>
                  <a:lnTo>
                    <a:pt x="20" y="58"/>
                  </a:lnTo>
                  <a:lnTo>
                    <a:pt x="18" y="56"/>
                  </a:lnTo>
                  <a:lnTo>
                    <a:pt x="18" y="54"/>
                  </a:lnTo>
                  <a:lnTo>
                    <a:pt x="18" y="50"/>
                  </a:lnTo>
                  <a:lnTo>
                    <a:pt x="22" y="48"/>
                  </a:lnTo>
                  <a:lnTo>
                    <a:pt x="24" y="46"/>
                  </a:lnTo>
                  <a:lnTo>
                    <a:pt x="26" y="44"/>
                  </a:lnTo>
                  <a:lnTo>
                    <a:pt x="28" y="42"/>
                  </a:lnTo>
                  <a:lnTo>
                    <a:pt x="30" y="38"/>
                  </a:lnTo>
                  <a:lnTo>
                    <a:pt x="34" y="34"/>
                  </a:lnTo>
                  <a:lnTo>
                    <a:pt x="38" y="30"/>
                  </a:lnTo>
                  <a:lnTo>
                    <a:pt x="40" y="24"/>
                  </a:lnTo>
                  <a:lnTo>
                    <a:pt x="44" y="20"/>
                  </a:lnTo>
                  <a:lnTo>
                    <a:pt x="48" y="18"/>
                  </a:lnTo>
                  <a:lnTo>
                    <a:pt x="50" y="16"/>
                  </a:lnTo>
                  <a:lnTo>
                    <a:pt x="54" y="14"/>
                  </a:lnTo>
                  <a:lnTo>
                    <a:pt x="66" y="10"/>
                  </a:lnTo>
                  <a:lnTo>
                    <a:pt x="80" y="6"/>
                  </a:lnTo>
                  <a:lnTo>
                    <a:pt x="94" y="0"/>
                  </a:lnTo>
                  <a:lnTo>
                    <a:pt x="104" y="0"/>
                  </a:lnTo>
                  <a:lnTo>
                    <a:pt x="106" y="0"/>
                  </a:lnTo>
                  <a:lnTo>
                    <a:pt x="108" y="2"/>
                  </a:lnTo>
                  <a:lnTo>
                    <a:pt x="118" y="2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90" name="Freeform 252"/>
            <p:cNvSpPr>
              <a:spLocks/>
            </p:cNvSpPr>
            <p:nvPr/>
          </p:nvSpPr>
          <p:spPr bwMode="gray">
            <a:xfrm>
              <a:off x="1515" y="2794"/>
              <a:ext cx="92" cy="102"/>
            </a:xfrm>
            <a:custGeom>
              <a:avLst/>
              <a:gdLst>
                <a:gd name="T0" fmla="*/ 72 w 92"/>
                <a:gd name="T1" fmla="*/ 0 h 102"/>
                <a:gd name="T2" fmla="*/ 72 w 92"/>
                <a:gd name="T3" fmla="*/ 4 h 102"/>
                <a:gd name="T4" fmla="*/ 72 w 92"/>
                <a:gd name="T5" fmla="*/ 8 h 102"/>
                <a:gd name="T6" fmla="*/ 72 w 92"/>
                <a:gd name="T7" fmla="*/ 8 h 102"/>
                <a:gd name="T8" fmla="*/ 76 w 92"/>
                <a:gd name="T9" fmla="*/ 14 h 102"/>
                <a:gd name="T10" fmla="*/ 80 w 92"/>
                <a:gd name="T11" fmla="*/ 18 h 102"/>
                <a:gd name="T12" fmla="*/ 84 w 92"/>
                <a:gd name="T13" fmla="*/ 22 h 102"/>
                <a:gd name="T14" fmla="*/ 88 w 92"/>
                <a:gd name="T15" fmla="*/ 22 h 102"/>
                <a:gd name="T16" fmla="*/ 90 w 92"/>
                <a:gd name="T17" fmla="*/ 24 h 102"/>
                <a:gd name="T18" fmla="*/ 90 w 92"/>
                <a:gd name="T19" fmla="*/ 24 h 102"/>
                <a:gd name="T20" fmla="*/ 92 w 92"/>
                <a:gd name="T21" fmla="*/ 30 h 102"/>
                <a:gd name="T22" fmla="*/ 92 w 92"/>
                <a:gd name="T23" fmla="*/ 34 h 102"/>
                <a:gd name="T24" fmla="*/ 90 w 92"/>
                <a:gd name="T25" fmla="*/ 40 h 102"/>
                <a:gd name="T26" fmla="*/ 86 w 92"/>
                <a:gd name="T27" fmla="*/ 44 h 102"/>
                <a:gd name="T28" fmla="*/ 82 w 92"/>
                <a:gd name="T29" fmla="*/ 46 h 102"/>
                <a:gd name="T30" fmla="*/ 78 w 92"/>
                <a:gd name="T31" fmla="*/ 50 h 102"/>
                <a:gd name="T32" fmla="*/ 76 w 92"/>
                <a:gd name="T33" fmla="*/ 50 h 102"/>
                <a:gd name="T34" fmla="*/ 74 w 92"/>
                <a:gd name="T35" fmla="*/ 50 h 102"/>
                <a:gd name="T36" fmla="*/ 74 w 92"/>
                <a:gd name="T37" fmla="*/ 56 h 102"/>
                <a:gd name="T38" fmla="*/ 72 w 92"/>
                <a:gd name="T39" fmla="*/ 58 h 102"/>
                <a:gd name="T40" fmla="*/ 70 w 92"/>
                <a:gd name="T41" fmla="*/ 62 h 102"/>
                <a:gd name="T42" fmla="*/ 66 w 92"/>
                <a:gd name="T43" fmla="*/ 64 h 102"/>
                <a:gd name="T44" fmla="*/ 64 w 92"/>
                <a:gd name="T45" fmla="*/ 64 h 102"/>
                <a:gd name="T46" fmla="*/ 64 w 92"/>
                <a:gd name="T47" fmla="*/ 66 h 102"/>
                <a:gd name="T48" fmla="*/ 58 w 92"/>
                <a:gd name="T49" fmla="*/ 66 h 102"/>
                <a:gd name="T50" fmla="*/ 54 w 92"/>
                <a:gd name="T51" fmla="*/ 68 h 102"/>
                <a:gd name="T52" fmla="*/ 52 w 92"/>
                <a:gd name="T53" fmla="*/ 72 h 102"/>
                <a:gd name="T54" fmla="*/ 50 w 92"/>
                <a:gd name="T55" fmla="*/ 74 h 102"/>
                <a:gd name="T56" fmla="*/ 50 w 92"/>
                <a:gd name="T57" fmla="*/ 76 h 102"/>
                <a:gd name="T58" fmla="*/ 50 w 92"/>
                <a:gd name="T59" fmla="*/ 78 h 102"/>
                <a:gd name="T60" fmla="*/ 50 w 92"/>
                <a:gd name="T61" fmla="*/ 80 h 102"/>
                <a:gd name="T62" fmla="*/ 48 w 92"/>
                <a:gd name="T63" fmla="*/ 82 h 102"/>
                <a:gd name="T64" fmla="*/ 42 w 92"/>
                <a:gd name="T65" fmla="*/ 90 h 102"/>
                <a:gd name="T66" fmla="*/ 30 w 92"/>
                <a:gd name="T67" fmla="*/ 98 h 102"/>
                <a:gd name="T68" fmla="*/ 12 w 92"/>
                <a:gd name="T69" fmla="*/ 102 h 102"/>
                <a:gd name="T70" fmla="*/ 2 w 92"/>
                <a:gd name="T71" fmla="*/ 76 h 102"/>
                <a:gd name="T72" fmla="*/ 0 w 92"/>
                <a:gd name="T73" fmla="*/ 74 h 102"/>
                <a:gd name="T74" fmla="*/ 0 w 92"/>
                <a:gd name="T75" fmla="*/ 74 h 102"/>
                <a:gd name="T76" fmla="*/ 0 w 92"/>
                <a:gd name="T77" fmla="*/ 74 h 102"/>
                <a:gd name="T78" fmla="*/ 2 w 92"/>
                <a:gd name="T79" fmla="*/ 72 h 102"/>
                <a:gd name="T80" fmla="*/ 12 w 92"/>
                <a:gd name="T81" fmla="*/ 68 h 102"/>
                <a:gd name="T82" fmla="*/ 26 w 92"/>
                <a:gd name="T83" fmla="*/ 62 h 102"/>
                <a:gd name="T84" fmla="*/ 38 w 92"/>
                <a:gd name="T85" fmla="*/ 54 h 102"/>
                <a:gd name="T86" fmla="*/ 46 w 92"/>
                <a:gd name="T87" fmla="*/ 42 h 102"/>
                <a:gd name="T88" fmla="*/ 50 w 92"/>
                <a:gd name="T89" fmla="*/ 28 h 102"/>
                <a:gd name="T90" fmla="*/ 50 w 92"/>
                <a:gd name="T91" fmla="*/ 26 h 102"/>
                <a:gd name="T92" fmla="*/ 50 w 92"/>
                <a:gd name="T93" fmla="*/ 24 h 102"/>
                <a:gd name="T94" fmla="*/ 48 w 92"/>
                <a:gd name="T95" fmla="*/ 20 h 102"/>
                <a:gd name="T96" fmla="*/ 48 w 92"/>
                <a:gd name="T97" fmla="*/ 18 h 102"/>
                <a:gd name="T98" fmla="*/ 48 w 92"/>
                <a:gd name="T99" fmla="*/ 16 h 102"/>
                <a:gd name="T100" fmla="*/ 48 w 92"/>
                <a:gd name="T101" fmla="*/ 14 h 102"/>
                <a:gd name="T102" fmla="*/ 48 w 92"/>
                <a:gd name="T103" fmla="*/ 12 h 102"/>
                <a:gd name="T104" fmla="*/ 50 w 92"/>
                <a:gd name="T105" fmla="*/ 12 h 102"/>
                <a:gd name="T106" fmla="*/ 52 w 92"/>
                <a:gd name="T107" fmla="*/ 12 h 102"/>
                <a:gd name="T108" fmla="*/ 54 w 92"/>
                <a:gd name="T109" fmla="*/ 12 h 102"/>
                <a:gd name="T110" fmla="*/ 58 w 92"/>
                <a:gd name="T111" fmla="*/ 10 h 102"/>
                <a:gd name="T112" fmla="*/ 60 w 92"/>
                <a:gd name="T113" fmla="*/ 8 h 102"/>
                <a:gd name="T114" fmla="*/ 60 w 92"/>
                <a:gd name="T115" fmla="*/ 8 h 102"/>
                <a:gd name="T116" fmla="*/ 60 w 92"/>
                <a:gd name="T117" fmla="*/ 6 h 102"/>
                <a:gd name="T118" fmla="*/ 62 w 92"/>
                <a:gd name="T119" fmla="*/ 4 h 102"/>
                <a:gd name="T120" fmla="*/ 64 w 92"/>
                <a:gd name="T121" fmla="*/ 4 h 102"/>
                <a:gd name="T122" fmla="*/ 64 w 92"/>
                <a:gd name="T123" fmla="*/ 4 h 102"/>
                <a:gd name="T124" fmla="*/ 72 w 92"/>
                <a:gd name="T125" fmla="*/ 0 h 10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92"/>
                <a:gd name="T190" fmla="*/ 0 h 102"/>
                <a:gd name="T191" fmla="*/ 92 w 92"/>
                <a:gd name="T192" fmla="*/ 102 h 102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92" h="102">
                  <a:moveTo>
                    <a:pt x="72" y="0"/>
                  </a:moveTo>
                  <a:lnTo>
                    <a:pt x="72" y="4"/>
                  </a:lnTo>
                  <a:lnTo>
                    <a:pt x="72" y="8"/>
                  </a:lnTo>
                  <a:lnTo>
                    <a:pt x="76" y="14"/>
                  </a:lnTo>
                  <a:lnTo>
                    <a:pt x="80" y="18"/>
                  </a:lnTo>
                  <a:lnTo>
                    <a:pt x="84" y="22"/>
                  </a:lnTo>
                  <a:lnTo>
                    <a:pt x="88" y="22"/>
                  </a:lnTo>
                  <a:lnTo>
                    <a:pt x="90" y="24"/>
                  </a:lnTo>
                  <a:lnTo>
                    <a:pt x="92" y="30"/>
                  </a:lnTo>
                  <a:lnTo>
                    <a:pt x="92" y="34"/>
                  </a:lnTo>
                  <a:lnTo>
                    <a:pt x="90" y="40"/>
                  </a:lnTo>
                  <a:lnTo>
                    <a:pt x="86" y="44"/>
                  </a:lnTo>
                  <a:lnTo>
                    <a:pt x="82" y="46"/>
                  </a:lnTo>
                  <a:lnTo>
                    <a:pt x="78" y="50"/>
                  </a:lnTo>
                  <a:lnTo>
                    <a:pt x="76" y="50"/>
                  </a:lnTo>
                  <a:lnTo>
                    <a:pt x="74" y="50"/>
                  </a:lnTo>
                  <a:lnTo>
                    <a:pt x="74" y="56"/>
                  </a:lnTo>
                  <a:lnTo>
                    <a:pt x="72" y="58"/>
                  </a:lnTo>
                  <a:lnTo>
                    <a:pt x="70" y="62"/>
                  </a:lnTo>
                  <a:lnTo>
                    <a:pt x="66" y="64"/>
                  </a:lnTo>
                  <a:lnTo>
                    <a:pt x="64" y="64"/>
                  </a:lnTo>
                  <a:lnTo>
                    <a:pt x="64" y="66"/>
                  </a:lnTo>
                  <a:lnTo>
                    <a:pt x="58" y="66"/>
                  </a:lnTo>
                  <a:lnTo>
                    <a:pt x="54" y="68"/>
                  </a:lnTo>
                  <a:lnTo>
                    <a:pt x="52" y="72"/>
                  </a:lnTo>
                  <a:lnTo>
                    <a:pt x="50" y="74"/>
                  </a:lnTo>
                  <a:lnTo>
                    <a:pt x="50" y="76"/>
                  </a:lnTo>
                  <a:lnTo>
                    <a:pt x="50" y="78"/>
                  </a:lnTo>
                  <a:lnTo>
                    <a:pt x="50" y="80"/>
                  </a:lnTo>
                  <a:lnTo>
                    <a:pt x="48" y="82"/>
                  </a:lnTo>
                  <a:lnTo>
                    <a:pt x="42" y="90"/>
                  </a:lnTo>
                  <a:lnTo>
                    <a:pt x="30" y="98"/>
                  </a:lnTo>
                  <a:lnTo>
                    <a:pt x="12" y="102"/>
                  </a:lnTo>
                  <a:lnTo>
                    <a:pt x="2" y="76"/>
                  </a:lnTo>
                  <a:lnTo>
                    <a:pt x="0" y="74"/>
                  </a:lnTo>
                  <a:lnTo>
                    <a:pt x="2" y="72"/>
                  </a:lnTo>
                  <a:lnTo>
                    <a:pt x="12" y="68"/>
                  </a:lnTo>
                  <a:lnTo>
                    <a:pt x="26" y="62"/>
                  </a:lnTo>
                  <a:lnTo>
                    <a:pt x="38" y="54"/>
                  </a:lnTo>
                  <a:lnTo>
                    <a:pt x="46" y="42"/>
                  </a:lnTo>
                  <a:lnTo>
                    <a:pt x="50" y="28"/>
                  </a:lnTo>
                  <a:lnTo>
                    <a:pt x="50" y="26"/>
                  </a:lnTo>
                  <a:lnTo>
                    <a:pt x="50" y="24"/>
                  </a:lnTo>
                  <a:lnTo>
                    <a:pt x="48" y="20"/>
                  </a:lnTo>
                  <a:lnTo>
                    <a:pt x="48" y="18"/>
                  </a:lnTo>
                  <a:lnTo>
                    <a:pt x="48" y="16"/>
                  </a:lnTo>
                  <a:lnTo>
                    <a:pt x="48" y="14"/>
                  </a:lnTo>
                  <a:lnTo>
                    <a:pt x="48" y="12"/>
                  </a:lnTo>
                  <a:lnTo>
                    <a:pt x="50" y="12"/>
                  </a:lnTo>
                  <a:lnTo>
                    <a:pt x="52" y="12"/>
                  </a:lnTo>
                  <a:lnTo>
                    <a:pt x="54" y="12"/>
                  </a:lnTo>
                  <a:lnTo>
                    <a:pt x="58" y="10"/>
                  </a:lnTo>
                  <a:lnTo>
                    <a:pt x="60" y="8"/>
                  </a:lnTo>
                  <a:lnTo>
                    <a:pt x="60" y="6"/>
                  </a:lnTo>
                  <a:lnTo>
                    <a:pt x="62" y="4"/>
                  </a:lnTo>
                  <a:lnTo>
                    <a:pt x="64" y="4"/>
                  </a:lnTo>
                  <a:lnTo>
                    <a:pt x="72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91" name="Freeform 253"/>
            <p:cNvSpPr>
              <a:spLocks/>
            </p:cNvSpPr>
            <p:nvPr/>
          </p:nvSpPr>
          <p:spPr bwMode="gray">
            <a:xfrm>
              <a:off x="1339" y="2586"/>
              <a:ext cx="116" cy="134"/>
            </a:xfrm>
            <a:custGeom>
              <a:avLst/>
              <a:gdLst>
                <a:gd name="T0" fmla="*/ 86 w 116"/>
                <a:gd name="T1" fmla="*/ 132 h 134"/>
                <a:gd name="T2" fmla="*/ 80 w 116"/>
                <a:gd name="T3" fmla="*/ 130 h 134"/>
                <a:gd name="T4" fmla="*/ 70 w 116"/>
                <a:gd name="T5" fmla="*/ 124 h 134"/>
                <a:gd name="T6" fmla="*/ 50 w 116"/>
                <a:gd name="T7" fmla="*/ 114 h 134"/>
                <a:gd name="T8" fmla="*/ 18 w 116"/>
                <a:gd name="T9" fmla="*/ 98 h 134"/>
                <a:gd name="T10" fmla="*/ 16 w 116"/>
                <a:gd name="T11" fmla="*/ 92 h 134"/>
                <a:gd name="T12" fmla="*/ 0 w 116"/>
                <a:gd name="T13" fmla="*/ 68 h 134"/>
                <a:gd name="T14" fmla="*/ 26 w 116"/>
                <a:gd name="T15" fmla="*/ 44 h 134"/>
                <a:gd name="T16" fmla="*/ 26 w 116"/>
                <a:gd name="T17" fmla="*/ 40 h 134"/>
                <a:gd name="T18" fmla="*/ 26 w 116"/>
                <a:gd name="T19" fmla="*/ 36 h 134"/>
                <a:gd name="T20" fmla="*/ 26 w 116"/>
                <a:gd name="T21" fmla="*/ 32 h 134"/>
                <a:gd name="T22" fmla="*/ 28 w 116"/>
                <a:gd name="T23" fmla="*/ 30 h 134"/>
                <a:gd name="T24" fmla="*/ 30 w 116"/>
                <a:gd name="T25" fmla="*/ 26 h 134"/>
                <a:gd name="T26" fmla="*/ 34 w 116"/>
                <a:gd name="T27" fmla="*/ 22 h 134"/>
                <a:gd name="T28" fmla="*/ 36 w 116"/>
                <a:gd name="T29" fmla="*/ 16 h 134"/>
                <a:gd name="T30" fmla="*/ 38 w 116"/>
                <a:gd name="T31" fmla="*/ 10 h 134"/>
                <a:gd name="T32" fmla="*/ 40 w 116"/>
                <a:gd name="T33" fmla="*/ 6 h 134"/>
                <a:gd name="T34" fmla="*/ 46 w 116"/>
                <a:gd name="T35" fmla="*/ 4 h 134"/>
                <a:gd name="T36" fmla="*/ 54 w 116"/>
                <a:gd name="T37" fmla="*/ 2 h 134"/>
                <a:gd name="T38" fmla="*/ 70 w 116"/>
                <a:gd name="T39" fmla="*/ 0 h 134"/>
                <a:gd name="T40" fmla="*/ 70 w 116"/>
                <a:gd name="T41" fmla="*/ 2 h 134"/>
                <a:gd name="T42" fmla="*/ 74 w 116"/>
                <a:gd name="T43" fmla="*/ 4 h 134"/>
                <a:gd name="T44" fmla="*/ 78 w 116"/>
                <a:gd name="T45" fmla="*/ 2 h 134"/>
                <a:gd name="T46" fmla="*/ 82 w 116"/>
                <a:gd name="T47" fmla="*/ 4 h 134"/>
                <a:gd name="T48" fmla="*/ 84 w 116"/>
                <a:gd name="T49" fmla="*/ 10 h 134"/>
                <a:gd name="T50" fmla="*/ 82 w 116"/>
                <a:gd name="T51" fmla="*/ 12 h 134"/>
                <a:gd name="T52" fmla="*/ 80 w 116"/>
                <a:gd name="T53" fmla="*/ 16 h 134"/>
                <a:gd name="T54" fmla="*/ 84 w 116"/>
                <a:gd name="T55" fmla="*/ 18 h 134"/>
                <a:gd name="T56" fmla="*/ 88 w 116"/>
                <a:gd name="T57" fmla="*/ 22 h 134"/>
                <a:gd name="T58" fmla="*/ 90 w 116"/>
                <a:gd name="T59" fmla="*/ 26 h 134"/>
                <a:gd name="T60" fmla="*/ 96 w 116"/>
                <a:gd name="T61" fmla="*/ 32 h 134"/>
                <a:gd name="T62" fmla="*/ 98 w 116"/>
                <a:gd name="T63" fmla="*/ 38 h 134"/>
                <a:gd name="T64" fmla="*/ 96 w 116"/>
                <a:gd name="T65" fmla="*/ 42 h 134"/>
                <a:gd name="T66" fmla="*/ 92 w 116"/>
                <a:gd name="T67" fmla="*/ 52 h 134"/>
                <a:gd name="T68" fmla="*/ 90 w 116"/>
                <a:gd name="T69" fmla="*/ 60 h 134"/>
                <a:gd name="T70" fmla="*/ 92 w 116"/>
                <a:gd name="T71" fmla="*/ 64 h 134"/>
                <a:gd name="T72" fmla="*/ 96 w 116"/>
                <a:gd name="T73" fmla="*/ 72 h 134"/>
                <a:gd name="T74" fmla="*/ 100 w 116"/>
                <a:gd name="T75" fmla="*/ 82 h 134"/>
                <a:gd name="T76" fmla="*/ 106 w 116"/>
                <a:gd name="T77" fmla="*/ 86 h 134"/>
                <a:gd name="T78" fmla="*/ 106 w 116"/>
                <a:gd name="T79" fmla="*/ 90 h 134"/>
                <a:gd name="T80" fmla="*/ 108 w 116"/>
                <a:gd name="T81" fmla="*/ 96 h 134"/>
                <a:gd name="T82" fmla="*/ 108 w 116"/>
                <a:gd name="T83" fmla="*/ 98 h 134"/>
                <a:gd name="T84" fmla="*/ 112 w 116"/>
                <a:gd name="T85" fmla="*/ 102 h 134"/>
                <a:gd name="T86" fmla="*/ 114 w 116"/>
                <a:gd name="T87" fmla="*/ 106 h 134"/>
                <a:gd name="T88" fmla="*/ 116 w 116"/>
                <a:gd name="T89" fmla="*/ 112 h 134"/>
                <a:gd name="T90" fmla="*/ 114 w 116"/>
                <a:gd name="T91" fmla="*/ 124 h 134"/>
                <a:gd name="T92" fmla="*/ 112 w 116"/>
                <a:gd name="T93" fmla="*/ 124 h 134"/>
                <a:gd name="T94" fmla="*/ 108 w 116"/>
                <a:gd name="T95" fmla="*/ 128 h 134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16"/>
                <a:gd name="T145" fmla="*/ 0 h 134"/>
                <a:gd name="T146" fmla="*/ 116 w 116"/>
                <a:gd name="T147" fmla="*/ 134 h 134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16" h="134">
                  <a:moveTo>
                    <a:pt x="88" y="134"/>
                  </a:moveTo>
                  <a:lnTo>
                    <a:pt x="86" y="132"/>
                  </a:lnTo>
                  <a:lnTo>
                    <a:pt x="84" y="132"/>
                  </a:lnTo>
                  <a:lnTo>
                    <a:pt x="80" y="130"/>
                  </a:lnTo>
                  <a:lnTo>
                    <a:pt x="76" y="126"/>
                  </a:lnTo>
                  <a:lnTo>
                    <a:pt x="70" y="124"/>
                  </a:lnTo>
                  <a:lnTo>
                    <a:pt x="58" y="114"/>
                  </a:lnTo>
                  <a:lnTo>
                    <a:pt x="50" y="114"/>
                  </a:lnTo>
                  <a:lnTo>
                    <a:pt x="24" y="102"/>
                  </a:lnTo>
                  <a:lnTo>
                    <a:pt x="18" y="98"/>
                  </a:lnTo>
                  <a:lnTo>
                    <a:pt x="18" y="96"/>
                  </a:lnTo>
                  <a:lnTo>
                    <a:pt x="16" y="92"/>
                  </a:lnTo>
                  <a:lnTo>
                    <a:pt x="4" y="76"/>
                  </a:lnTo>
                  <a:lnTo>
                    <a:pt x="0" y="68"/>
                  </a:lnTo>
                  <a:lnTo>
                    <a:pt x="26" y="46"/>
                  </a:lnTo>
                  <a:lnTo>
                    <a:pt x="26" y="44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6" y="38"/>
                  </a:lnTo>
                  <a:lnTo>
                    <a:pt x="26" y="36"/>
                  </a:lnTo>
                  <a:lnTo>
                    <a:pt x="26" y="34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8" y="28"/>
                  </a:lnTo>
                  <a:lnTo>
                    <a:pt x="30" y="26"/>
                  </a:lnTo>
                  <a:lnTo>
                    <a:pt x="32" y="22"/>
                  </a:lnTo>
                  <a:lnTo>
                    <a:pt x="34" y="22"/>
                  </a:lnTo>
                  <a:lnTo>
                    <a:pt x="34" y="20"/>
                  </a:lnTo>
                  <a:lnTo>
                    <a:pt x="36" y="16"/>
                  </a:lnTo>
                  <a:lnTo>
                    <a:pt x="38" y="12"/>
                  </a:lnTo>
                  <a:lnTo>
                    <a:pt x="38" y="10"/>
                  </a:lnTo>
                  <a:lnTo>
                    <a:pt x="40" y="8"/>
                  </a:lnTo>
                  <a:lnTo>
                    <a:pt x="40" y="6"/>
                  </a:lnTo>
                  <a:lnTo>
                    <a:pt x="42" y="6"/>
                  </a:lnTo>
                  <a:lnTo>
                    <a:pt x="46" y="4"/>
                  </a:lnTo>
                  <a:lnTo>
                    <a:pt x="50" y="2"/>
                  </a:lnTo>
                  <a:lnTo>
                    <a:pt x="54" y="2"/>
                  </a:lnTo>
                  <a:lnTo>
                    <a:pt x="60" y="2"/>
                  </a:lnTo>
                  <a:lnTo>
                    <a:pt x="70" y="0"/>
                  </a:lnTo>
                  <a:lnTo>
                    <a:pt x="70" y="2"/>
                  </a:lnTo>
                  <a:lnTo>
                    <a:pt x="72" y="4"/>
                  </a:lnTo>
                  <a:lnTo>
                    <a:pt x="74" y="4"/>
                  </a:lnTo>
                  <a:lnTo>
                    <a:pt x="76" y="4"/>
                  </a:lnTo>
                  <a:lnTo>
                    <a:pt x="78" y="2"/>
                  </a:lnTo>
                  <a:lnTo>
                    <a:pt x="82" y="4"/>
                  </a:lnTo>
                  <a:lnTo>
                    <a:pt x="82" y="8"/>
                  </a:lnTo>
                  <a:lnTo>
                    <a:pt x="84" y="10"/>
                  </a:lnTo>
                  <a:lnTo>
                    <a:pt x="82" y="10"/>
                  </a:lnTo>
                  <a:lnTo>
                    <a:pt x="82" y="12"/>
                  </a:lnTo>
                  <a:lnTo>
                    <a:pt x="80" y="14"/>
                  </a:lnTo>
                  <a:lnTo>
                    <a:pt x="80" y="16"/>
                  </a:lnTo>
                  <a:lnTo>
                    <a:pt x="82" y="16"/>
                  </a:lnTo>
                  <a:lnTo>
                    <a:pt x="84" y="18"/>
                  </a:lnTo>
                  <a:lnTo>
                    <a:pt x="86" y="20"/>
                  </a:lnTo>
                  <a:lnTo>
                    <a:pt x="88" y="22"/>
                  </a:lnTo>
                  <a:lnTo>
                    <a:pt x="88" y="24"/>
                  </a:lnTo>
                  <a:lnTo>
                    <a:pt x="90" y="26"/>
                  </a:lnTo>
                  <a:lnTo>
                    <a:pt x="94" y="28"/>
                  </a:lnTo>
                  <a:lnTo>
                    <a:pt x="96" y="32"/>
                  </a:lnTo>
                  <a:lnTo>
                    <a:pt x="98" y="34"/>
                  </a:lnTo>
                  <a:lnTo>
                    <a:pt x="98" y="38"/>
                  </a:lnTo>
                  <a:lnTo>
                    <a:pt x="96" y="42"/>
                  </a:lnTo>
                  <a:lnTo>
                    <a:pt x="94" y="46"/>
                  </a:lnTo>
                  <a:lnTo>
                    <a:pt x="92" y="52"/>
                  </a:lnTo>
                  <a:lnTo>
                    <a:pt x="92" y="56"/>
                  </a:lnTo>
                  <a:lnTo>
                    <a:pt x="90" y="60"/>
                  </a:lnTo>
                  <a:lnTo>
                    <a:pt x="92" y="64"/>
                  </a:lnTo>
                  <a:lnTo>
                    <a:pt x="94" y="68"/>
                  </a:lnTo>
                  <a:lnTo>
                    <a:pt x="96" y="72"/>
                  </a:lnTo>
                  <a:lnTo>
                    <a:pt x="98" y="76"/>
                  </a:lnTo>
                  <a:lnTo>
                    <a:pt x="100" y="82"/>
                  </a:lnTo>
                  <a:lnTo>
                    <a:pt x="104" y="84"/>
                  </a:lnTo>
                  <a:lnTo>
                    <a:pt x="106" y="86"/>
                  </a:lnTo>
                  <a:lnTo>
                    <a:pt x="106" y="88"/>
                  </a:lnTo>
                  <a:lnTo>
                    <a:pt x="106" y="90"/>
                  </a:lnTo>
                  <a:lnTo>
                    <a:pt x="106" y="92"/>
                  </a:lnTo>
                  <a:lnTo>
                    <a:pt x="108" y="96"/>
                  </a:lnTo>
                  <a:lnTo>
                    <a:pt x="108" y="98"/>
                  </a:lnTo>
                  <a:lnTo>
                    <a:pt x="110" y="100"/>
                  </a:lnTo>
                  <a:lnTo>
                    <a:pt x="112" y="102"/>
                  </a:lnTo>
                  <a:lnTo>
                    <a:pt x="114" y="104"/>
                  </a:lnTo>
                  <a:lnTo>
                    <a:pt x="114" y="106"/>
                  </a:lnTo>
                  <a:lnTo>
                    <a:pt x="114" y="108"/>
                  </a:lnTo>
                  <a:lnTo>
                    <a:pt x="116" y="112"/>
                  </a:lnTo>
                  <a:lnTo>
                    <a:pt x="116" y="114"/>
                  </a:lnTo>
                  <a:lnTo>
                    <a:pt x="114" y="124"/>
                  </a:lnTo>
                  <a:lnTo>
                    <a:pt x="112" y="124"/>
                  </a:lnTo>
                  <a:lnTo>
                    <a:pt x="110" y="126"/>
                  </a:lnTo>
                  <a:lnTo>
                    <a:pt x="108" y="128"/>
                  </a:lnTo>
                  <a:lnTo>
                    <a:pt x="88" y="134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92" name="Freeform 254"/>
            <p:cNvSpPr>
              <a:spLocks/>
            </p:cNvSpPr>
            <p:nvPr/>
          </p:nvSpPr>
          <p:spPr bwMode="gray">
            <a:xfrm>
              <a:off x="1295" y="2654"/>
              <a:ext cx="62" cy="72"/>
            </a:xfrm>
            <a:custGeom>
              <a:avLst/>
              <a:gdLst>
                <a:gd name="T0" fmla="*/ 4 w 62"/>
                <a:gd name="T1" fmla="*/ 40 h 72"/>
                <a:gd name="T2" fmla="*/ 4 w 62"/>
                <a:gd name="T3" fmla="*/ 8 h 72"/>
                <a:gd name="T4" fmla="*/ 4 w 62"/>
                <a:gd name="T5" fmla="*/ 8 h 72"/>
                <a:gd name="T6" fmla="*/ 6 w 62"/>
                <a:gd name="T7" fmla="*/ 10 h 72"/>
                <a:gd name="T8" fmla="*/ 8 w 62"/>
                <a:gd name="T9" fmla="*/ 10 h 72"/>
                <a:gd name="T10" fmla="*/ 8 w 62"/>
                <a:gd name="T11" fmla="*/ 10 h 72"/>
                <a:gd name="T12" fmla="*/ 8 w 62"/>
                <a:gd name="T13" fmla="*/ 12 h 72"/>
                <a:gd name="T14" fmla="*/ 10 w 62"/>
                <a:gd name="T15" fmla="*/ 14 h 72"/>
                <a:gd name="T16" fmla="*/ 12 w 62"/>
                <a:gd name="T17" fmla="*/ 16 h 72"/>
                <a:gd name="T18" fmla="*/ 16 w 62"/>
                <a:gd name="T19" fmla="*/ 16 h 72"/>
                <a:gd name="T20" fmla="*/ 20 w 62"/>
                <a:gd name="T21" fmla="*/ 16 h 72"/>
                <a:gd name="T22" fmla="*/ 26 w 62"/>
                <a:gd name="T23" fmla="*/ 14 h 72"/>
                <a:gd name="T24" fmla="*/ 44 w 62"/>
                <a:gd name="T25" fmla="*/ 0 h 72"/>
                <a:gd name="T26" fmla="*/ 44 w 62"/>
                <a:gd name="T27" fmla="*/ 0 h 72"/>
                <a:gd name="T28" fmla="*/ 44 w 62"/>
                <a:gd name="T29" fmla="*/ 0 h 72"/>
                <a:gd name="T30" fmla="*/ 46 w 62"/>
                <a:gd name="T31" fmla="*/ 4 h 72"/>
                <a:gd name="T32" fmla="*/ 48 w 62"/>
                <a:gd name="T33" fmla="*/ 8 h 72"/>
                <a:gd name="T34" fmla="*/ 48 w 62"/>
                <a:gd name="T35" fmla="*/ 8 h 72"/>
                <a:gd name="T36" fmla="*/ 50 w 62"/>
                <a:gd name="T37" fmla="*/ 10 h 72"/>
                <a:gd name="T38" fmla="*/ 54 w 62"/>
                <a:gd name="T39" fmla="*/ 14 h 72"/>
                <a:gd name="T40" fmla="*/ 56 w 62"/>
                <a:gd name="T41" fmla="*/ 18 h 72"/>
                <a:gd name="T42" fmla="*/ 58 w 62"/>
                <a:gd name="T43" fmla="*/ 22 h 72"/>
                <a:gd name="T44" fmla="*/ 60 w 62"/>
                <a:gd name="T45" fmla="*/ 26 h 72"/>
                <a:gd name="T46" fmla="*/ 62 w 62"/>
                <a:gd name="T47" fmla="*/ 28 h 72"/>
                <a:gd name="T48" fmla="*/ 62 w 62"/>
                <a:gd name="T49" fmla="*/ 28 h 72"/>
                <a:gd name="T50" fmla="*/ 62 w 62"/>
                <a:gd name="T51" fmla="*/ 30 h 72"/>
                <a:gd name="T52" fmla="*/ 62 w 62"/>
                <a:gd name="T53" fmla="*/ 30 h 72"/>
                <a:gd name="T54" fmla="*/ 60 w 62"/>
                <a:gd name="T55" fmla="*/ 32 h 72"/>
                <a:gd name="T56" fmla="*/ 56 w 62"/>
                <a:gd name="T57" fmla="*/ 34 h 72"/>
                <a:gd name="T58" fmla="*/ 48 w 62"/>
                <a:gd name="T59" fmla="*/ 34 h 72"/>
                <a:gd name="T60" fmla="*/ 40 w 62"/>
                <a:gd name="T61" fmla="*/ 36 h 72"/>
                <a:gd name="T62" fmla="*/ 34 w 62"/>
                <a:gd name="T63" fmla="*/ 38 h 72"/>
                <a:gd name="T64" fmla="*/ 34 w 62"/>
                <a:gd name="T65" fmla="*/ 38 h 72"/>
                <a:gd name="T66" fmla="*/ 36 w 62"/>
                <a:gd name="T67" fmla="*/ 42 h 72"/>
                <a:gd name="T68" fmla="*/ 38 w 62"/>
                <a:gd name="T69" fmla="*/ 46 h 72"/>
                <a:gd name="T70" fmla="*/ 40 w 62"/>
                <a:gd name="T71" fmla="*/ 50 h 72"/>
                <a:gd name="T72" fmla="*/ 42 w 62"/>
                <a:gd name="T73" fmla="*/ 52 h 72"/>
                <a:gd name="T74" fmla="*/ 42 w 62"/>
                <a:gd name="T75" fmla="*/ 56 h 72"/>
                <a:gd name="T76" fmla="*/ 40 w 62"/>
                <a:gd name="T77" fmla="*/ 56 h 72"/>
                <a:gd name="T78" fmla="*/ 38 w 62"/>
                <a:gd name="T79" fmla="*/ 58 h 72"/>
                <a:gd name="T80" fmla="*/ 36 w 62"/>
                <a:gd name="T81" fmla="*/ 62 h 72"/>
                <a:gd name="T82" fmla="*/ 32 w 62"/>
                <a:gd name="T83" fmla="*/ 66 h 72"/>
                <a:gd name="T84" fmla="*/ 30 w 62"/>
                <a:gd name="T85" fmla="*/ 68 h 72"/>
                <a:gd name="T86" fmla="*/ 28 w 62"/>
                <a:gd name="T87" fmla="*/ 68 h 72"/>
                <a:gd name="T88" fmla="*/ 26 w 62"/>
                <a:gd name="T89" fmla="*/ 68 h 72"/>
                <a:gd name="T90" fmla="*/ 26 w 62"/>
                <a:gd name="T91" fmla="*/ 70 h 72"/>
                <a:gd name="T92" fmla="*/ 26 w 62"/>
                <a:gd name="T93" fmla="*/ 72 h 72"/>
                <a:gd name="T94" fmla="*/ 24 w 62"/>
                <a:gd name="T95" fmla="*/ 72 h 72"/>
                <a:gd name="T96" fmla="*/ 20 w 62"/>
                <a:gd name="T97" fmla="*/ 70 h 72"/>
                <a:gd name="T98" fmla="*/ 14 w 62"/>
                <a:gd name="T99" fmla="*/ 70 h 72"/>
                <a:gd name="T100" fmla="*/ 8 w 62"/>
                <a:gd name="T101" fmla="*/ 70 h 72"/>
                <a:gd name="T102" fmla="*/ 2 w 62"/>
                <a:gd name="T103" fmla="*/ 70 h 72"/>
                <a:gd name="T104" fmla="*/ 0 w 62"/>
                <a:gd name="T105" fmla="*/ 70 h 7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62"/>
                <a:gd name="T160" fmla="*/ 0 h 72"/>
                <a:gd name="T161" fmla="*/ 62 w 62"/>
                <a:gd name="T162" fmla="*/ 72 h 7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62" h="72">
                  <a:moveTo>
                    <a:pt x="4" y="40"/>
                  </a:moveTo>
                  <a:lnTo>
                    <a:pt x="4" y="8"/>
                  </a:lnTo>
                  <a:lnTo>
                    <a:pt x="6" y="10"/>
                  </a:lnTo>
                  <a:lnTo>
                    <a:pt x="8" y="10"/>
                  </a:lnTo>
                  <a:lnTo>
                    <a:pt x="8" y="12"/>
                  </a:lnTo>
                  <a:lnTo>
                    <a:pt x="10" y="14"/>
                  </a:lnTo>
                  <a:lnTo>
                    <a:pt x="12" y="16"/>
                  </a:lnTo>
                  <a:lnTo>
                    <a:pt x="16" y="16"/>
                  </a:lnTo>
                  <a:lnTo>
                    <a:pt x="20" y="16"/>
                  </a:lnTo>
                  <a:lnTo>
                    <a:pt x="26" y="14"/>
                  </a:lnTo>
                  <a:lnTo>
                    <a:pt x="44" y="0"/>
                  </a:lnTo>
                  <a:lnTo>
                    <a:pt x="46" y="4"/>
                  </a:lnTo>
                  <a:lnTo>
                    <a:pt x="48" y="8"/>
                  </a:lnTo>
                  <a:lnTo>
                    <a:pt x="50" y="10"/>
                  </a:lnTo>
                  <a:lnTo>
                    <a:pt x="54" y="14"/>
                  </a:lnTo>
                  <a:lnTo>
                    <a:pt x="56" y="18"/>
                  </a:lnTo>
                  <a:lnTo>
                    <a:pt x="58" y="22"/>
                  </a:lnTo>
                  <a:lnTo>
                    <a:pt x="60" y="26"/>
                  </a:lnTo>
                  <a:lnTo>
                    <a:pt x="62" y="28"/>
                  </a:lnTo>
                  <a:lnTo>
                    <a:pt x="62" y="30"/>
                  </a:lnTo>
                  <a:lnTo>
                    <a:pt x="60" y="32"/>
                  </a:lnTo>
                  <a:lnTo>
                    <a:pt x="56" y="34"/>
                  </a:lnTo>
                  <a:lnTo>
                    <a:pt x="48" y="34"/>
                  </a:lnTo>
                  <a:lnTo>
                    <a:pt x="40" y="36"/>
                  </a:lnTo>
                  <a:lnTo>
                    <a:pt x="34" y="38"/>
                  </a:lnTo>
                  <a:lnTo>
                    <a:pt x="36" y="42"/>
                  </a:lnTo>
                  <a:lnTo>
                    <a:pt x="38" y="46"/>
                  </a:lnTo>
                  <a:lnTo>
                    <a:pt x="40" y="50"/>
                  </a:lnTo>
                  <a:lnTo>
                    <a:pt x="42" y="52"/>
                  </a:lnTo>
                  <a:lnTo>
                    <a:pt x="42" y="56"/>
                  </a:lnTo>
                  <a:lnTo>
                    <a:pt x="40" y="56"/>
                  </a:lnTo>
                  <a:lnTo>
                    <a:pt x="38" y="58"/>
                  </a:lnTo>
                  <a:lnTo>
                    <a:pt x="36" y="62"/>
                  </a:lnTo>
                  <a:lnTo>
                    <a:pt x="32" y="66"/>
                  </a:lnTo>
                  <a:lnTo>
                    <a:pt x="30" y="68"/>
                  </a:lnTo>
                  <a:lnTo>
                    <a:pt x="28" y="68"/>
                  </a:lnTo>
                  <a:lnTo>
                    <a:pt x="26" y="68"/>
                  </a:lnTo>
                  <a:lnTo>
                    <a:pt x="26" y="70"/>
                  </a:lnTo>
                  <a:lnTo>
                    <a:pt x="26" y="72"/>
                  </a:lnTo>
                  <a:lnTo>
                    <a:pt x="24" y="72"/>
                  </a:lnTo>
                  <a:lnTo>
                    <a:pt x="20" y="70"/>
                  </a:lnTo>
                  <a:lnTo>
                    <a:pt x="14" y="70"/>
                  </a:lnTo>
                  <a:lnTo>
                    <a:pt x="8" y="70"/>
                  </a:lnTo>
                  <a:lnTo>
                    <a:pt x="2" y="70"/>
                  </a:lnTo>
                  <a:lnTo>
                    <a:pt x="0" y="7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93" name="Freeform 255"/>
            <p:cNvSpPr>
              <a:spLocks/>
            </p:cNvSpPr>
            <p:nvPr/>
          </p:nvSpPr>
          <p:spPr bwMode="gray">
            <a:xfrm>
              <a:off x="1277" y="2662"/>
              <a:ext cx="22" cy="62"/>
            </a:xfrm>
            <a:custGeom>
              <a:avLst/>
              <a:gdLst>
                <a:gd name="T0" fmla="*/ 22 w 22"/>
                <a:gd name="T1" fmla="*/ 0 h 62"/>
                <a:gd name="T2" fmla="*/ 16 w 22"/>
                <a:gd name="T3" fmla="*/ 2 h 62"/>
                <a:gd name="T4" fmla="*/ 16 w 22"/>
                <a:gd name="T5" fmla="*/ 2 h 62"/>
                <a:gd name="T6" fmla="*/ 16 w 22"/>
                <a:gd name="T7" fmla="*/ 6 h 62"/>
                <a:gd name="T8" fmla="*/ 16 w 22"/>
                <a:gd name="T9" fmla="*/ 8 h 62"/>
                <a:gd name="T10" fmla="*/ 14 w 22"/>
                <a:gd name="T11" fmla="*/ 12 h 62"/>
                <a:gd name="T12" fmla="*/ 14 w 22"/>
                <a:gd name="T13" fmla="*/ 14 h 62"/>
                <a:gd name="T14" fmla="*/ 14 w 22"/>
                <a:gd name="T15" fmla="*/ 14 h 62"/>
                <a:gd name="T16" fmla="*/ 14 w 22"/>
                <a:gd name="T17" fmla="*/ 16 h 62"/>
                <a:gd name="T18" fmla="*/ 12 w 22"/>
                <a:gd name="T19" fmla="*/ 20 h 62"/>
                <a:gd name="T20" fmla="*/ 8 w 22"/>
                <a:gd name="T21" fmla="*/ 24 h 62"/>
                <a:gd name="T22" fmla="*/ 0 w 22"/>
                <a:gd name="T23" fmla="*/ 30 h 62"/>
                <a:gd name="T24" fmla="*/ 0 w 22"/>
                <a:gd name="T25" fmla="*/ 30 h 62"/>
                <a:gd name="T26" fmla="*/ 2 w 22"/>
                <a:gd name="T27" fmla="*/ 32 h 62"/>
                <a:gd name="T28" fmla="*/ 4 w 22"/>
                <a:gd name="T29" fmla="*/ 38 h 62"/>
                <a:gd name="T30" fmla="*/ 8 w 22"/>
                <a:gd name="T31" fmla="*/ 48 h 62"/>
                <a:gd name="T32" fmla="*/ 18 w 22"/>
                <a:gd name="T33" fmla="*/ 62 h 62"/>
                <a:gd name="T34" fmla="*/ 18 w 22"/>
                <a:gd name="T35" fmla="*/ 60 h 62"/>
                <a:gd name="T36" fmla="*/ 18 w 22"/>
                <a:gd name="T37" fmla="*/ 56 h 62"/>
                <a:gd name="T38" fmla="*/ 18 w 22"/>
                <a:gd name="T39" fmla="*/ 52 h 62"/>
                <a:gd name="T40" fmla="*/ 18 w 22"/>
                <a:gd name="T41" fmla="*/ 44 h 62"/>
                <a:gd name="T42" fmla="*/ 20 w 22"/>
                <a:gd name="T43" fmla="*/ 40 h 62"/>
                <a:gd name="T44" fmla="*/ 20 w 22"/>
                <a:gd name="T45" fmla="*/ 34 h 62"/>
                <a:gd name="T46" fmla="*/ 22 w 22"/>
                <a:gd name="T47" fmla="*/ 32 h 62"/>
                <a:gd name="T48" fmla="*/ 22 w 22"/>
                <a:gd name="T49" fmla="*/ 26 h 62"/>
                <a:gd name="T50" fmla="*/ 22 w 22"/>
                <a:gd name="T51" fmla="*/ 14 h 62"/>
                <a:gd name="T52" fmla="*/ 22 w 22"/>
                <a:gd name="T53" fmla="*/ 0 h 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2"/>
                <a:gd name="T82" fmla="*/ 0 h 62"/>
                <a:gd name="T83" fmla="*/ 22 w 22"/>
                <a:gd name="T84" fmla="*/ 62 h 62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2" h="62">
                  <a:moveTo>
                    <a:pt x="22" y="0"/>
                  </a:moveTo>
                  <a:lnTo>
                    <a:pt x="16" y="2"/>
                  </a:lnTo>
                  <a:lnTo>
                    <a:pt x="16" y="6"/>
                  </a:lnTo>
                  <a:lnTo>
                    <a:pt x="16" y="8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14" y="16"/>
                  </a:lnTo>
                  <a:lnTo>
                    <a:pt x="12" y="20"/>
                  </a:lnTo>
                  <a:lnTo>
                    <a:pt x="8" y="24"/>
                  </a:lnTo>
                  <a:lnTo>
                    <a:pt x="0" y="30"/>
                  </a:lnTo>
                  <a:lnTo>
                    <a:pt x="2" y="32"/>
                  </a:lnTo>
                  <a:lnTo>
                    <a:pt x="4" y="38"/>
                  </a:lnTo>
                  <a:lnTo>
                    <a:pt x="8" y="48"/>
                  </a:lnTo>
                  <a:lnTo>
                    <a:pt x="18" y="62"/>
                  </a:lnTo>
                  <a:lnTo>
                    <a:pt x="18" y="60"/>
                  </a:lnTo>
                  <a:lnTo>
                    <a:pt x="18" y="56"/>
                  </a:lnTo>
                  <a:lnTo>
                    <a:pt x="18" y="52"/>
                  </a:lnTo>
                  <a:lnTo>
                    <a:pt x="18" y="44"/>
                  </a:lnTo>
                  <a:lnTo>
                    <a:pt x="20" y="40"/>
                  </a:lnTo>
                  <a:lnTo>
                    <a:pt x="20" y="34"/>
                  </a:lnTo>
                  <a:lnTo>
                    <a:pt x="22" y="32"/>
                  </a:lnTo>
                  <a:lnTo>
                    <a:pt x="22" y="26"/>
                  </a:lnTo>
                  <a:lnTo>
                    <a:pt x="22" y="14"/>
                  </a:lnTo>
                  <a:lnTo>
                    <a:pt x="22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94" name="Freeform 256"/>
            <p:cNvSpPr>
              <a:spLocks/>
            </p:cNvSpPr>
            <p:nvPr/>
          </p:nvSpPr>
          <p:spPr bwMode="gray">
            <a:xfrm>
              <a:off x="1299" y="2594"/>
              <a:ext cx="80" cy="76"/>
            </a:xfrm>
            <a:custGeom>
              <a:avLst/>
              <a:gdLst>
                <a:gd name="T0" fmla="*/ 70 w 80"/>
                <a:gd name="T1" fmla="*/ 4 h 76"/>
                <a:gd name="T2" fmla="*/ 64 w 80"/>
                <a:gd name="T3" fmla="*/ 6 h 76"/>
                <a:gd name="T4" fmla="*/ 60 w 80"/>
                <a:gd name="T5" fmla="*/ 6 h 76"/>
                <a:gd name="T6" fmla="*/ 56 w 80"/>
                <a:gd name="T7" fmla="*/ 10 h 76"/>
                <a:gd name="T8" fmla="*/ 54 w 80"/>
                <a:gd name="T9" fmla="*/ 12 h 76"/>
                <a:gd name="T10" fmla="*/ 44 w 80"/>
                <a:gd name="T11" fmla="*/ 16 h 76"/>
                <a:gd name="T12" fmla="*/ 32 w 80"/>
                <a:gd name="T13" fmla="*/ 16 h 76"/>
                <a:gd name="T14" fmla="*/ 24 w 80"/>
                <a:gd name="T15" fmla="*/ 14 h 76"/>
                <a:gd name="T16" fmla="*/ 20 w 80"/>
                <a:gd name="T17" fmla="*/ 12 h 76"/>
                <a:gd name="T18" fmla="*/ 16 w 80"/>
                <a:gd name="T19" fmla="*/ 14 h 76"/>
                <a:gd name="T20" fmla="*/ 16 w 80"/>
                <a:gd name="T21" fmla="*/ 16 h 76"/>
                <a:gd name="T22" fmla="*/ 10 w 80"/>
                <a:gd name="T23" fmla="*/ 24 h 76"/>
                <a:gd name="T24" fmla="*/ 8 w 80"/>
                <a:gd name="T25" fmla="*/ 24 h 76"/>
                <a:gd name="T26" fmla="*/ 6 w 80"/>
                <a:gd name="T27" fmla="*/ 24 h 76"/>
                <a:gd name="T28" fmla="*/ 4 w 80"/>
                <a:gd name="T29" fmla="*/ 24 h 76"/>
                <a:gd name="T30" fmla="*/ 6 w 80"/>
                <a:gd name="T31" fmla="*/ 26 h 76"/>
                <a:gd name="T32" fmla="*/ 6 w 80"/>
                <a:gd name="T33" fmla="*/ 30 h 76"/>
                <a:gd name="T34" fmla="*/ 4 w 80"/>
                <a:gd name="T35" fmla="*/ 34 h 76"/>
                <a:gd name="T36" fmla="*/ 4 w 80"/>
                <a:gd name="T37" fmla="*/ 36 h 76"/>
                <a:gd name="T38" fmla="*/ 2 w 80"/>
                <a:gd name="T39" fmla="*/ 42 h 76"/>
                <a:gd name="T40" fmla="*/ 4 w 80"/>
                <a:gd name="T41" fmla="*/ 42 h 76"/>
                <a:gd name="T42" fmla="*/ 8 w 80"/>
                <a:gd name="T43" fmla="*/ 42 h 76"/>
                <a:gd name="T44" fmla="*/ 12 w 80"/>
                <a:gd name="T45" fmla="*/ 44 h 76"/>
                <a:gd name="T46" fmla="*/ 8 w 80"/>
                <a:gd name="T47" fmla="*/ 50 h 76"/>
                <a:gd name="T48" fmla="*/ 8 w 80"/>
                <a:gd name="T49" fmla="*/ 54 h 76"/>
                <a:gd name="T50" fmla="*/ 6 w 80"/>
                <a:gd name="T51" fmla="*/ 58 h 76"/>
                <a:gd name="T52" fmla="*/ 4 w 80"/>
                <a:gd name="T53" fmla="*/ 62 h 76"/>
                <a:gd name="T54" fmla="*/ 4 w 80"/>
                <a:gd name="T55" fmla="*/ 62 h 76"/>
                <a:gd name="T56" fmla="*/ 2 w 80"/>
                <a:gd name="T57" fmla="*/ 66 h 76"/>
                <a:gd name="T58" fmla="*/ 0 w 80"/>
                <a:gd name="T59" fmla="*/ 68 h 76"/>
                <a:gd name="T60" fmla="*/ 4 w 80"/>
                <a:gd name="T61" fmla="*/ 70 h 76"/>
                <a:gd name="T62" fmla="*/ 4 w 80"/>
                <a:gd name="T63" fmla="*/ 72 h 76"/>
                <a:gd name="T64" fmla="*/ 8 w 80"/>
                <a:gd name="T65" fmla="*/ 76 h 76"/>
                <a:gd name="T66" fmla="*/ 16 w 80"/>
                <a:gd name="T67" fmla="*/ 76 h 76"/>
                <a:gd name="T68" fmla="*/ 66 w 80"/>
                <a:gd name="T69" fmla="*/ 38 h 76"/>
                <a:gd name="T70" fmla="*/ 66 w 80"/>
                <a:gd name="T71" fmla="*/ 34 h 76"/>
                <a:gd name="T72" fmla="*/ 66 w 80"/>
                <a:gd name="T73" fmla="*/ 30 h 76"/>
                <a:gd name="T74" fmla="*/ 66 w 80"/>
                <a:gd name="T75" fmla="*/ 26 h 76"/>
                <a:gd name="T76" fmla="*/ 66 w 80"/>
                <a:gd name="T77" fmla="*/ 22 h 76"/>
                <a:gd name="T78" fmla="*/ 70 w 80"/>
                <a:gd name="T79" fmla="*/ 20 h 76"/>
                <a:gd name="T80" fmla="*/ 72 w 80"/>
                <a:gd name="T81" fmla="*/ 14 h 76"/>
                <a:gd name="T82" fmla="*/ 74 w 80"/>
                <a:gd name="T83" fmla="*/ 12 h 76"/>
                <a:gd name="T84" fmla="*/ 78 w 80"/>
                <a:gd name="T85" fmla="*/ 4 h 76"/>
                <a:gd name="T86" fmla="*/ 80 w 80"/>
                <a:gd name="T87" fmla="*/ 0 h 7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80"/>
                <a:gd name="T133" fmla="*/ 0 h 76"/>
                <a:gd name="T134" fmla="*/ 80 w 80"/>
                <a:gd name="T135" fmla="*/ 76 h 7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80" h="76">
                  <a:moveTo>
                    <a:pt x="72" y="2"/>
                  </a:moveTo>
                  <a:lnTo>
                    <a:pt x="70" y="4"/>
                  </a:lnTo>
                  <a:lnTo>
                    <a:pt x="66" y="6"/>
                  </a:lnTo>
                  <a:lnTo>
                    <a:pt x="64" y="6"/>
                  </a:lnTo>
                  <a:lnTo>
                    <a:pt x="62" y="6"/>
                  </a:lnTo>
                  <a:lnTo>
                    <a:pt x="60" y="6"/>
                  </a:lnTo>
                  <a:lnTo>
                    <a:pt x="58" y="8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0" y="14"/>
                  </a:lnTo>
                  <a:lnTo>
                    <a:pt x="44" y="16"/>
                  </a:lnTo>
                  <a:lnTo>
                    <a:pt x="38" y="16"/>
                  </a:lnTo>
                  <a:lnTo>
                    <a:pt x="32" y="16"/>
                  </a:lnTo>
                  <a:lnTo>
                    <a:pt x="28" y="16"/>
                  </a:lnTo>
                  <a:lnTo>
                    <a:pt x="24" y="14"/>
                  </a:lnTo>
                  <a:lnTo>
                    <a:pt x="20" y="12"/>
                  </a:lnTo>
                  <a:lnTo>
                    <a:pt x="18" y="12"/>
                  </a:lnTo>
                  <a:lnTo>
                    <a:pt x="16" y="14"/>
                  </a:lnTo>
                  <a:lnTo>
                    <a:pt x="16" y="16"/>
                  </a:lnTo>
                  <a:lnTo>
                    <a:pt x="12" y="20"/>
                  </a:lnTo>
                  <a:lnTo>
                    <a:pt x="10" y="24"/>
                  </a:lnTo>
                  <a:lnTo>
                    <a:pt x="8" y="24"/>
                  </a:lnTo>
                  <a:lnTo>
                    <a:pt x="6" y="24"/>
                  </a:lnTo>
                  <a:lnTo>
                    <a:pt x="4" y="22"/>
                  </a:lnTo>
                  <a:lnTo>
                    <a:pt x="4" y="24"/>
                  </a:lnTo>
                  <a:lnTo>
                    <a:pt x="6" y="26"/>
                  </a:lnTo>
                  <a:lnTo>
                    <a:pt x="6" y="28"/>
                  </a:lnTo>
                  <a:lnTo>
                    <a:pt x="6" y="30"/>
                  </a:lnTo>
                  <a:lnTo>
                    <a:pt x="6" y="32"/>
                  </a:lnTo>
                  <a:lnTo>
                    <a:pt x="4" y="34"/>
                  </a:lnTo>
                  <a:lnTo>
                    <a:pt x="4" y="36"/>
                  </a:lnTo>
                  <a:lnTo>
                    <a:pt x="4" y="38"/>
                  </a:lnTo>
                  <a:lnTo>
                    <a:pt x="2" y="42"/>
                  </a:lnTo>
                  <a:lnTo>
                    <a:pt x="4" y="42"/>
                  </a:lnTo>
                  <a:lnTo>
                    <a:pt x="6" y="42"/>
                  </a:lnTo>
                  <a:lnTo>
                    <a:pt x="8" y="42"/>
                  </a:lnTo>
                  <a:lnTo>
                    <a:pt x="10" y="42"/>
                  </a:lnTo>
                  <a:lnTo>
                    <a:pt x="12" y="44"/>
                  </a:lnTo>
                  <a:lnTo>
                    <a:pt x="12" y="46"/>
                  </a:lnTo>
                  <a:lnTo>
                    <a:pt x="8" y="50"/>
                  </a:lnTo>
                  <a:lnTo>
                    <a:pt x="8" y="52"/>
                  </a:lnTo>
                  <a:lnTo>
                    <a:pt x="8" y="54"/>
                  </a:lnTo>
                  <a:lnTo>
                    <a:pt x="8" y="56"/>
                  </a:lnTo>
                  <a:lnTo>
                    <a:pt x="6" y="58"/>
                  </a:lnTo>
                  <a:lnTo>
                    <a:pt x="6" y="60"/>
                  </a:lnTo>
                  <a:lnTo>
                    <a:pt x="4" y="62"/>
                  </a:lnTo>
                  <a:lnTo>
                    <a:pt x="4" y="64"/>
                  </a:lnTo>
                  <a:lnTo>
                    <a:pt x="2" y="66"/>
                  </a:lnTo>
                  <a:lnTo>
                    <a:pt x="0" y="68"/>
                  </a:lnTo>
                  <a:lnTo>
                    <a:pt x="2" y="70"/>
                  </a:lnTo>
                  <a:lnTo>
                    <a:pt x="4" y="70"/>
                  </a:lnTo>
                  <a:lnTo>
                    <a:pt x="4" y="72"/>
                  </a:lnTo>
                  <a:lnTo>
                    <a:pt x="6" y="74"/>
                  </a:lnTo>
                  <a:lnTo>
                    <a:pt x="8" y="76"/>
                  </a:lnTo>
                  <a:lnTo>
                    <a:pt x="12" y="76"/>
                  </a:lnTo>
                  <a:lnTo>
                    <a:pt x="16" y="76"/>
                  </a:lnTo>
                  <a:lnTo>
                    <a:pt x="22" y="74"/>
                  </a:lnTo>
                  <a:lnTo>
                    <a:pt x="66" y="38"/>
                  </a:lnTo>
                  <a:lnTo>
                    <a:pt x="66" y="36"/>
                  </a:lnTo>
                  <a:lnTo>
                    <a:pt x="66" y="34"/>
                  </a:lnTo>
                  <a:lnTo>
                    <a:pt x="66" y="32"/>
                  </a:lnTo>
                  <a:lnTo>
                    <a:pt x="66" y="30"/>
                  </a:lnTo>
                  <a:lnTo>
                    <a:pt x="66" y="28"/>
                  </a:lnTo>
                  <a:lnTo>
                    <a:pt x="66" y="26"/>
                  </a:lnTo>
                  <a:lnTo>
                    <a:pt x="66" y="24"/>
                  </a:lnTo>
                  <a:lnTo>
                    <a:pt x="66" y="22"/>
                  </a:lnTo>
                  <a:lnTo>
                    <a:pt x="68" y="22"/>
                  </a:lnTo>
                  <a:lnTo>
                    <a:pt x="70" y="20"/>
                  </a:lnTo>
                  <a:lnTo>
                    <a:pt x="72" y="18"/>
                  </a:lnTo>
                  <a:lnTo>
                    <a:pt x="72" y="14"/>
                  </a:lnTo>
                  <a:lnTo>
                    <a:pt x="74" y="14"/>
                  </a:lnTo>
                  <a:lnTo>
                    <a:pt x="74" y="12"/>
                  </a:lnTo>
                  <a:lnTo>
                    <a:pt x="76" y="8"/>
                  </a:lnTo>
                  <a:lnTo>
                    <a:pt x="78" y="4"/>
                  </a:lnTo>
                  <a:lnTo>
                    <a:pt x="78" y="2"/>
                  </a:lnTo>
                  <a:lnTo>
                    <a:pt x="80" y="0"/>
                  </a:lnTo>
                  <a:lnTo>
                    <a:pt x="72" y="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95" name="Freeform 257"/>
            <p:cNvSpPr>
              <a:spLocks/>
            </p:cNvSpPr>
            <p:nvPr/>
          </p:nvSpPr>
          <p:spPr bwMode="gray">
            <a:xfrm>
              <a:off x="1403" y="2548"/>
              <a:ext cx="234" cy="248"/>
            </a:xfrm>
            <a:custGeom>
              <a:avLst/>
              <a:gdLst>
                <a:gd name="T0" fmla="*/ 18 w 234"/>
                <a:gd name="T1" fmla="*/ 42 h 248"/>
                <a:gd name="T2" fmla="*/ 20 w 234"/>
                <a:gd name="T3" fmla="*/ 48 h 248"/>
                <a:gd name="T4" fmla="*/ 16 w 234"/>
                <a:gd name="T5" fmla="*/ 52 h 248"/>
                <a:gd name="T6" fmla="*/ 20 w 234"/>
                <a:gd name="T7" fmla="*/ 56 h 248"/>
                <a:gd name="T8" fmla="*/ 24 w 234"/>
                <a:gd name="T9" fmla="*/ 62 h 248"/>
                <a:gd name="T10" fmla="*/ 32 w 234"/>
                <a:gd name="T11" fmla="*/ 70 h 248"/>
                <a:gd name="T12" fmla="*/ 34 w 234"/>
                <a:gd name="T13" fmla="*/ 76 h 248"/>
                <a:gd name="T14" fmla="*/ 28 w 234"/>
                <a:gd name="T15" fmla="*/ 90 h 248"/>
                <a:gd name="T16" fmla="*/ 28 w 234"/>
                <a:gd name="T17" fmla="*/ 102 h 248"/>
                <a:gd name="T18" fmla="*/ 32 w 234"/>
                <a:gd name="T19" fmla="*/ 110 h 248"/>
                <a:gd name="T20" fmla="*/ 40 w 234"/>
                <a:gd name="T21" fmla="*/ 122 h 248"/>
                <a:gd name="T22" fmla="*/ 42 w 234"/>
                <a:gd name="T23" fmla="*/ 128 h 248"/>
                <a:gd name="T24" fmla="*/ 44 w 234"/>
                <a:gd name="T25" fmla="*/ 134 h 248"/>
                <a:gd name="T26" fmla="*/ 48 w 234"/>
                <a:gd name="T27" fmla="*/ 140 h 248"/>
                <a:gd name="T28" fmla="*/ 50 w 234"/>
                <a:gd name="T29" fmla="*/ 146 h 248"/>
                <a:gd name="T30" fmla="*/ 50 w 234"/>
                <a:gd name="T31" fmla="*/ 162 h 248"/>
                <a:gd name="T32" fmla="*/ 78 w 234"/>
                <a:gd name="T33" fmla="*/ 162 h 248"/>
                <a:gd name="T34" fmla="*/ 88 w 234"/>
                <a:gd name="T35" fmla="*/ 174 h 248"/>
                <a:gd name="T36" fmla="*/ 114 w 234"/>
                <a:gd name="T37" fmla="*/ 204 h 248"/>
                <a:gd name="T38" fmla="*/ 128 w 234"/>
                <a:gd name="T39" fmla="*/ 208 h 248"/>
                <a:gd name="T40" fmla="*/ 142 w 234"/>
                <a:gd name="T41" fmla="*/ 210 h 248"/>
                <a:gd name="T42" fmla="*/ 152 w 234"/>
                <a:gd name="T43" fmla="*/ 210 h 248"/>
                <a:gd name="T44" fmla="*/ 168 w 234"/>
                <a:gd name="T45" fmla="*/ 226 h 248"/>
                <a:gd name="T46" fmla="*/ 178 w 234"/>
                <a:gd name="T47" fmla="*/ 232 h 248"/>
                <a:gd name="T48" fmla="*/ 188 w 234"/>
                <a:gd name="T49" fmla="*/ 228 h 248"/>
                <a:gd name="T50" fmla="*/ 198 w 234"/>
                <a:gd name="T51" fmla="*/ 232 h 248"/>
                <a:gd name="T52" fmla="*/ 208 w 234"/>
                <a:gd name="T53" fmla="*/ 248 h 248"/>
                <a:gd name="T54" fmla="*/ 222 w 234"/>
                <a:gd name="T55" fmla="*/ 236 h 248"/>
                <a:gd name="T56" fmla="*/ 222 w 234"/>
                <a:gd name="T57" fmla="*/ 224 h 248"/>
                <a:gd name="T58" fmla="*/ 224 w 234"/>
                <a:gd name="T59" fmla="*/ 214 h 248"/>
                <a:gd name="T60" fmla="*/ 232 w 234"/>
                <a:gd name="T61" fmla="*/ 206 h 248"/>
                <a:gd name="T62" fmla="*/ 232 w 234"/>
                <a:gd name="T63" fmla="*/ 198 h 248"/>
                <a:gd name="T64" fmla="*/ 218 w 234"/>
                <a:gd name="T65" fmla="*/ 172 h 248"/>
                <a:gd name="T66" fmla="*/ 216 w 234"/>
                <a:gd name="T67" fmla="*/ 104 h 248"/>
                <a:gd name="T68" fmla="*/ 212 w 234"/>
                <a:gd name="T69" fmla="*/ 70 h 248"/>
                <a:gd name="T70" fmla="*/ 184 w 234"/>
                <a:gd name="T71" fmla="*/ 52 h 248"/>
                <a:gd name="T72" fmla="*/ 176 w 234"/>
                <a:gd name="T73" fmla="*/ 48 h 248"/>
                <a:gd name="T74" fmla="*/ 160 w 234"/>
                <a:gd name="T75" fmla="*/ 44 h 248"/>
                <a:gd name="T76" fmla="*/ 126 w 234"/>
                <a:gd name="T77" fmla="*/ 54 h 248"/>
                <a:gd name="T78" fmla="*/ 122 w 234"/>
                <a:gd name="T79" fmla="*/ 56 h 248"/>
                <a:gd name="T80" fmla="*/ 102 w 234"/>
                <a:gd name="T81" fmla="*/ 58 h 248"/>
                <a:gd name="T82" fmla="*/ 98 w 234"/>
                <a:gd name="T83" fmla="*/ 60 h 248"/>
                <a:gd name="T84" fmla="*/ 82 w 234"/>
                <a:gd name="T85" fmla="*/ 50 h 248"/>
                <a:gd name="T86" fmla="*/ 62 w 234"/>
                <a:gd name="T87" fmla="*/ 12 h 248"/>
                <a:gd name="T88" fmla="*/ 56 w 234"/>
                <a:gd name="T89" fmla="*/ 6 h 248"/>
                <a:gd name="T90" fmla="*/ 38 w 234"/>
                <a:gd name="T91" fmla="*/ 16 h 248"/>
                <a:gd name="T92" fmla="*/ 30 w 234"/>
                <a:gd name="T93" fmla="*/ 18 h 248"/>
                <a:gd name="T94" fmla="*/ 0 w 234"/>
                <a:gd name="T95" fmla="*/ 10 h 248"/>
                <a:gd name="T96" fmla="*/ 4 w 234"/>
                <a:gd name="T97" fmla="*/ 16 h 248"/>
                <a:gd name="T98" fmla="*/ 8 w 234"/>
                <a:gd name="T99" fmla="*/ 26 h 248"/>
                <a:gd name="T100" fmla="*/ 12 w 234"/>
                <a:gd name="T101" fmla="*/ 40 h 24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234"/>
                <a:gd name="T154" fmla="*/ 0 h 248"/>
                <a:gd name="T155" fmla="*/ 234 w 234"/>
                <a:gd name="T156" fmla="*/ 248 h 24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234" h="248">
                  <a:moveTo>
                    <a:pt x="14" y="42"/>
                  </a:moveTo>
                  <a:lnTo>
                    <a:pt x="16" y="42"/>
                  </a:lnTo>
                  <a:lnTo>
                    <a:pt x="18" y="42"/>
                  </a:lnTo>
                  <a:lnTo>
                    <a:pt x="18" y="46"/>
                  </a:lnTo>
                  <a:lnTo>
                    <a:pt x="20" y="48"/>
                  </a:lnTo>
                  <a:lnTo>
                    <a:pt x="18" y="48"/>
                  </a:lnTo>
                  <a:lnTo>
                    <a:pt x="18" y="50"/>
                  </a:lnTo>
                  <a:lnTo>
                    <a:pt x="16" y="52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20" y="56"/>
                  </a:lnTo>
                  <a:lnTo>
                    <a:pt x="22" y="58"/>
                  </a:lnTo>
                  <a:lnTo>
                    <a:pt x="24" y="60"/>
                  </a:lnTo>
                  <a:lnTo>
                    <a:pt x="24" y="62"/>
                  </a:lnTo>
                  <a:lnTo>
                    <a:pt x="26" y="64"/>
                  </a:lnTo>
                  <a:lnTo>
                    <a:pt x="30" y="66"/>
                  </a:lnTo>
                  <a:lnTo>
                    <a:pt x="32" y="70"/>
                  </a:lnTo>
                  <a:lnTo>
                    <a:pt x="34" y="72"/>
                  </a:lnTo>
                  <a:lnTo>
                    <a:pt x="34" y="76"/>
                  </a:lnTo>
                  <a:lnTo>
                    <a:pt x="32" y="80"/>
                  </a:lnTo>
                  <a:lnTo>
                    <a:pt x="30" y="84"/>
                  </a:lnTo>
                  <a:lnTo>
                    <a:pt x="28" y="90"/>
                  </a:lnTo>
                  <a:lnTo>
                    <a:pt x="28" y="94"/>
                  </a:lnTo>
                  <a:lnTo>
                    <a:pt x="26" y="98"/>
                  </a:lnTo>
                  <a:lnTo>
                    <a:pt x="28" y="102"/>
                  </a:lnTo>
                  <a:lnTo>
                    <a:pt x="30" y="106"/>
                  </a:lnTo>
                  <a:lnTo>
                    <a:pt x="32" y="110"/>
                  </a:lnTo>
                  <a:lnTo>
                    <a:pt x="34" y="114"/>
                  </a:lnTo>
                  <a:lnTo>
                    <a:pt x="36" y="120"/>
                  </a:lnTo>
                  <a:lnTo>
                    <a:pt x="40" y="122"/>
                  </a:lnTo>
                  <a:lnTo>
                    <a:pt x="42" y="124"/>
                  </a:lnTo>
                  <a:lnTo>
                    <a:pt x="42" y="126"/>
                  </a:lnTo>
                  <a:lnTo>
                    <a:pt x="42" y="128"/>
                  </a:lnTo>
                  <a:lnTo>
                    <a:pt x="42" y="130"/>
                  </a:lnTo>
                  <a:lnTo>
                    <a:pt x="44" y="134"/>
                  </a:lnTo>
                  <a:lnTo>
                    <a:pt x="44" y="136"/>
                  </a:lnTo>
                  <a:lnTo>
                    <a:pt x="46" y="138"/>
                  </a:lnTo>
                  <a:lnTo>
                    <a:pt x="48" y="140"/>
                  </a:lnTo>
                  <a:lnTo>
                    <a:pt x="50" y="142"/>
                  </a:lnTo>
                  <a:lnTo>
                    <a:pt x="50" y="144"/>
                  </a:lnTo>
                  <a:lnTo>
                    <a:pt x="50" y="146"/>
                  </a:lnTo>
                  <a:lnTo>
                    <a:pt x="52" y="150"/>
                  </a:lnTo>
                  <a:lnTo>
                    <a:pt x="52" y="152"/>
                  </a:lnTo>
                  <a:lnTo>
                    <a:pt x="50" y="162"/>
                  </a:lnTo>
                  <a:lnTo>
                    <a:pt x="64" y="164"/>
                  </a:lnTo>
                  <a:lnTo>
                    <a:pt x="78" y="162"/>
                  </a:lnTo>
                  <a:lnTo>
                    <a:pt x="80" y="164"/>
                  </a:lnTo>
                  <a:lnTo>
                    <a:pt x="84" y="168"/>
                  </a:lnTo>
                  <a:lnTo>
                    <a:pt x="88" y="174"/>
                  </a:lnTo>
                  <a:lnTo>
                    <a:pt x="94" y="182"/>
                  </a:lnTo>
                  <a:lnTo>
                    <a:pt x="114" y="202"/>
                  </a:lnTo>
                  <a:lnTo>
                    <a:pt x="114" y="204"/>
                  </a:lnTo>
                  <a:lnTo>
                    <a:pt x="118" y="204"/>
                  </a:lnTo>
                  <a:lnTo>
                    <a:pt x="122" y="206"/>
                  </a:lnTo>
                  <a:lnTo>
                    <a:pt x="128" y="208"/>
                  </a:lnTo>
                  <a:lnTo>
                    <a:pt x="132" y="208"/>
                  </a:lnTo>
                  <a:lnTo>
                    <a:pt x="136" y="210"/>
                  </a:lnTo>
                  <a:lnTo>
                    <a:pt x="142" y="210"/>
                  </a:lnTo>
                  <a:lnTo>
                    <a:pt x="148" y="210"/>
                  </a:lnTo>
                  <a:lnTo>
                    <a:pt x="150" y="210"/>
                  </a:lnTo>
                  <a:lnTo>
                    <a:pt x="152" y="210"/>
                  </a:lnTo>
                  <a:lnTo>
                    <a:pt x="160" y="206"/>
                  </a:lnTo>
                  <a:lnTo>
                    <a:pt x="166" y="214"/>
                  </a:lnTo>
                  <a:lnTo>
                    <a:pt x="168" y="226"/>
                  </a:lnTo>
                  <a:lnTo>
                    <a:pt x="176" y="234"/>
                  </a:lnTo>
                  <a:lnTo>
                    <a:pt x="176" y="232"/>
                  </a:lnTo>
                  <a:lnTo>
                    <a:pt x="178" y="232"/>
                  </a:lnTo>
                  <a:lnTo>
                    <a:pt x="180" y="230"/>
                  </a:lnTo>
                  <a:lnTo>
                    <a:pt x="184" y="230"/>
                  </a:lnTo>
                  <a:lnTo>
                    <a:pt x="188" y="228"/>
                  </a:lnTo>
                  <a:lnTo>
                    <a:pt x="190" y="228"/>
                  </a:lnTo>
                  <a:lnTo>
                    <a:pt x="194" y="230"/>
                  </a:lnTo>
                  <a:lnTo>
                    <a:pt x="198" y="232"/>
                  </a:lnTo>
                  <a:lnTo>
                    <a:pt x="200" y="234"/>
                  </a:lnTo>
                  <a:lnTo>
                    <a:pt x="200" y="240"/>
                  </a:lnTo>
                  <a:lnTo>
                    <a:pt x="208" y="248"/>
                  </a:lnTo>
                  <a:lnTo>
                    <a:pt x="224" y="240"/>
                  </a:lnTo>
                  <a:lnTo>
                    <a:pt x="224" y="238"/>
                  </a:lnTo>
                  <a:lnTo>
                    <a:pt x="222" y="236"/>
                  </a:lnTo>
                  <a:lnTo>
                    <a:pt x="222" y="230"/>
                  </a:lnTo>
                  <a:lnTo>
                    <a:pt x="222" y="226"/>
                  </a:lnTo>
                  <a:lnTo>
                    <a:pt x="222" y="224"/>
                  </a:lnTo>
                  <a:lnTo>
                    <a:pt x="222" y="222"/>
                  </a:lnTo>
                  <a:lnTo>
                    <a:pt x="222" y="218"/>
                  </a:lnTo>
                  <a:lnTo>
                    <a:pt x="224" y="214"/>
                  </a:lnTo>
                  <a:lnTo>
                    <a:pt x="228" y="210"/>
                  </a:lnTo>
                  <a:lnTo>
                    <a:pt x="232" y="208"/>
                  </a:lnTo>
                  <a:lnTo>
                    <a:pt x="232" y="206"/>
                  </a:lnTo>
                  <a:lnTo>
                    <a:pt x="232" y="204"/>
                  </a:lnTo>
                  <a:lnTo>
                    <a:pt x="234" y="202"/>
                  </a:lnTo>
                  <a:lnTo>
                    <a:pt x="232" y="198"/>
                  </a:lnTo>
                  <a:lnTo>
                    <a:pt x="232" y="196"/>
                  </a:lnTo>
                  <a:lnTo>
                    <a:pt x="230" y="194"/>
                  </a:lnTo>
                  <a:lnTo>
                    <a:pt x="218" y="172"/>
                  </a:lnTo>
                  <a:lnTo>
                    <a:pt x="206" y="152"/>
                  </a:lnTo>
                  <a:lnTo>
                    <a:pt x="206" y="120"/>
                  </a:lnTo>
                  <a:lnTo>
                    <a:pt x="216" y="104"/>
                  </a:lnTo>
                  <a:lnTo>
                    <a:pt x="218" y="80"/>
                  </a:lnTo>
                  <a:lnTo>
                    <a:pt x="216" y="76"/>
                  </a:lnTo>
                  <a:lnTo>
                    <a:pt x="212" y="70"/>
                  </a:lnTo>
                  <a:lnTo>
                    <a:pt x="206" y="62"/>
                  </a:lnTo>
                  <a:lnTo>
                    <a:pt x="196" y="54"/>
                  </a:lnTo>
                  <a:lnTo>
                    <a:pt x="184" y="52"/>
                  </a:lnTo>
                  <a:lnTo>
                    <a:pt x="182" y="50"/>
                  </a:lnTo>
                  <a:lnTo>
                    <a:pt x="180" y="50"/>
                  </a:lnTo>
                  <a:lnTo>
                    <a:pt x="176" y="48"/>
                  </a:lnTo>
                  <a:lnTo>
                    <a:pt x="172" y="48"/>
                  </a:lnTo>
                  <a:lnTo>
                    <a:pt x="170" y="46"/>
                  </a:lnTo>
                  <a:lnTo>
                    <a:pt x="160" y="44"/>
                  </a:lnTo>
                  <a:lnTo>
                    <a:pt x="144" y="44"/>
                  </a:lnTo>
                  <a:lnTo>
                    <a:pt x="126" y="54"/>
                  </a:lnTo>
                  <a:lnTo>
                    <a:pt x="124" y="56"/>
                  </a:lnTo>
                  <a:lnTo>
                    <a:pt x="122" y="56"/>
                  </a:lnTo>
                  <a:lnTo>
                    <a:pt x="118" y="58"/>
                  </a:lnTo>
                  <a:lnTo>
                    <a:pt x="112" y="58"/>
                  </a:lnTo>
                  <a:lnTo>
                    <a:pt x="102" y="58"/>
                  </a:lnTo>
                  <a:lnTo>
                    <a:pt x="100" y="60"/>
                  </a:lnTo>
                  <a:lnTo>
                    <a:pt x="98" y="60"/>
                  </a:lnTo>
                  <a:lnTo>
                    <a:pt x="96" y="58"/>
                  </a:lnTo>
                  <a:lnTo>
                    <a:pt x="90" y="56"/>
                  </a:lnTo>
                  <a:lnTo>
                    <a:pt x="82" y="50"/>
                  </a:lnTo>
                  <a:lnTo>
                    <a:pt x="76" y="40"/>
                  </a:lnTo>
                  <a:lnTo>
                    <a:pt x="72" y="26"/>
                  </a:lnTo>
                  <a:lnTo>
                    <a:pt x="62" y="12"/>
                  </a:lnTo>
                  <a:lnTo>
                    <a:pt x="60" y="10"/>
                  </a:lnTo>
                  <a:lnTo>
                    <a:pt x="56" y="6"/>
                  </a:lnTo>
                  <a:lnTo>
                    <a:pt x="54" y="4"/>
                  </a:lnTo>
                  <a:lnTo>
                    <a:pt x="52" y="0"/>
                  </a:lnTo>
                  <a:lnTo>
                    <a:pt x="38" y="16"/>
                  </a:lnTo>
                  <a:lnTo>
                    <a:pt x="36" y="16"/>
                  </a:lnTo>
                  <a:lnTo>
                    <a:pt x="34" y="18"/>
                  </a:lnTo>
                  <a:lnTo>
                    <a:pt x="30" y="18"/>
                  </a:lnTo>
                  <a:lnTo>
                    <a:pt x="26" y="18"/>
                  </a:lnTo>
                  <a:lnTo>
                    <a:pt x="22" y="14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2" y="14"/>
                  </a:lnTo>
                  <a:lnTo>
                    <a:pt x="4" y="16"/>
                  </a:lnTo>
                  <a:lnTo>
                    <a:pt x="4" y="20"/>
                  </a:lnTo>
                  <a:lnTo>
                    <a:pt x="6" y="24"/>
                  </a:lnTo>
                  <a:lnTo>
                    <a:pt x="8" y="26"/>
                  </a:lnTo>
                  <a:lnTo>
                    <a:pt x="12" y="38"/>
                  </a:lnTo>
                  <a:lnTo>
                    <a:pt x="12" y="40"/>
                  </a:lnTo>
                  <a:lnTo>
                    <a:pt x="10" y="42"/>
                  </a:lnTo>
                  <a:lnTo>
                    <a:pt x="14" y="4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96" name="Freeform 258"/>
            <p:cNvSpPr>
              <a:spLocks/>
            </p:cNvSpPr>
            <p:nvPr/>
          </p:nvSpPr>
          <p:spPr bwMode="gray">
            <a:xfrm>
              <a:off x="987" y="3172"/>
              <a:ext cx="28" cy="22"/>
            </a:xfrm>
            <a:custGeom>
              <a:avLst/>
              <a:gdLst>
                <a:gd name="T0" fmla="*/ 2 w 28"/>
                <a:gd name="T1" fmla="*/ 10 h 22"/>
                <a:gd name="T2" fmla="*/ 4 w 28"/>
                <a:gd name="T3" fmla="*/ 22 h 22"/>
                <a:gd name="T4" fmla="*/ 28 w 28"/>
                <a:gd name="T5" fmla="*/ 4 h 22"/>
                <a:gd name="T6" fmla="*/ 26 w 28"/>
                <a:gd name="T7" fmla="*/ 2 h 22"/>
                <a:gd name="T8" fmla="*/ 26 w 28"/>
                <a:gd name="T9" fmla="*/ 2 h 22"/>
                <a:gd name="T10" fmla="*/ 24 w 28"/>
                <a:gd name="T11" fmla="*/ 0 h 22"/>
                <a:gd name="T12" fmla="*/ 22 w 28"/>
                <a:gd name="T13" fmla="*/ 0 h 22"/>
                <a:gd name="T14" fmla="*/ 20 w 28"/>
                <a:gd name="T15" fmla="*/ 0 h 22"/>
                <a:gd name="T16" fmla="*/ 14 w 28"/>
                <a:gd name="T17" fmla="*/ 2 h 22"/>
                <a:gd name="T18" fmla="*/ 0 w 28"/>
                <a:gd name="T19" fmla="*/ 8 h 22"/>
                <a:gd name="T20" fmla="*/ 2 w 28"/>
                <a:gd name="T21" fmla="*/ 10 h 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8"/>
                <a:gd name="T34" fmla="*/ 0 h 22"/>
                <a:gd name="T35" fmla="*/ 28 w 28"/>
                <a:gd name="T36" fmla="*/ 22 h 2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8" h="22">
                  <a:moveTo>
                    <a:pt x="2" y="10"/>
                  </a:moveTo>
                  <a:lnTo>
                    <a:pt x="4" y="22"/>
                  </a:lnTo>
                  <a:lnTo>
                    <a:pt x="28" y="4"/>
                  </a:lnTo>
                  <a:lnTo>
                    <a:pt x="26" y="2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4" y="2"/>
                  </a:lnTo>
                  <a:lnTo>
                    <a:pt x="0" y="8"/>
                  </a:lnTo>
                  <a:lnTo>
                    <a:pt x="2" y="1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97" name="Freeform 259"/>
            <p:cNvSpPr>
              <a:spLocks/>
            </p:cNvSpPr>
            <p:nvPr/>
          </p:nvSpPr>
          <p:spPr bwMode="gray">
            <a:xfrm>
              <a:off x="731" y="2596"/>
              <a:ext cx="260" cy="246"/>
            </a:xfrm>
            <a:custGeom>
              <a:avLst/>
              <a:gdLst>
                <a:gd name="T0" fmla="*/ 0 w 260"/>
                <a:gd name="T1" fmla="*/ 128 h 246"/>
                <a:gd name="T2" fmla="*/ 20 w 260"/>
                <a:gd name="T3" fmla="*/ 114 h 246"/>
                <a:gd name="T4" fmla="*/ 86 w 260"/>
                <a:gd name="T5" fmla="*/ 92 h 246"/>
                <a:gd name="T6" fmla="*/ 88 w 260"/>
                <a:gd name="T7" fmla="*/ 76 h 246"/>
                <a:gd name="T8" fmla="*/ 94 w 260"/>
                <a:gd name="T9" fmla="*/ 72 h 246"/>
                <a:gd name="T10" fmla="*/ 102 w 260"/>
                <a:gd name="T11" fmla="*/ 72 h 246"/>
                <a:gd name="T12" fmla="*/ 108 w 260"/>
                <a:gd name="T13" fmla="*/ 72 h 246"/>
                <a:gd name="T14" fmla="*/ 102 w 260"/>
                <a:gd name="T15" fmla="*/ 64 h 246"/>
                <a:gd name="T16" fmla="*/ 98 w 260"/>
                <a:gd name="T17" fmla="*/ 56 h 246"/>
                <a:gd name="T18" fmla="*/ 98 w 260"/>
                <a:gd name="T19" fmla="*/ 46 h 246"/>
                <a:gd name="T20" fmla="*/ 96 w 260"/>
                <a:gd name="T21" fmla="*/ 36 h 246"/>
                <a:gd name="T22" fmla="*/ 90 w 260"/>
                <a:gd name="T23" fmla="*/ 30 h 246"/>
                <a:gd name="T24" fmla="*/ 86 w 260"/>
                <a:gd name="T25" fmla="*/ 30 h 246"/>
                <a:gd name="T26" fmla="*/ 92 w 260"/>
                <a:gd name="T27" fmla="*/ 26 h 246"/>
                <a:gd name="T28" fmla="*/ 116 w 260"/>
                <a:gd name="T29" fmla="*/ 16 h 246"/>
                <a:gd name="T30" fmla="*/ 126 w 260"/>
                <a:gd name="T31" fmla="*/ 14 h 246"/>
                <a:gd name="T32" fmla="*/ 136 w 260"/>
                <a:gd name="T33" fmla="*/ 10 h 246"/>
                <a:gd name="T34" fmla="*/ 142 w 260"/>
                <a:gd name="T35" fmla="*/ 8 h 246"/>
                <a:gd name="T36" fmla="*/ 148 w 260"/>
                <a:gd name="T37" fmla="*/ 8 h 246"/>
                <a:gd name="T38" fmla="*/ 170 w 260"/>
                <a:gd name="T39" fmla="*/ 4 h 246"/>
                <a:gd name="T40" fmla="*/ 198 w 260"/>
                <a:gd name="T41" fmla="*/ 2 h 246"/>
                <a:gd name="T42" fmla="*/ 202 w 260"/>
                <a:gd name="T43" fmla="*/ 0 h 246"/>
                <a:gd name="T44" fmla="*/ 210 w 260"/>
                <a:gd name="T45" fmla="*/ 2 h 246"/>
                <a:gd name="T46" fmla="*/ 216 w 260"/>
                <a:gd name="T47" fmla="*/ 4 h 246"/>
                <a:gd name="T48" fmla="*/ 218 w 260"/>
                <a:gd name="T49" fmla="*/ 8 h 246"/>
                <a:gd name="T50" fmla="*/ 216 w 260"/>
                <a:gd name="T51" fmla="*/ 14 h 246"/>
                <a:gd name="T52" fmla="*/ 216 w 260"/>
                <a:gd name="T53" fmla="*/ 24 h 246"/>
                <a:gd name="T54" fmla="*/ 214 w 260"/>
                <a:gd name="T55" fmla="*/ 28 h 246"/>
                <a:gd name="T56" fmla="*/ 212 w 260"/>
                <a:gd name="T57" fmla="*/ 34 h 246"/>
                <a:gd name="T58" fmla="*/ 210 w 260"/>
                <a:gd name="T59" fmla="*/ 36 h 246"/>
                <a:gd name="T60" fmla="*/ 210 w 260"/>
                <a:gd name="T61" fmla="*/ 40 h 246"/>
                <a:gd name="T62" fmla="*/ 212 w 260"/>
                <a:gd name="T63" fmla="*/ 46 h 246"/>
                <a:gd name="T64" fmla="*/ 214 w 260"/>
                <a:gd name="T65" fmla="*/ 50 h 246"/>
                <a:gd name="T66" fmla="*/ 214 w 260"/>
                <a:gd name="T67" fmla="*/ 54 h 246"/>
                <a:gd name="T68" fmla="*/ 216 w 260"/>
                <a:gd name="T69" fmla="*/ 60 h 246"/>
                <a:gd name="T70" fmla="*/ 218 w 260"/>
                <a:gd name="T71" fmla="*/ 60 h 246"/>
                <a:gd name="T72" fmla="*/ 220 w 260"/>
                <a:gd name="T73" fmla="*/ 64 h 246"/>
                <a:gd name="T74" fmla="*/ 224 w 260"/>
                <a:gd name="T75" fmla="*/ 88 h 246"/>
                <a:gd name="T76" fmla="*/ 234 w 260"/>
                <a:gd name="T77" fmla="*/ 110 h 246"/>
                <a:gd name="T78" fmla="*/ 234 w 260"/>
                <a:gd name="T79" fmla="*/ 110 h 246"/>
                <a:gd name="T80" fmla="*/ 234 w 260"/>
                <a:gd name="T81" fmla="*/ 116 h 246"/>
                <a:gd name="T82" fmla="*/ 236 w 260"/>
                <a:gd name="T83" fmla="*/ 126 h 246"/>
                <a:gd name="T84" fmla="*/ 238 w 260"/>
                <a:gd name="T85" fmla="*/ 134 h 246"/>
                <a:gd name="T86" fmla="*/ 238 w 260"/>
                <a:gd name="T87" fmla="*/ 138 h 246"/>
                <a:gd name="T88" fmla="*/ 240 w 260"/>
                <a:gd name="T89" fmla="*/ 142 h 246"/>
                <a:gd name="T90" fmla="*/ 244 w 260"/>
                <a:gd name="T91" fmla="*/ 146 h 246"/>
                <a:gd name="T92" fmla="*/ 244 w 260"/>
                <a:gd name="T93" fmla="*/ 154 h 246"/>
                <a:gd name="T94" fmla="*/ 242 w 260"/>
                <a:gd name="T95" fmla="*/ 166 h 246"/>
                <a:gd name="T96" fmla="*/ 244 w 260"/>
                <a:gd name="T97" fmla="*/ 168 h 246"/>
                <a:gd name="T98" fmla="*/ 246 w 260"/>
                <a:gd name="T99" fmla="*/ 174 h 246"/>
                <a:gd name="T100" fmla="*/ 246 w 260"/>
                <a:gd name="T101" fmla="*/ 180 h 246"/>
                <a:gd name="T102" fmla="*/ 250 w 260"/>
                <a:gd name="T103" fmla="*/ 186 h 246"/>
                <a:gd name="T104" fmla="*/ 192 w 260"/>
                <a:gd name="T105" fmla="*/ 236 h 246"/>
                <a:gd name="T106" fmla="*/ 148 w 260"/>
                <a:gd name="T107" fmla="*/ 230 h 246"/>
                <a:gd name="T108" fmla="*/ 4 w 260"/>
                <a:gd name="T109" fmla="*/ 144 h 24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260"/>
                <a:gd name="T166" fmla="*/ 0 h 246"/>
                <a:gd name="T167" fmla="*/ 260 w 260"/>
                <a:gd name="T168" fmla="*/ 246 h 24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260" h="246">
                  <a:moveTo>
                    <a:pt x="4" y="144"/>
                  </a:moveTo>
                  <a:lnTo>
                    <a:pt x="0" y="128"/>
                  </a:lnTo>
                  <a:lnTo>
                    <a:pt x="12" y="122"/>
                  </a:lnTo>
                  <a:lnTo>
                    <a:pt x="20" y="114"/>
                  </a:lnTo>
                  <a:lnTo>
                    <a:pt x="34" y="110"/>
                  </a:lnTo>
                  <a:lnTo>
                    <a:pt x="86" y="92"/>
                  </a:lnTo>
                  <a:lnTo>
                    <a:pt x="88" y="80"/>
                  </a:lnTo>
                  <a:lnTo>
                    <a:pt x="88" y="76"/>
                  </a:lnTo>
                  <a:lnTo>
                    <a:pt x="92" y="74"/>
                  </a:lnTo>
                  <a:lnTo>
                    <a:pt x="94" y="72"/>
                  </a:lnTo>
                  <a:lnTo>
                    <a:pt x="98" y="72"/>
                  </a:lnTo>
                  <a:lnTo>
                    <a:pt x="102" y="72"/>
                  </a:lnTo>
                  <a:lnTo>
                    <a:pt x="106" y="72"/>
                  </a:lnTo>
                  <a:lnTo>
                    <a:pt x="108" y="72"/>
                  </a:lnTo>
                  <a:lnTo>
                    <a:pt x="110" y="72"/>
                  </a:lnTo>
                  <a:lnTo>
                    <a:pt x="102" y="64"/>
                  </a:lnTo>
                  <a:lnTo>
                    <a:pt x="100" y="60"/>
                  </a:lnTo>
                  <a:lnTo>
                    <a:pt x="98" y="56"/>
                  </a:lnTo>
                  <a:lnTo>
                    <a:pt x="98" y="52"/>
                  </a:lnTo>
                  <a:lnTo>
                    <a:pt x="98" y="46"/>
                  </a:lnTo>
                  <a:lnTo>
                    <a:pt x="98" y="40"/>
                  </a:lnTo>
                  <a:lnTo>
                    <a:pt x="96" y="36"/>
                  </a:lnTo>
                  <a:lnTo>
                    <a:pt x="94" y="32"/>
                  </a:lnTo>
                  <a:lnTo>
                    <a:pt x="90" y="30"/>
                  </a:lnTo>
                  <a:lnTo>
                    <a:pt x="88" y="30"/>
                  </a:lnTo>
                  <a:lnTo>
                    <a:pt x="86" y="30"/>
                  </a:lnTo>
                  <a:lnTo>
                    <a:pt x="88" y="28"/>
                  </a:lnTo>
                  <a:lnTo>
                    <a:pt x="92" y="26"/>
                  </a:lnTo>
                  <a:lnTo>
                    <a:pt x="94" y="24"/>
                  </a:lnTo>
                  <a:lnTo>
                    <a:pt x="116" y="16"/>
                  </a:lnTo>
                  <a:lnTo>
                    <a:pt x="120" y="14"/>
                  </a:lnTo>
                  <a:lnTo>
                    <a:pt x="126" y="14"/>
                  </a:lnTo>
                  <a:lnTo>
                    <a:pt x="130" y="12"/>
                  </a:lnTo>
                  <a:lnTo>
                    <a:pt x="136" y="10"/>
                  </a:lnTo>
                  <a:lnTo>
                    <a:pt x="140" y="10"/>
                  </a:lnTo>
                  <a:lnTo>
                    <a:pt x="142" y="8"/>
                  </a:lnTo>
                  <a:lnTo>
                    <a:pt x="144" y="8"/>
                  </a:lnTo>
                  <a:lnTo>
                    <a:pt x="148" y="8"/>
                  </a:lnTo>
                  <a:lnTo>
                    <a:pt x="158" y="4"/>
                  </a:lnTo>
                  <a:lnTo>
                    <a:pt x="170" y="4"/>
                  </a:lnTo>
                  <a:lnTo>
                    <a:pt x="176" y="4"/>
                  </a:lnTo>
                  <a:lnTo>
                    <a:pt x="198" y="2"/>
                  </a:lnTo>
                  <a:lnTo>
                    <a:pt x="202" y="0"/>
                  </a:lnTo>
                  <a:lnTo>
                    <a:pt x="206" y="0"/>
                  </a:lnTo>
                  <a:lnTo>
                    <a:pt x="210" y="2"/>
                  </a:lnTo>
                  <a:lnTo>
                    <a:pt x="214" y="2"/>
                  </a:lnTo>
                  <a:lnTo>
                    <a:pt x="216" y="4"/>
                  </a:lnTo>
                  <a:lnTo>
                    <a:pt x="220" y="8"/>
                  </a:lnTo>
                  <a:lnTo>
                    <a:pt x="218" y="8"/>
                  </a:lnTo>
                  <a:lnTo>
                    <a:pt x="218" y="10"/>
                  </a:lnTo>
                  <a:lnTo>
                    <a:pt x="216" y="14"/>
                  </a:lnTo>
                  <a:lnTo>
                    <a:pt x="216" y="18"/>
                  </a:lnTo>
                  <a:lnTo>
                    <a:pt x="216" y="24"/>
                  </a:lnTo>
                  <a:lnTo>
                    <a:pt x="214" y="24"/>
                  </a:lnTo>
                  <a:lnTo>
                    <a:pt x="214" y="28"/>
                  </a:lnTo>
                  <a:lnTo>
                    <a:pt x="214" y="30"/>
                  </a:lnTo>
                  <a:lnTo>
                    <a:pt x="212" y="34"/>
                  </a:lnTo>
                  <a:lnTo>
                    <a:pt x="210" y="34"/>
                  </a:lnTo>
                  <a:lnTo>
                    <a:pt x="210" y="36"/>
                  </a:lnTo>
                  <a:lnTo>
                    <a:pt x="210" y="38"/>
                  </a:lnTo>
                  <a:lnTo>
                    <a:pt x="210" y="40"/>
                  </a:lnTo>
                  <a:lnTo>
                    <a:pt x="212" y="44"/>
                  </a:lnTo>
                  <a:lnTo>
                    <a:pt x="212" y="46"/>
                  </a:lnTo>
                  <a:lnTo>
                    <a:pt x="212" y="48"/>
                  </a:lnTo>
                  <a:lnTo>
                    <a:pt x="214" y="50"/>
                  </a:lnTo>
                  <a:lnTo>
                    <a:pt x="214" y="52"/>
                  </a:lnTo>
                  <a:lnTo>
                    <a:pt x="214" y="54"/>
                  </a:lnTo>
                  <a:lnTo>
                    <a:pt x="214" y="56"/>
                  </a:lnTo>
                  <a:lnTo>
                    <a:pt x="216" y="60"/>
                  </a:lnTo>
                  <a:lnTo>
                    <a:pt x="218" y="60"/>
                  </a:lnTo>
                  <a:lnTo>
                    <a:pt x="220" y="62"/>
                  </a:lnTo>
                  <a:lnTo>
                    <a:pt x="220" y="64"/>
                  </a:lnTo>
                  <a:lnTo>
                    <a:pt x="222" y="74"/>
                  </a:lnTo>
                  <a:lnTo>
                    <a:pt x="224" y="88"/>
                  </a:lnTo>
                  <a:lnTo>
                    <a:pt x="228" y="102"/>
                  </a:lnTo>
                  <a:lnTo>
                    <a:pt x="234" y="110"/>
                  </a:lnTo>
                  <a:lnTo>
                    <a:pt x="234" y="112"/>
                  </a:lnTo>
                  <a:lnTo>
                    <a:pt x="234" y="116"/>
                  </a:lnTo>
                  <a:lnTo>
                    <a:pt x="234" y="120"/>
                  </a:lnTo>
                  <a:lnTo>
                    <a:pt x="236" y="126"/>
                  </a:lnTo>
                  <a:lnTo>
                    <a:pt x="236" y="130"/>
                  </a:lnTo>
                  <a:lnTo>
                    <a:pt x="238" y="134"/>
                  </a:lnTo>
                  <a:lnTo>
                    <a:pt x="238" y="138"/>
                  </a:lnTo>
                  <a:lnTo>
                    <a:pt x="238" y="140"/>
                  </a:lnTo>
                  <a:lnTo>
                    <a:pt x="240" y="142"/>
                  </a:lnTo>
                  <a:lnTo>
                    <a:pt x="244" y="144"/>
                  </a:lnTo>
                  <a:lnTo>
                    <a:pt x="244" y="146"/>
                  </a:lnTo>
                  <a:lnTo>
                    <a:pt x="244" y="150"/>
                  </a:lnTo>
                  <a:lnTo>
                    <a:pt x="244" y="154"/>
                  </a:lnTo>
                  <a:lnTo>
                    <a:pt x="246" y="158"/>
                  </a:lnTo>
                  <a:lnTo>
                    <a:pt x="242" y="166"/>
                  </a:lnTo>
                  <a:lnTo>
                    <a:pt x="244" y="168"/>
                  </a:lnTo>
                  <a:lnTo>
                    <a:pt x="246" y="170"/>
                  </a:lnTo>
                  <a:lnTo>
                    <a:pt x="246" y="174"/>
                  </a:lnTo>
                  <a:lnTo>
                    <a:pt x="246" y="176"/>
                  </a:lnTo>
                  <a:lnTo>
                    <a:pt x="246" y="180"/>
                  </a:lnTo>
                  <a:lnTo>
                    <a:pt x="248" y="184"/>
                  </a:lnTo>
                  <a:lnTo>
                    <a:pt x="250" y="186"/>
                  </a:lnTo>
                  <a:lnTo>
                    <a:pt x="260" y="200"/>
                  </a:lnTo>
                  <a:lnTo>
                    <a:pt x="192" y="236"/>
                  </a:lnTo>
                  <a:lnTo>
                    <a:pt x="152" y="246"/>
                  </a:lnTo>
                  <a:lnTo>
                    <a:pt x="148" y="230"/>
                  </a:lnTo>
                  <a:lnTo>
                    <a:pt x="120" y="230"/>
                  </a:lnTo>
                  <a:lnTo>
                    <a:pt x="4" y="144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98" name="Freeform 260"/>
            <p:cNvSpPr>
              <a:spLocks/>
            </p:cNvSpPr>
            <p:nvPr/>
          </p:nvSpPr>
          <p:spPr bwMode="gray">
            <a:xfrm>
              <a:off x="623" y="2734"/>
              <a:ext cx="112" cy="98"/>
            </a:xfrm>
            <a:custGeom>
              <a:avLst/>
              <a:gdLst>
                <a:gd name="T0" fmla="*/ 0 w 112"/>
                <a:gd name="T1" fmla="*/ 90 h 98"/>
                <a:gd name="T2" fmla="*/ 2 w 112"/>
                <a:gd name="T3" fmla="*/ 82 h 98"/>
                <a:gd name="T4" fmla="*/ 6 w 112"/>
                <a:gd name="T5" fmla="*/ 74 h 98"/>
                <a:gd name="T6" fmla="*/ 16 w 112"/>
                <a:gd name="T7" fmla="*/ 68 h 98"/>
                <a:gd name="T8" fmla="*/ 28 w 112"/>
                <a:gd name="T9" fmla="*/ 64 h 98"/>
                <a:gd name="T10" fmla="*/ 32 w 112"/>
                <a:gd name="T11" fmla="*/ 60 h 98"/>
                <a:gd name="T12" fmla="*/ 32 w 112"/>
                <a:gd name="T13" fmla="*/ 56 h 98"/>
                <a:gd name="T14" fmla="*/ 28 w 112"/>
                <a:gd name="T15" fmla="*/ 54 h 98"/>
                <a:gd name="T16" fmla="*/ 24 w 112"/>
                <a:gd name="T17" fmla="*/ 42 h 98"/>
                <a:gd name="T18" fmla="*/ 30 w 112"/>
                <a:gd name="T19" fmla="*/ 32 h 98"/>
                <a:gd name="T20" fmla="*/ 40 w 112"/>
                <a:gd name="T21" fmla="*/ 26 h 98"/>
                <a:gd name="T22" fmla="*/ 46 w 112"/>
                <a:gd name="T23" fmla="*/ 24 h 98"/>
                <a:gd name="T24" fmla="*/ 50 w 112"/>
                <a:gd name="T25" fmla="*/ 16 h 98"/>
                <a:gd name="T26" fmla="*/ 52 w 112"/>
                <a:gd name="T27" fmla="*/ 10 h 98"/>
                <a:gd name="T28" fmla="*/ 56 w 112"/>
                <a:gd name="T29" fmla="*/ 4 h 98"/>
                <a:gd name="T30" fmla="*/ 66 w 112"/>
                <a:gd name="T31" fmla="*/ 0 h 98"/>
                <a:gd name="T32" fmla="*/ 112 w 112"/>
                <a:gd name="T33" fmla="*/ 20 h 98"/>
                <a:gd name="T34" fmla="*/ 88 w 112"/>
                <a:gd name="T35" fmla="*/ 20 h 98"/>
                <a:gd name="T36" fmla="*/ 86 w 112"/>
                <a:gd name="T37" fmla="*/ 18 h 98"/>
                <a:gd name="T38" fmla="*/ 82 w 112"/>
                <a:gd name="T39" fmla="*/ 20 h 98"/>
                <a:gd name="T40" fmla="*/ 82 w 112"/>
                <a:gd name="T41" fmla="*/ 26 h 98"/>
                <a:gd name="T42" fmla="*/ 80 w 112"/>
                <a:gd name="T43" fmla="*/ 38 h 98"/>
                <a:gd name="T44" fmla="*/ 80 w 112"/>
                <a:gd name="T45" fmla="*/ 50 h 98"/>
                <a:gd name="T46" fmla="*/ 80 w 112"/>
                <a:gd name="T47" fmla="*/ 54 h 98"/>
                <a:gd name="T48" fmla="*/ 80 w 112"/>
                <a:gd name="T49" fmla="*/ 56 h 98"/>
                <a:gd name="T50" fmla="*/ 78 w 112"/>
                <a:gd name="T51" fmla="*/ 60 h 98"/>
                <a:gd name="T52" fmla="*/ 76 w 112"/>
                <a:gd name="T53" fmla="*/ 60 h 98"/>
                <a:gd name="T54" fmla="*/ 72 w 112"/>
                <a:gd name="T55" fmla="*/ 60 h 98"/>
                <a:gd name="T56" fmla="*/ 66 w 112"/>
                <a:gd name="T57" fmla="*/ 60 h 98"/>
                <a:gd name="T58" fmla="*/ 62 w 112"/>
                <a:gd name="T59" fmla="*/ 64 h 98"/>
                <a:gd name="T60" fmla="*/ 60 w 112"/>
                <a:gd name="T61" fmla="*/ 74 h 98"/>
                <a:gd name="T62" fmla="*/ 0 w 112"/>
                <a:gd name="T63" fmla="*/ 94 h 9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12"/>
                <a:gd name="T97" fmla="*/ 0 h 98"/>
                <a:gd name="T98" fmla="*/ 112 w 112"/>
                <a:gd name="T99" fmla="*/ 98 h 98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12" h="98">
                  <a:moveTo>
                    <a:pt x="0" y="94"/>
                  </a:moveTo>
                  <a:lnTo>
                    <a:pt x="0" y="90"/>
                  </a:lnTo>
                  <a:lnTo>
                    <a:pt x="0" y="86"/>
                  </a:lnTo>
                  <a:lnTo>
                    <a:pt x="2" y="82"/>
                  </a:lnTo>
                  <a:lnTo>
                    <a:pt x="4" y="78"/>
                  </a:lnTo>
                  <a:lnTo>
                    <a:pt x="6" y="74"/>
                  </a:lnTo>
                  <a:lnTo>
                    <a:pt x="10" y="70"/>
                  </a:lnTo>
                  <a:lnTo>
                    <a:pt x="16" y="68"/>
                  </a:lnTo>
                  <a:lnTo>
                    <a:pt x="22" y="66"/>
                  </a:lnTo>
                  <a:lnTo>
                    <a:pt x="28" y="64"/>
                  </a:lnTo>
                  <a:lnTo>
                    <a:pt x="32" y="62"/>
                  </a:lnTo>
                  <a:lnTo>
                    <a:pt x="32" y="60"/>
                  </a:lnTo>
                  <a:lnTo>
                    <a:pt x="32" y="58"/>
                  </a:lnTo>
                  <a:lnTo>
                    <a:pt x="32" y="56"/>
                  </a:lnTo>
                  <a:lnTo>
                    <a:pt x="30" y="54"/>
                  </a:lnTo>
                  <a:lnTo>
                    <a:pt x="28" y="54"/>
                  </a:lnTo>
                  <a:lnTo>
                    <a:pt x="24" y="42"/>
                  </a:lnTo>
                  <a:lnTo>
                    <a:pt x="28" y="36"/>
                  </a:lnTo>
                  <a:lnTo>
                    <a:pt x="30" y="32"/>
                  </a:lnTo>
                  <a:lnTo>
                    <a:pt x="36" y="28"/>
                  </a:lnTo>
                  <a:lnTo>
                    <a:pt x="40" y="26"/>
                  </a:lnTo>
                  <a:lnTo>
                    <a:pt x="44" y="24"/>
                  </a:lnTo>
                  <a:lnTo>
                    <a:pt x="46" y="24"/>
                  </a:lnTo>
                  <a:lnTo>
                    <a:pt x="48" y="24"/>
                  </a:lnTo>
                  <a:lnTo>
                    <a:pt x="50" y="16"/>
                  </a:lnTo>
                  <a:lnTo>
                    <a:pt x="52" y="12"/>
                  </a:lnTo>
                  <a:lnTo>
                    <a:pt x="52" y="10"/>
                  </a:lnTo>
                  <a:lnTo>
                    <a:pt x="54" y="10"/>
                  </a:lnTo>
                  <a:lnTo>
                    <a:pt x="56" y="4"/>
                  </a:lnTo>
                  <a:lnTo>
                    <a:pt x="60" y="0"/>
                  </a:lnTo>
                  <a:lnTo>
                    <a:pt x="66" y="0"/>
                  </a:lnTo>
                  <a:lnTo>
                    <a:pt x="112" y="6"/>
                  </a:lnTo>
                  <a:lnTo>
                    <a:pt x="112" y="20"/>
                  </a:lnTo>
                  <a:lnTo>
                    <a:pt x="88" y="20"/>
                  </a:lnTo>
                  <a:lnTo>
                    <a:pt x="86" y="18"/>
                  </a:lnTo>
                  <a:lnTo>
                    <a:pt x="84" y="18"/>
                  </a:lnTo>
                  <a:lnTo>
                    <a:pt x="82" y="20"/>
                  </a:lnTo>
                  <a:lnTo>
                    <a:pt x="82" y="22"/>
                  </a:lnTo>
                  <a:lnTo>
                    <a:pt x="82" y="26"/>
                  </a:lnTo>
                  <a:lnTo>
                    <a:pt x="82" y="30"/>
                  </a:lnTo>
                  <a:lnTo>
                    <a:pt x="80" y="38"/>
                  </a:lnTo>
                  <a:lnTo>
                    <a:pt x="80" y="44"/>
                  </a:lnTo>
                  <a:lnTo>
                    <a:pt x="80" y="50"/>
                  </a:lnTo>
                  <a:lnTo>
                    <a:pt x="80" y="54"/>
                  </a:lnTo>
                  <a:lnTo>
                    <a:pt x="80" y="56"/>
                  </a:lnTo>
                  <a:lnTo>
                    <a:pt x="80" y="58"/>
                  </a:lnTo>
                  <a:lnTo>
                    <a:pt x="78" y="60"/>
                  </a:lnTo>
                  <a:lnTo>
                    <a:pt x="76" y="60"/>
                  </a:lnTo>
                  <a:lnTo>
                    <a:pt x="74" y="60"/>
                  </a:lnTo>
                  <a:lnTo>
                    <a:pt x="72" y="60"/>
                  </a:lnTo>
                  <a:lnTo>
                    <a:pt x="70" y="60"/>
                  </a:lnTo>
                  <a:lnTo>
                    <a:pt x="66" y="60"/>
                  </a:lnTo>
                  <a:lnTo>
                    <a:pt x="64" y="62"/>
                  </a:lnTo>
                  <a:lnTo>
                    <a:pt x="62" y="64"/>
                  </a:lnTo>
                  <a:lnTo>
                    <a:pt x="60" y="68"/>
                  </a:lnTo>
                  <a:lnTo>
                    <a:pt x="60" y="74"/>
                  </a:lnTo>
                  <a:lnTo>
                    <a:pt x="58" y="98"/>
                  </a:lnTo>
                  <a:lnTo>
                    <a:pt x="0" y="94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99" name="Freeform 261"/>
            <p:cNvSpPr>
              <a:spLocks/>
            </p:cNvSpPr>
            <p:nvPr/>
          </p:nvSpPr>
          <p:spPr bwMode="gray">
            <a:xfrm>
              <a:off x="617" y="2740"/>
              <a:ext cx="158" cy="182"/>
            </a:xfrm>
            <a:custGeom>
              <a:avLst/>
              <a:gdLst>
                <a:gd name="T0" fmla="*/ 4 w 158"/>
                <a:gd name="T1" fmla="*/ 158 h 182"/>
                <a:gd name="T2" fmla="*/ 10 w 158"/>
                <a:gd name="T3" fmla="*/ 150 h 182"/>
                <a:gd name="T4" fmla="*/ 14 w 158"/>
                <a:gd name="T5" fmla="*/ 146 h 182"/>
                <a:gd name="T6" fmla="*/ 18 w 158"/>
                <a:gd name="T7" fmla="*/ 142 h 182"/>
                <a:gd name="T8" fmla="*/ 18 w 158"/>
                <a:gd name="T9" fmla="*/ 132 h 182"/>
                <a:gd name="T10" fmla="*/ 14 w 158"/>
                <a:gd name="T11" fmla="*/ 124 h 182"/>
                <a:gd name="T12" fmla="*/ 12 w 158"/>
                <a:gd name="T13" fmla="*/ 120 h 182"/>
                <a:gd name="T14" fmla="*/ 16 w 158"/>
                <a:gd name="T15" fmla="*/ 96 h 182"/>
                <a:gd name="T16" fmla="*/ 14 w 158"/>
                <a:gd name="T17" fmla="*/ 88 h 182"/>
                <a:gd name="T18" fmla="*/ 66 w 158"/>
                <a:gd name="T19" fmla="*/ 68 h 182"/>
                <a:gd name="T20" fmla="*/ 68 w 158"/>
                <a:gd name="T21" fmla="*/ 58 h 182"/>
                <a:gd name="T22" fmla="*/ 72 w 158"/>
                <a:gd name="T23" fmla="*/ 54 h 182"/>
                <a:gd name="T24" fmla="*/ 78 w 158"/>
                <a:gd name="T25" fmla="*/ 54 h 182"/>
                <a:gd name="T26" fmla="*/ 82 w 158"/>
                <a:gd name="T27" fmla="*/ 54 h 182"/>
                <a:gd name="T28" fmla="*/ 84 w 158"/>
                <a:gd name="T29" fmla="*/ 54 h 182"/>
                <a:gd name="T30" fmla="*/ 86 w 158"/>
                <a:gd name="T31" fmla="*/ 50 h 182"/>
                <a:gd name="T32" fmla="*/ 86 w 158"/>
                <a:gd name="T33" fmla="*/ 48 h 182"/>
                <a:gd name="T34" fmla="*/ 86 w 158"/>
                <a:gd name="T35" fmla="*/ 44 h 182"/>
                <a:gd name="T36" fmla="*/ 86 w 158"/>
                <a:gd name="T37" fmla="*/ 32 h 182"/>
                <a:gd name="T38" fmla="*/ 88 w 158"/>
                <a:gd name="T39" fmla="*/ 20 h 182"/>
                <a:gd name="T40" fmla="*/ 88 w 158"/>
                <a:gd name="T41" fmla="*/ 14 h 182"/>
                <a:gd name="T42" fmla="*/ 92 w 158"/>
                <a:gd name="T43" fmla="*/ 12 h 182"/>
                <a:gd name="T44" fmla="*/ 94 w 158"/>
                <a:gd name="T45" fmla="*/ 14 h 182"/>
                <a:gd name="T46" fmla="*/ 118 w 158"/>
                <a:gd name="T47" fmla="*/ 14 h 182"/>
                <a:gd name="T48" fmla="*/ 118 w 158"/>
                <a:gd name="T49" fmla="*/ 0 h 182"/>
                <a:gd name="T50" fmla="*/ 138 w 158"/>
                <a:gd name="T51" fmla="*/ 28 h 182"/>
                <a:gd name="T52" fmla="*/ 138 w 158"/>
                <a:gd name="T53" fmla="*/ 28 h 182"/>
                <a:gd name="T54" fmla="*/ 136 w 158"/>
                <a:gd name="T55" fmla="*/ 30 h 182"/>
                <a:gd name="T56" fmla="*/ 142 w 158"/>
                <a:gd name="T57" fmla="*/ 142 h 182"/>
                <a:gd name="T58" fmla="*/ 144 w 158"/>
                <a:gd name="T59" fmla="*/ 146 h 182"/>
                <a:gd name="T60" fmla="*/ 146 w 158"/>
                <a:gd name="T61" fmla="*/ 152 h 182"/>
                <a:gd name="T62" fmla="*/ 140 w 158"/>
                <a:gd name="T63" fmla="*/ 164 h 182"/>
                <a:gd name="T64" fmla="*/ 88 w 158"/>
                <a:gd name="T65" fmla="*/ 158 h 182"/>
                <a:gd name="T66" fmla="*/ 84 w 158"/>
                <a:gd name="T67" fmla="*/ 162 h 182"/>
                <a:gd name="T68" fmla="*/ 82 w 158"/>
                <a:gd name="T69" fmla="*/ 162 h 182"/>
                <a:gd name="T70" fmla="*/ 80 w 158"/>
                <a:gd name="T71" fmla="*/ 160 h 182"/>
                <a:gd name="T72" fmla="*/ 76 w 158"/>
                <a:gd name="T73" fmla="*/ 162 h 182"/>
                <a:gd name="T74" fmla="*/ 76 w 158"/>
                <a:gd name="T75" fmla="*/ 166 h 182"/>
                <a:gd name="T76" fmla="*/ 76 w 158"/>
                <a:gd name="T77" fmla="*/ 170 h 182"/>
                <a:gd name="T78" fmla="*/ 72 w 158"/>
                <a:gd name="T79" fmla="*/ 172 h 182"/>
                <a:gd name="T80" fmla="*/ 70 w 158"/>
                <a:gd name="T81" fmla="*/ 176 h 182"/>
                <a:gd name="T82" fmla="*/ 66 w 158"/>
                <a:gd name="T83" fmla="*/ 182 h 182"/>
                <a:gd name="T84" fmla="*/ 62 w 158"/>
                <a:gd name="T85" fmla="*/ 182 h 182"/>
                <a:gd name="T86" fmla="*/ 60 w 158"/>
                <a:gd name="T87" fmla="*/ 178 h 182"/>
                <a:gd name="T88" fmla="*/ 54 w 158"/>
                <a:gd name="T89" fmla="*/ 178 h 182"/>
                <a:gd name="T90" fmla="*/ 46 w 158"/>
                <a:gd name="T91" fmla="*/ 172 h 182"/>
                <a:gd name="T92" fmla="*/ 42 w 158"/>
                <a:gd name="T93" fmla="*/ 166 h 182"/>
                <a:gd name="T94" fmla="*/ 36 w 158"/>
                <a:gd name="T95" fmla="*/ 160 h 182"/>
                <a:gd name="T96" fmla="*/ 26 w 158"/>
                <a:gd name="T97" fmla="*/ 156 h 182"/>
                <a:gd name="T98" fmla="*/ 0 w 158"/>
                <a:gd name="T99" fmla="*/ 164 h 18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58"/>
                <a:gd name="T151" fmla="*/ 0 h 182"/>
                <a:gd name="T152" fmla="*/ 158 w 158"/>
                <a:gd name="T153" fmla="*/ 182 h 182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58" h="182">
                  <a:moveTo>
                    <a:pt x="0" y="164"/>
                  </a:moveTo>
                  <a:lnTo>
                    <a:pt x="4" y="158"/>
                  </a:lnTo>
                  <a:lnTo>
                    <a:pt x="6" y="154"/>
                  </a:lnTo>
                  <a:lnTo>
                    <a:pt x="10" y="150"/>
                  </a:lnTo>
                  <a:lnTo>
                    <a:pt x="12" y="148"/>
                  </a:lnTo>
                  <a:lnTo>
                    <a:pt x="14" y="146"/>
                  </a:lnTo>
                  <a:lnTo>
                    <a:pt x="16" y="146"/>
                  </a:lnTo>
                  <a:lnTo>
                    <a:pt x="18" y="142"/>
                  </a:lnTo>
                  <a:lnTo>
                    <a:pt x="18" y="138"/>
                  </a:lnTo>
                  <a:lnTo>
                    <a:pt x="18" y="132"/>
                  </a:lnTo>
                  <a:lnTo>
                    <a:pt x="16" y="128"/>
                  </a:lnTo>
                  <a:lnTo>
                    <a:pt x="14" y="124"/>
                  </a:lnTo>
                  <a:lnTo>
                    <a:pt x="12" y="122"/>
                  </a:lnTo>
                  <a:lnTo>
                    <a:pt x="12" y="120"/>
                  </a:lnTo>
                  <a:lnTo>
                    <a:pt x="6" y="110"/>
                  </a:lnTo>
                  <a:lnTo>
                    <a:pt x="16" y="96"/>
                  </a:lnTo>
                  <a:lnTo>
                    <a:pt x="6" y="88"/>
                  </a:lnTo>
                  <a:lnTo>
                    <a:pt x="14" y="88"/>
                  </a:lnTo>
                  <a:lnTo>
                    <a:pt x="64" y="92"/>
                  </a:lnTo>
                  <a:lnTo>
                    <a:pt x="66" y="68"/>
                  </a:lnTo>
                  <a:lnTo>
                    <a:pt x="66" y="62"/>
                  </a:lnTo>
                  <a:lnTo>
                    <a:pt x="68" y="58"/>
                  </a:lnTo>
                  <a:lnTo>
                    <a:pt x="70" y="56"/>
                  </a:lnTo>
                  <a:lnTo>
                    <a:pt x="72" y="54"/>
                  </a:lnTo>
                  <a:lnTo>
                    <a:pt x="76" y="54"/>
                  </a:lnTo>
                  <a:lnTo>
                    <a:pt x="78" y="54"/>
                  </a:lnTo>
                  <a:lnTo>
                    <a:pt x="80" y="54"/>
                  </a:lnTo>
                  <a:lnTo>
                    <a:pt x="82" y="54"/>
                  </a:lnTo>
                  <a:lnTo>
                    <a:pt x="84" y="54"/>
                  </a:lnTo>
                  <a:lnTo>
                    <a:pt x="86" y="52"/>
                  </a:lnTo>
                  <a:lnTo>
                    <a:pt x="86" y="50"/>
                  </a:lnTo>
                  <a:lnTo>
                    <a:pt x="86" y="48"/>
                  </a:lnTo>
                  <a:lnTo>
                    <a:pt x="86" y="44"/>
                  </a:lnTo>
                  <a:lnTo>
                    <a:pt x="86" y="38"/>
                  </a:lnTo>
                  <a:lnTo>
                    <a:pt x="86" y="32"/>
                  </a:lnTo>
                  <a:lnTo>
                    <a:pt x="88" y="24"/>
                  </a:lnTo>
                  <a:lnTo>
                    <a:pt x="88" y="20"/>
                  </a:lnTo>
                  <a:lnTo>
                    <a:pt x="88" y="16"/>
                  </a:lnTo>
                  <a:lnTo>
                    <a:pt x="88" y="14"/>
                  </a:lnTo>
                  <a:lnTo>
                    <a:pt x="90" y="12"/>
                  </a:lnTo>
                  <a:lnTo>
                    <a:pt x="92" y="12"/>
                  </a:lnTo>
                  <a:lnTo>
                    <a:pt x="94" y="14"/>
                  </a:lnTo>
                  <a:lnTo>
                    <a:pt x="118" y="14"/>
                  </a:lnTo>
                  <a:lnTo>
                    <a:pt x="118" y="4"/>
                  </a:lnTo>
                  <a:lnTo>
                    <a:pt x="118" y="0"/>
                  </a:lnTo>
                  <a:lnTo>
                    <a:pt x="158" y="28"/>
                  </a:lnTo>
                  <a:lnTo>
                    <a:pt x="138" y="28"/>
                  </a:lnTo>
                  <a:lnTo>
                    <a:pt x="136" y="28"/>
                  </a:lnTo>
                  <a:lnTo>
                    <a:pt x="136" y="30"/>
                  </a:lnTo>
                  <a:lnTo>
                    <a:pt x="136" y="32"/>
                  </a:lnTo>
                  <a:lnTo>
                    <a:pt x="142" y="142"/>
                  </a:lnTo>
                  <a:lnTo>
                    <a:pt x="144" y="146"/>
                  </a:lnTo>
                  <a:lnTo>
                    <a:pt x="144" y="148"/>
                  </a:lnTo>
                  <a:lnTo>
                    <a:pt x="146" y="152"/>
                  </a:lnTo>
                  <a:lnTo>
                    <a:pt x="146" y="156"/>
                  </a:lnTo>
                  <a:lnTo>
                    <a:pt x="140" y="164"/>
                  </a:lnTo>
                  <a:lnTo>
                    <a:pt x="88" y="158"/>
                  </a:lnTo>
                  <a:lnTo>
                    <a:pt x="86" y="160"/>
                  </a:lnTo>
                  <a:lnTo>
                    <a:pt x="84" y="162"/>
                  </a:lnTo>
                  <a:lnTo>
                    <a:pt x="82" y="162"/>
                  </a:lnTo>
                  <a:lnTo>
                    <a:pt x="80" y="160"/>
                  </a:lnTo>
                  <a:lnTo>
                    <a:pt x="78" y="160"/>
                  </a:lnTo>
                  <a:lnTo>
                    <a:pt x="76" y="162"/>
                  </a:lnTo>
                  <a:lnTo>
                    <a:pt x="76" y="166"/>
                  </a:lnTo>
                  <a:lnTo>
                    <a:pt x="76" y="168"/>
                  </a:lnTo>
                  <a:lnTo>
                    <a:pt x="76" y="170"/>
                  </a:lnTo>
                  <a:lnTo>
                    <a:pt x="74" y="172"/>
                  </a:lnTo>
                  <a:lnTo>
                    <a:pt x="72" y="172"/>
                  </a:lnTo>
                  <a:lnTo>
                    <a:pt x="72" y="174"/>
                  </a:lnTo>
                  <a:lnTo>
                    <a:pt x="70" y="176"/>
                  </a:lnTo>
                  <a:lnTo>
                    <a:pt x="68" y="178"/>
                  </a:lnTo>
                  <a:lnTo>
                    <a:pt x="66" y="182"/>
                  </a:lnTo>
                  <a:lnTo>
                    <a:pt x="64" y="182"/>
                  </a:lnTo>
                  <a:lnTo>
                    <a:pt x="62" y="182"/>
                  </a:lnTo>
                  <a:lnTo>
                    <a:pt x="62" y="180"/>
                  </a:lnTo>
                  <a:lnTo>
                    <a:pt x="60" y="178"/>
                  </a:lnTo>
                  <a:lnTo>
                    <a:pt x="56" y="178"/>
                  </a:lnTo>
                  <a:lnTo>
                    <a:pt x="54" y="178"/>
                  </a:lnTo>
                  <a:lnTo>
                    <a:pt x="50" y="176"/>
                  </a:lnTo>
                  <a:lnTo>
                    <a:pt x="46" y="172"/>
                  </a:lnTo>
                  <a:lnTo>
                    <a:pt x="44" y="166"/>
                  </a:lnTo>
                  <a:lnTo>
                    <a:pt x="42" y="166"/>
                  </a:lnTo>
                  <a:lnTo>
                    <a:pt x="40" y="162"/>
                  </a:lnTo>
                  <a:lnTo>
                    <a:pt x="36" y="160"/>
                  </a:lnTo>
                  <a:lnTo>
                    <a:pt x="32" y="158"/>
                  </a:lnTo>
                  <a:lnTo>
                    <a:pt x="26" y="156"/>
                  </a:lnTo>
                  <a:lnTo>
                    <a:pt x="20" y="156"/>
                  </a:lnTo>
                  <a:lnTo>
                    <a:pt x="0" y="164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00" name="Freeform 262"/>
            <p:cNvSpPr>
              <a:spLocks/>
            </p:cNvSpPr>
            <p:nvPr/>
          </p:nvSpPr>
          <p:spPr bwMode="gray">
            <a:xfrm>
              <a:off x="631" y="2938"/>
              <a:ext cx="40" cy="28"/>
            </a:xfrm>
            <a:custGeom>
              <a:avLst/>
              <a:gdLst>
                <a:gd name="T0" fmla="*/ 24 w 40"/>
                <a:gd name="T1" fmla="*/ 0 h 28"/>
                <a:gd name="T2" fmla="*/ 24 w 40"/>
                <a:gd name="T3" fmla="*/ 0 h 28"/>
                <a:gd name="T4" fmla="*/ 22 w 40"/>
                <a:gd name="T5" fmla="*/ 0 h 28"/>
                <a:gd name="T6" fmla="*/ 20 w 40"/>
                <a:gd name="T7" fmla="*/ 0 h 28"/>
                <a:gd name="T8" fmla="*/ 18 w 40"/>
                <a:gd name="T9" fmla="*/ 2 h 28"/>
                <a:gd name="T10" fmla="*/ 14 w 40"/>
                <a:gd name="T11" fmla="*/ 2 h 28"/>
                <a:gd name="T12" fmla="*/ 8 w 40"/>
                <a:gd name="T13" fmla="*/ 4 h 28"/>
                <a:gd name="T14" fmla="*/ 0 w 40"/>
                <a:gd name="T15" fmla="*/ 8 h 28"/>
                <a:gd name="T16" fmla="*/ 0 w 40"/>
                <a:gd name="T17" fmla="*/ 8 h 28"/>
                <a:gd name="T18" fmla="*/ 2 w 40"/>
                <a:gd name="T19" fmla="*/ 12 h 28"/>
                <a:gd name="T20" fmla="*/ 6 w 40"/>
                <a:gd name="T21" fmla="*/ 16 h 28"/>
                <a:gd name="T22" fmla="*/ 10 w 40"/>
                <a:gd name="T23" fmla="*/ 22 h 28"/>
                <a:gd name="T24" fmla="*/ 16 w 40"/>
                <a:gd name="T25" fmla="*/ 28 h 28"/>
                <a:gd name="T26" fmla="*/ 18 w 40"/>
                <a:gd name="T27" fmla="*/ 28 h 28"/>
                <a:gd name="T28" fmla="*/ 20 w 40"/>
                <a:gd name="T29" fmla="*/ 26 h 28"/>
                <a:gd name="T30" fmla="*/ 24 w 40"/>
                <a:gd name="T31" fmla="*/ 26 h 28"/>
                <a:gd name="T32" fmla="*/ 28 w 40"/>
                <a:gd name="T33" fmla="*/ 24 h 28"/>
                <a:gd name="T34" fmla="*/ 32 w 40"/>
                <a:gd name="T35" fmla="*/ 22 h 28"/>
                <a:gd name="T36" fmla="*/ 36 w 40"/>
                <a:gd name="T37" fmla="*/ 22 h 28"/>
                <a:gd name="T38" fmla="*/ 38 w 40"/>
                <a:gd name="T39" fmla="*/ 20 h 28"/>
                <a:gd name="T40" fmla="*/ 38 w 40"/>
                <a:gd name="T41" fmla="*/ 16 h 28"/>
                <a:gd name="T42" fmla="*/ 40 w 40"/>
                <a:gd name="T43" fmla="*/ 16 h 28"/>
                <a:gd name="T44" fmla="*/ 38 w 40"/>
                <a:gd name="T45" fmla="*/ 8 h 28"/>
                <a:gd name="T46" fmla="*/ 38 w 40"/>
                <a:gd name="T47" fmla="*/ 2 h 28"/>
                <a:gd name="T48" fmla="*/ 24 w 40"/>
                <a:gd name="T49" fmla="*/ 0 h 2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0"/>
                <a:gd name="T76" fmla="*/ 0 h 28"/>
                <a:gd name="T77" fmla="*/ 40 w 40"/>
                <a:gd name="T78" fmla="*/ 28 h 28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0" h="28">
                  <a:moveTo>
                    <a:pt x="24" y="0"/>
                  </a:moveTo>
                  <a:lnTo>
                    <a:pt x="24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8" y="2"/>
                  </a:lnTo>
                  <a:lnTo>
                    <a:pt x="14" y="2"/>
                  </a:lnTo>
                  <a:lnTo>
                    <a:pt x="8" y="4"/>
                  </a:lnTo>
                  <a:lnTo>
                    <a:pt x="0" y="8"/>
                  </a:lnTo>
                  <a:lnTo>
                    <a:pt x="2" y="12"/>
                  </a:lnTo>
                  <a:lnTo>
                    <a:pt x="6" y="16"/>
                  </a:lnTo>
                  <a:lnTo>
                    <a:pt x="10" y="22"/>
                  </a:lnTo>
                  <a:lnTo>
                    <a:pt x="16" y="28"/>
                  </a:lnTo>
                  <a:lnTo>
                    <a:pt x="18" y="28"/>
                  </a:lnTo>
                  <a:lnTo>
                    <a:pt x="20" y="26"/>
                  </a:lnTo>
                  <a:lnTo>
                    <a:pt x="24" y="26"/>
                  </a:lnTo>
                  <a:lnTo>
                    <a:pt x="28" y="24"/>
                  </a:lnTo>
                  <a:lnTo>
                    <a:pt x="32" y="22"/>
                  </a:lnTo>
                  <a:lnTo>
                    <a:pt x="36" y="22"/>
                  </a:lnTo>
                  <a:lnTo>
                    <a:pt x="38" y="20"/>
                  </a:lnTo>
                  <a:lnTo>
                    <a:pt x="38" y="16"/>
                  </a:lnTo>
                  <a:lnTo>
                    <a:pt x="40" y="16"/>
                  </a:lnTo>
                  <a:lnTo>
                    <a:pt x="38" y="8"/>
                  </a:lnTo>
                  <a:lnTo>
                    <a:pt x="38" y="2"/>
                  </a:lnTo>
                  <a:lnTo>
                    <a:pt x="24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01" name="Freeform 263"/>
            <p:cNvSpPr>
              <a:spLocks/>
            </p:cNvSpPr>
            <p:nvPr/>
          </p:nvSpPr>
          <p:spPr bwMode="gray">
            <a:xfrm>
              <a:off x="617" y="2896"/>
              <a:ext cx="66" cy="50"/>
            </a:xfrm>
            <a:custGeom>
              <a:avLst/>
              <a:gdLst>
                <a:gd name="T0" fmla="*/ 2 w 66"/>
                <a:gd name="T1" fmla="*/ 30 h 50"/>
                <a:gd name="T2" fmla="*/ 2 w 66"/>
                <a:gd name="T3" fmla="*/ 22 h 50"/>
                <a:gd name="T4" fmla="*/ 0 w 66"/>
                <a:gd name="T5" fmla="*/ 16 h 50"/>
                <a:gd name="T6" fmla="*/ 0 w 66"/>
                <a:gd name="T7" fmla="*/ 10 h 50"/>
                <a:gd name="T8" fmla="*/ 0 w 66"/>
                <a:gd name="T9" fmla="*/ 6 h 50"/>
                <a:gd name="T10" fmla="*/ 2 w 66"/>
                <a:gd name="T11" fmla="*/ 6 h 50"/>
                <a:gd name="T12" fmla="*/ 2 w 66"/>
                <a:gd name="T13" fmla="*/ 6 h 50"/>
                <a:gd name="T14" fmla="*/ 2 w 66"/>
                <a:gd name="T15" fmla="*/ 6 h 50"/>
                <a:gd name="T16" fmla="*/ 20 w 66"/>
                <a:gd name="T17" fmla="*/ 0 h 50"/>
                <a:gd name="T18" fmla="*/ 26 w 66"/>
                <a:gd name="T19" fmla="*/ 0 h 50"/>
                <a:gd name="T20" fmla="*/ 32 w 66"/>
                <a:gd name="T21" fmla="*/ 2 h 50"/>
                <a:gd name="T22" fmla="*/ 38 w 66"/>
                <a:gd name="T23" fmla="*/ 4 h 50"/>
                <a:gd name="T24" fmla="*/ 40 w 66"/>
                <a:gd name="T25" fmla="*/ 8 h 50"/>
                <a:gd name="T26" fmla="*/ 42 w 66"/>
                <a:gd name="T27" fmla="*/ 10 h 50"/>
                <a:gd name="T28" fmla="*/ 44 w 66"/>
                <a:gd name="T29" fmla="*/ 10 h 50"/>
                <a:gd name="T30" fmla="*/ 46 w 66"/>
                <a:gd name="T31" fmla="*/ 14 h 50"/>
                <a:gd name="T32" fmla="*/ 48 w 66"/>
                <a:gd name="T33" fmla="*/ 18 h 50"/>
                <a:gd name="T34" fmla="*/ 50 w 66"/>
                <a:gd name="T35" fmla="*/ 20 h 50"/>
                <a:gd name="T36" fmla="*/ 50 w 66"/>
                <a:gd name="T37" fmla="*/ 20 h 50"/>
                <a:gd name="T38" fmla="*/ 50 w 66"/>
                <a:gd name="T39" fmla="*/ 20 h 50"/>
                <a:gd name="T40" fmla="*/ 56 w 66"/>
                <a:gd name="T41" fmla="*/ 22 h 50"/>
                <a:gd name="T42" fmla="*/ 60 w 66"/>
                <a:gd name="T43" fmla="*/ 24 h 50"/>
                <a:gd name="T44" fmla="*/ 62 w 66"/>
                <a:gd name="T45" fmla="*/ 26 h 50"/>
                <a:gd name="T46" fmla="*/ 64 w 66"/>
                <a:gd name="T47" fmla="*/ 26 h 50"/>
                <a:gd name="T48" fmla="*/ 64 w 66"/>
                <a:gd name="T49" fmla="*/ 26 h 50"/>
                <a:gd name="T50" fmla="*/ 64 w 66"/>
                <a:gd name="T51" fmla="*/ 30 h 50"/>
                <a:gd name="T52" fmla="*/ 64 w 66"/>
                <a:gd name="T53" fmla="*/ 32 h 50"/>
                <a:gd name="T54" fmla="*/ 64 w 66"/>
                <a:gd name="T55" fmla="*/ 36 h 50"/>
                <a:gd name="T56" fmla="*/ 66 w 66"/>
                <a:gd name="T57" fmla="*/ 42 h 50"/>
                <a:gd name="T58" fmla="*/ 66 w 66"/>
                <a:gd name="T59" fmla="*/ 44 h 50"/>
                <a:gd name="T60" fmla="*/ 66 w 66"/>
                <a:gd name="T61" fmla="*/ 44 h 50"/>
                <a:gd name="T62" fmla="*/ 58 w 66"/>
                <a:gd name="T63" fmla="*/ 44 h 50"/>
                <a:gd name="T64" fmla="*/ 50 w 66"/>
                <a:gd name="T65" fmla="*/ 44 h 50"/>
                <a:gd name="T66" fmla="*/ 44 w 66"/>
                <a:gd name="T67" fmla="*/ 44 h 50"/>
                <a:gd name="T68" fmla="*/ 40 w 66"/>
                <a:gd name="T69" fmla="*/ 44 h 50"/>
                <a:gd name="T70" fmla="*/ 38 w 66"/>
                <a:gd name="T71" fmla="*/ 42 h 50"/>
                <a:gd name="T72" fmla="*/ 34 w 66"/>
                <a:gd name="T73" fmla="*/ 42 h 50"/>
                <a:gd name="T74" fmla="*/ 30 w 66"/>
                <a:gd name="T75" fmla="*/ 44 h 50"/>
                <a:gd name="T76" fmla="*/ 26 w 66"/>
                <a:gd name="T77" fmla="*/ 44 h 50"/>
                <a:gd name="T78" fmla="*/ 22 w 66"/>
                <a:gd name="T79" fmla="*/ 46 h 50"/>
                <a:gd name="T80" fmla="*/ 18 w 66"/>
                <a:gd name="T81" fmla="*/ 48 h 50"/>
                <a:gd name="T82" fmla="*/ 16 w 66"/>
                <a:gd name="T83" fmla="*/ 48 h 50"/>
                <a:gd name="T84" fmla="*/ 14 w 66"/>
                <a:gd name="T85" fmla="*/ 50 h 50"/>
                <a:gd name="T86" fmla="*/ 12 w 66"/>
                <a:gd name="T87" fmla="*/ 46 h 50"/>
                <a:gd name="T88" fmla="*/ 10 w 66"/>
                <a:gd name="T89" fmla="*/ 44 h 50"/>
                <a:gd name="T90" fmla="*/ 8 w 66"/>
                <a:gd name="T91" fmla="*/ 42 h 50"/>
                <a:gd name="T92" fmla="*/ 6 w 66"/>
                <a:gd name="T93" fmla="*/ 40 h 50"/>
                <a:gd name="T94" fmla="*/ 4 w 66"/>
                <a:gd name="T95" fmla="*/ 36 h 50"/>
                <a:gd name="T96" fmla="*/ 2 w 66"/>
                <a:gd name="T97" fmla="*/ 30 h 5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66"/>
                <a:gd name="T148" fmla="*/ 0 h 50"/>
                <a:gd name="T149" fmla="*/ 66 w 66"/>
                <a:gd name="T150" fmla="*/ 50 h 5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66" h="50">
                  <a:moveTo>
                    <a:pt x="2" y="30"/>
                  </a:moveTo>
                  <a:lnTo>
                    <a:pt x="2" y="22"/>
                  </a:lnTo>
                  <a:lnTo>
                    <a:pt x="0" y="16"/>
                  </a:lnTo>
                  <a:lnTo>
                    <a:pt x="0" y="10"/>
                  </a:lnTo>
                  <a:lnTo>
                    <a:pt x="0" y="6"/>
                  </a:lnTo>
                  <a:lnTo>
                    <a:pt x="2" y="6"/>
                  </a:lnTo>
                  <a:lnTo>
                    <a:pt x="20" y="0"/>
                  </a:lnTo>
                  <a:lnTo>
                    <a:pt x="26" y="0"/>
                  </a:lnTo>
                  <a:lnTo>
                    <a:pt x="32" y="2"/>
                  </a:lnTo>
                  <a:lnTo>
                    <a:pt x="38" y="4"/>
                  </a:lnTo>
                  <a:lnTo>
                    <a:pt x="40" y="8"/>
                  </a:lnTo>
                  <a:lnTo>
                    <a:pt x="42" y="10"/>
                  </a:lnTo>
                  <a:lnTo>
                    <a:pt x="44" y="10"/>
                  </a:lnTo>
                  <a:lnTo>
                    <a:pt x="46" y="14"/>
                  </a:lnTo>
                  <a:lnTo>
                    <a:pt x="48" y="18"/>
                  </a:lnTo>
                  <a:lnTo>
                    <a:pt x="50" y="20"/>
                  </a:lnTo>
                  <a:lnTo>
                    <a:pt x="56" y="22"/>
                  </a:lnTo>
                  <a:lnTo>
                    <a:pt x="60" y="24"/>
                  </a:lnTo>
                  <a:lnTo>
                    <a:pt x="62" y="26"/>
                  </a:lnTo>
                  <a:lnTo>
                    <a:pt x="64" y="26"/>
                  </a:lnTo>
                  <a:lnTo>
                    <a:pt x="64" y="30"/>
                  </a:lnTo>
                  <a:lnTo>
                    <a:pt x="64" y="32"/>
                  </a:lnTo>
                  <a:lnTo>
                    <a:pt x="64" y="36"/>
                  </a:lnTo>
                  <a:lnTo>
                    <a:pt x="66" y="42"/>
                  </a:lnTo>
                  <a:lnTo>
                    <a:pt x="66" y="44"/>
                  </a:lnTo>
                  <a:lnTo>
                    <a:pt x="58" y="44"/>
                  </a:lnTo>
                  <a:lnTo>
                    <a:pt x="50" y="44"/>
                  </a:lnTo>
                  <a:lnTo>
                    <a:pt x="44" y="44"/>
                  </a:lnTo>
                  <a:lnTo>
                    <a:pt x="40" y="44"/>
                  </a:lnTo>
                  <a:lnTo>
                    <a:pt x="38" y="42"/>
                  </a:lnTo>
                  <a:lnTo>
                    <a:pt x="34" y="42"/>
                  </a:lnTo>
                  <a:lnTo>
                    <a:pt x="30" y="44"/>
                  </a:lnTo>
                  <a:lnTo>
                    <a:pt x="26" y="44"/>
                  </a:lnTo>
                  <a:lnTo>
                    <a:pt x="22" y="46"/>
                  </a:lnTo>
                  <a:lnTo>
                    <a:pt x="18" y="48"/>
                  </a:lnTo>
                  <a:lnTo>
                    <a:pt x="16" y="48"/>
                  </a:lnTo>
                  <a:lnTo>
                    <a:pt x="14" y="50"/>
                  </a:lnTo>
                  <a:lnTo>
                    <a:pt x="12" y="46"/>
                  </a:lnTo>
                  <a:lnTo>
                    <a:pt x="10" y="44"/>
                  </a:lnTo>
                  <a:lnTo>
                    <a:pt x="8" y="42"/>
                  </a:lnTo>
                  <a:lnTo>
                    <a:pt x="6" y="40"/>
                  </a:lnTo>
                  <a:lnTo>
                    <a:pt x="4" y="36"/>
                  </a:lnTo>
                  <a:lnTo>
                    <a:pt x="2" y="3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02" name="Freeform 264"/>
            <p:cNvSpPr>
              <a:spLocks/>
            </p:cNvSpPr>
            <p:nvPr/>
          </p:nvSpPr>
          <p:spPr bwMode="gray">
            <a:xfrm>
              <a:off x="621" y="2916"/>
              <a:ext cx="42" cy="10"/>
            </a:xfrm>
            <a:custGeom>
              <a:avLst/>
              <a:gdLst>
                <a:gd name="T0" fmla="*/ 0 w 42"/>
                <a:gd name="T1" fmla="*/ 0 h 10"/>
                <a:gd name="T2" fmla="*/ 0 w 42"/>
                <a:gd name="T3" fmla="*/ 8 h 10"/>
                <a:gd name="T4" fmla="*/ 2 w 42"/>
                <a:gd name="T5" fmla="*/ 8 h 10"/>
                <a:gd name="T6" fmla="*/ 6 w 42"/>
                <a:gd name="T7" fmla="*/ 6 h 10"/>
                <a:gd name="T8" fmla="*/ 10 w 42"/>
                <a:gd name="T9" fmla="*/ 6 h 10"/>
                <a:gd name="T10" fmla="*/ 16 w 42"/>
                <a:gd name="T11" fmla="*/ 8 h 10"/>
                <a:gd name="T12" fmla="*/ 22 w 42"/>
                <a:gd name="T13" fmla="*/ 10 h 10"/>
                <a:gd name="T14" fmla="*/ 28 w 42"/>
                <a:gd name="T15" fmla="*/ 10 h 10"/>
                <a:gd name="T16" fmla="*/ 30 w 42"/>
                <a:gd name="T17" fmla="*/ 8 h 10"/>
                <a:gd name="T18" fmla="*/ 32 w 42"/>
                <a:gd name="T19" fmla="*/ 8 h 10"/>
                <a:gd name="T20" fmla="*/ 34 w 42"/>
                <a:gd name="T21" fmla="*/ 6 h 10"/>
                <a:gd name="T22" fmla="*/ 36 w 42"/>
                <a:gd name="T23" fmla="*/ 6 h 10"/>
                <a:gd name="T24" fmla="*/ 38 w 42"/>
                <a:gd name="T25" fmla="*/ 6 h 10"/>
                <a:gd name="T26" fmla="*/ 38 w 42"/>
                <a:gd name="T27" fmla="*/ 6 h 10"/>
                <a:gd name="T28" fmla="*/ 40 w 42"/>
                <a:gd name="T29" fmla="*/ 6 h 10"/>
                <a:gd name="T30" fmla="*/ 42 w 42"/>
                <a:gd name="T31" fmla="*/ 6 h 10"/>
                <a:gd name="T32" fmla="*/ 42 w 42"/>
                <a:gd name="T33" fmla="*/ 4 h 10"/>
                <a:gd name="T34" fmla="*/ 40 w 42"/>
                <a:gd name="T35" fmla="*/ 4 h 10"/>
                <a:gd name="T36" fmla="*/ 36 w 42"/>
                <a:gd name="T37" fmla="*/ 2 h 10"/>
                <a:gd name="T38" fmla="*/ 32 w 42"/>
                <a:gd name="T39" fmla="*/ 0 h 10"/>
                <a:gd name="T40" fmla="*/ 28 w 42"/>
                <a:gd name="T41" fmla="*/ 0 h 10"/>
                <a:gd name="T42" fmla="*/ 24 w 42"/>
                <a:gd name="T43" fmla="*/ 2 h 10"/>
                <a:gd name="T44" fmla="*/ 22 w 42"/>
                <a:gd name="T45" fmla="*/ 2 h 10"/>
                <a:gd name="T46" fmla="*/ 18 w 42"/>
                <a:gd name="T47" fmla="*/ 2 h 10"/>
                <a:gd name="T48" fmla="*/ 16 w 42"/>
                <a:gd name="T49" fmla="*/ 2 h 10"/>
                <a:gd name="T50" fmla="*/ 12 w 42"/>
                <a:gd name="T51" fmla="*/ 2 h 10"/>
                <a:gd name="T52" fmla="*/ 10 w 42"/>
                <a:gd name="T53" fmla="*/ 0 h 10"/>
                <a:gd name="T54" fmla="*/ 8 w 42"/>
                <a:gd name="T55" fmla="*/ 0 h 10"/>
                <a:gd name="T56" fmla="*/ 6 w 42"/>
                <a:gd name="T57" fmla="*/ 0 h 10"/>
                <a:gd name="T58" fmla="*/ 2 w 42"/>
                <a:gd name="T59" fmla="*/ 0 h 10"/>
                <a:gd name="T60" fmla="*/ 0 w 42"/>
                <a:gd name="T61" fmla="*/ 0 h 10"/>
                <a:gd name="T62" fmla="*/ 0 w 42"/>
                <a:gd name="T63" fmla="*/ 0 h 1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42"/>
                <a:gd name="T97" fmla="*/ 0 h 10"/>
                <a:gd name="T98" fmla="*/ 42 w 42"/>
                <a:gd name="T99" fmla="*/ 10 h 10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42" h="10">
                  <a:moveTo>
                    <a:pt x="0" y="0"/>
                  </a:moveTo>
                  <a:lnTo>
                    <a:pt x="0" y="8"/>
                  </a:lnTo>
                  <a:lnTo>
                    <a:pt x="2" y="8"/>
                  </a:lnTo>
                  <a:lnTo>
                    <a:pt x="6" y="6"/>
                  </a:lnTo>
                  <a:lnTo>
                    <a:pt x="10" y="6"/>
                  </a:lnTo>
                  <a:lnTo>
                    <a:pt x="16" y="8"/>
                  </a:lnTo>
                  <a:lnTo>
                    <a:pt x="22" y="10"/>
                  </a:lnTo>
                  <a:lnTo>
                    <a:pt x="28" y="10"/>
                  </a:lnTo>
                  <a:lnTo>
                    <a:pt x="30" y="8"/>
                  </a:lnTo>
                  <a:lnTo>
                    <a:pt x="32" y="8"/>
                  </a:lnTo>
                  <a:lnTo>
                    <a:pt x="34" y="6"/>
                  </a:lnTo>
                  <a:lnTo>
                    <a:pt x="36" y="6"/>
                  </a:lnTo>
                  <a:lnTo>
                    <a:pt x="38" y="6"/>
                  </a:lnTo>
                  <a:lnTo>
                    <a:pt x="40" y="6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0" y="4"/>
                  </a:lnTo>
                  <a:lnTo>
                    <a:pt x="36" y="2"/>
                  </a:lnTo>
                  <a:lnTo>
                    <a:pt x="32" y="0"/>
                  </a:lnTo>
                  <a:lnTo>
                    <a:pt x="28" y="0"/>
                  </a:lnTo>
                  <a:lnTo>
                    <a:pt x="24" y="2"/>
                  </a:lnTo>
                  <a:lnTo>
                    <a:pt x="22" y="2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2" y="2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03" name="Freeform 265"/>
            <p:cNvSpPr>
              <a:spLocks/>
            </p:cNvSpPr>
            <p:nvPr/>
          </p:nvSpPr>
          <p:spPr bwMode="gray">
            <a:xfrm>
              <a:off x="697" y="3000"/>
              <a:ext cx="84" cy="56"/>
            </a:xfrm>
            <a:custGeom>
              <a:avLst/>
              <a:gdLst>
                <a:gd name="T0" fmla="*/ 24 w 84"/>
                <a:gd name="T1" fmla="*/ 44 h 56"/>
                <a:gd name="T2" fmla="*/ 22 w 84"/>
                <a:gd name="T3" fmla="*/ 38 h 56"/>
                <a:gd name="T4" fmla="*/ 0 w 84"/>
                <a:gd name="T5" fmla="*/ 20 h 56"/>
                <a:gd name="T6" fmla="*/ 0 w 84"/>
                <a:gd name="T7" fmla="*/ 20 h 56"/>
                <a:gd name="T8" fmla="*/ 4 w 84"/>
                <a:gd name="T9" fmla="*/ 18 h 56"/>
                <a:gd name="T10" fmla="*/ 6 w 84"/>
                <a:gd name="T11" fmla="*/ 16 h 56"/>
                <a:gd name="T12" fmla="*/ 12 w 84"/>
                <a:gd name="T13" fmla="*/ 12 h 56"/>
                <a:gd name="T14" fmla="*/ 14 w 84"/>
                <a:gd name="T15" fmla="*/ 8 h 56"/>
                <a:gd name="T16" fmla="*/ 16 w 84"/>
                <a:gd name="T17" fmla="*/ 0 h 56"/>
                <a:gd name="T18" fmla="*/ 28 w 84"/>
                <a:gd name="T19" fmla="*/ 0 h 56"/>
                <a:gd name="T20" fmla="*/ 28 w 84"/>
                <a:gd name="T21" fmla="*/ 0 h 56"/>
                <a:gd name="T22" fmla="*/ 30 w 84"/>
                <a:gd name="T23" fmla="*/ 2 h 56"/>
                <a:gd name="T24" fmla="*/ 34 w 84"/>
                <a:gd name="T25" fmla="*/ 4 h 56"/>
                <a:gd name="T26" fmla="*/ 38 w 84"/>
                <a:gd name="T27" fmla="*/ 6 h 56"/>
                <a:gd name="T28" fmla="*/ 40 w 84"/>
                <a:gd name="T29" fmla="*/ 8 h 56"/>
                <a:gd name="T30" fmla="*/ 44 w 84"/>
                <a:gd name="T31" fmla="*/ 10 h 56"/>
                <a:gd name="T32" fmla="*/ 46 w 84"/>
                <a:gd name="T33" fmla="*/ 10 h 56"/>
                <a:gd name="T34" fmla="*/ 46 w 84"/>
                <a:gd name="T35" fmla="*/ 8 h 56"/>
                <a:gd name="T36" fmla="*/ 48 w 84"/>
                <a:gd name="T37" fmla="*/ 8 h 56"/>
                <a:gd name="T38" fmla="*/ 50 w 84"/>
                <a:gd name="T39" fmla="*/ 6 h 56"/>
                <a:gd name="T40" fmla="*/ 52 w 84"/>
                <a:gd name="T41" fmla="*/ 4 h 56"/>
                <a:gd name="T42" fmla="*/ 56 w 84"/>
                <a:gd name="T43" fmla="*/ 4 h 56"/>
                <a:gd name="T44" fmla="*/ 58 w 84"/>
                <a:gd name="T45" fmla="*/ 4 h 56"/>
                <a:gd name="T46" fmla="*/ 62 w 84"/>
                <a:gd name="T47" fmla="*/ 6 h 56"/>
                <a:gd name="T48" fmla="*/ 64 w 84"/>
                <a:gd name="T49" fmla="*/ 10 h 56"/>
                <a:gd name="T50" fmla="*/ 64 w 84"/>
                <a:gd name="T51" fmla="*/ 10 h 56"/>
                <a:gd name="T52" fmla="*/ 64 w 84"/>
                <a:gd name="T53" fmla="*/ 12 h 56"/>
                <a:gd name="T54" fmla="*/ 64 w 84"/>
                <a:gd name="T55" fmla="*/ 16 h 56"/>
                <a:gd name="T56" fmla="*/ 64 w 84"/>
                <a:gd name="T57" fmla="*/ 18 h 56"/>
                <a:gd name="T58" fmla="*/ 66 w 84"/>
                <a:gd name="T59" fmla="*/ 22 h 56"/>
                <a:gd name="T60" fmla="*/ 70 w 84"/>
                <a:gd name="T61" fmla="*/ 24 h 56"/>
                <a:gd name="T62" fmla="*/ 72 w 84"/>
                <a:gd name="T63" fmla="*/ 24 h 56"/>
                <a:gd name="T64" fmla="*/ 74 w 84"/>
                <a:gd name="T65" fmla="*/ 24 h 56"/>
                <a:gd name="T66" fmla="*/ 76 w 84"/>
                <a:gd name="T67" fmla="*/ 24 h 56"/>
                <a:gd name="T68" fmla="*/ 78 w 84"/>
                <a:gd name="T69" fmla="*/ 24 h 56"/>
                <a:gd name="T70" fmla="*/ 80 w 84"/>
                <a:gd name="T71" fmla="*/ 26 h 56"/>
                <a:gd name="T72" fmla="*/ 82 w 84"/>
                <a:gd name="T73" fmla="*/ 30 h 56"/>
                <a:gd name="T74" fmla="*/ 84 w 84"/>
                <a:gd name="T75" fmla="*/ 36 h 56"/>
                <a:gd name="T76" fmla="*/ 82 w 84"/>
                <a:gd name="T77" fmla="*/ 40 h 56"/>
                <a:gd name="T78" fmla="*/ 82 w 84"/>
                <a:gd name="T79" fmla="*/ 42 h 56"/>
                <a:gd name="T80" fmla="*/ 80 w 84"/>
                <a:gd name="T81" fmla="*/ 44 h 56"/>
                <a:gd name="T82" fmla="*/ 80 w 84"/>
                <a:gd name="T83" fmla="*/ 46 h 56"/>
                <a:gd name="T84" fmla="*/ 48 w 84"/>
                <a:gd name="T85" fmla="*/ 56 h 56"/>
                <a:gd name="T86" fmla="*/ 48 w 84"/>
                <a:gd name="T87" fmla="*/ 56 h 56"/>
                <a:gd name="T88" fmla="*/ 46 w 84"/>
                <a:gd name="T89" fmla="*/ 56 h 56"/>
                <a:gd name="T90" fmla="*/ 44 w 84"/>
                <a:gd name="T91" fmla="*/ 56 h 56"/>
                <a:gd name="T92" fmla="*/ 38 w 84"/>
                <a:gd name="T93" fmla="*/ 54 h 56"/>
                <a:gd name="T94" fmla="*/ 32 w 84"/>
                <a:gd name="T95" fmla="*/ 52 h 56"/>
                <a:gd name="T96" fmla="*/ 32 w 84"/>
                <a:gd name="T97" fmla="*/ 52 h 56"/>
                <a:gd name="T98" fmla="*/ 28 w 84"/>
                <a:gd name="T99" fmla="*/ 50 h 56"/>
                <a:gd name="T100" fmla="*/ 26 w 84"/>
                <a:gd name="T101" fmla="*/ 48 h 56"/>
                <a:gd name="T102" fmla="*/ 24 w 84"/>
                <a:gd name="T103" fmla="*/ 44 h 5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84"/>
                <a:gd name="T157" fmla="*/ 0 h 56"/>
                <a:gd name="T158" fmla="*/ 84 w 84"/>
                <a:gd name="T159" fmla="*/ 56 h 5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84" h="56">
                  <a:moveTo>
                    <a:pt x="24" y="44"/>
                  </a:moveTo>
                  <a:lnTo>
                    <a:pt x="22" y="38"/>
                  </a:lnTo>
                  <a:lnTo>
                    <a:pt x="0" y="20"/>
                  </a:lnTo>
                  <a:lnTo>
                    <a:pt x="4" y="18"/>
                  </a:lnTo>
                  <a:lnTo>
                    <a:pt x="6" y="16"/>
                  </a:lnTo>
                  <a:lnTo>
                    <a:pt x="12" y="12"/>
                  </a:lnTo>
                  <a:lnTo>
                    <a:pt x="14" y="8"/>
                  </a:lnTo>
                  <a:lnTo>
                    <a:pt x="16" y="0"/>
                  </a:lnTo>
                  <a:lnTo>
                    <a:pt x="28" y="0"/>
                  </a:lnTo>
                  <a:lnTo>
                    <a:pt x="30" y="2"/>
                  </a:lnTo>
                  <a:lnTo>
                    <a:pt x="34" y="4"/>
                  </a:lnTo>
                  <a:lnTo>
                    <a:pt x="38" y="6"/>
                  </a:lnTo>
                  <a:lnTo>
                    <a:pt x="40" y="8"/>
                  </a:lnTo>
                  <a:lnTo>
                    <a:pt x="44" y="10"/>
                  </a:lnTo>
                  <a:lnTo>
                    <a:pt x="46" y="10"/>
                  </a:lnTo>
                  <a:lnTo>
                    <a:pt x="46" y="8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2" y="4"/>
                  </a:lnTo>
                  <a:lnTo>
                    <a:pt x="56" y="4"/>
                  </a:lnTo>
                  <a:lnTo>
                    <a:pt x="58" y="4"/>
                  </a:lnTo>
                  <a:lnTo>
                    <a:pt x="62" y="6"/>
                  </a:lnTo>
                  <a:lnTo>
                    <a:pt x="64" y="10"/>
                  </a:lnTo>
                  <a:lnTo>
                    <a:pt x="64" y="12"/>
                  </a:lnTo>
                  <a:lnTo>
                    <a:pt x="64" y="16"/>
                  </a:lnTo>
                  <a:lnTo>
                    <a:pt x="64" y="18"/>
                  </a:lnTo>
                  <a:lnTo>
                    <a:pt x="66" y="22"/>
                  </a:lnTo>
                  <a:lnTo>
                    <a:pt x="70" y="24"/>
                  </a:lnTo>
                  <a:lnTo>
                    <a:pt x="72" y="24"/>
                  </a:lnTo>
                  <a:lnTo>
                    <a:pt x="74" y="24"/>
                  </a:lnTo>
                  <a:lnTo>
                    <a:pt x="76" y="24"/>
                  </a:lnTo>
                  <a:lnTo>
                    <a:pt x="78" y="24"/>
                  </a:lnTo>
                  <a:lnTo>
                    <a:pt x="80" y="26"/>
                  </a:lnTo>
                  <a:lnTo>
                    <a:pt x="82" y="30"/>
                  </a:lnTo>
                  <a:lnTo>
                    <a:pt x="84" y="36"/>
                  </a:lnTo>
                  <a:lnTo>
                    <a:pt x="82" y="40"/>
                  </a:lnTo>
                  <a:lnTo>
                    <a:pt x="82" y="42"/>
                  </a:lnTo>
                  <a:lnTo>
                    <a:pt x="80" y="44"/>
                  </a:lnTo>
                  <a:lnTo>
                    <a:pt x="80" y="46"/>
                  </a:lnTo>
                  <a:lnTo>
                    <a:pt x="48" y="56"/>
                  </a:lnTo>
                  <a:lnTo>
                    <a:pt x="46" y="56"/>
                  </a:lnTo>
                  <a:lnTo>
                    <a:pt x="44" y="56"/>
                  </a:lnTo>
                  <a:lnTo>
                    <a:pt x="38" y="54"/>
                  </a:lnTo>
                  <a:lnTo>
                    <a:pt x="32" y="52"/>
                  </a:lnTo>
                  <a:lnTo>
                    <a:pt x="28" y="50"/>
                  </a:lnTo>
                  <a:lnTo>
                    <a:pt x="26" y="48"/>
                  </a:lnTo>
                  <a:lnTo>
                    <a:pt x="24" y="44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04" name="Freeform 266"/>
            <p:cNvSpPr>
              <a:spLocks/>
            </p:cNvSpPr>
            <p:nvPr/>
          </p:nvSpPr>
          <p:spPr bwMode="gray">
            <a:xfrm>
              <a:off x="679" y="2976"/>
              <a:ext cx="36" cy="44"/>
            </a:xfrm>
            <a:custGeom>
              <a:avLst/>
              <a:gdLst>
                <a:gd name="T0" fmla="*/ 0 w 36"/>
                <a:gd name="T1" fmla="*/ 18 h 44"/>
                <a:gd name="T2" fmla="*/ 0 w 36"/>
                <a:gd name="T3" fmla="*/ 16 h 44"/>
                <a:gd name="T4" fmla="*/ 0 w 36"/>
                <a:gd name="T5" fmla="*/ 14 h 44"/>
                <a:gd name="T6" fmla="*/ 0 w 36"/>
                <a:gd name="T7" fmla="*/ 12 h 44"/>
                <a:gd name="T8" fmla="*/ 2 w 36"/>
                <a:gd name="T9" fmla="*/ 8 h 44"/>
                <a:gd name="T10" fmla="*/ 4 w 36"/>
                <a:gd name="T11" fmla="*/ 6 h 44"/>
                <a:gd name="T12" fmla="*/ 8 w 36"/>
                <a:gd name="T13" fmla="*/ 2 h 44"/>
                <a:gd name="T14" fmla="*/ 14 w 36"/>
                <a:gd name="T15" fmla="*/ 0 h 44"/>
                <a:gd name="T16" fmla="*/ 18 w 36"/>
                <a:gd name="T17" fmla="*/ 0 h 44"/>
                <a:gd name="T18" fmla="*/ 20 w 36"/>
                <a:gd name="T19" fmla="*/ 0 h 44"/>
                <a:gd name="T20" fmla="*/ 24 w 36"/>
                <a:gd name="T21" fmla="*/ 0 h 44"/>
                <a:gd name="T22" fmla="*/ 26 w 36"/>
                <a:gd name="T23" fmla="*/ 2 h 44"/>
                <a:gd name="T24" fmla="*/ 28 w 36"/>
                <a:gd name="T25" fmla="*/ 2 h 44"/>
                <a:gd name="T26" fmla="*/ 30 w 36"/>
                <a:gd name="T27" fmla="*/ 4 h 44"/>
                <a:gd name="T28" fmla="*/ 32 w 36"/>
                <a:gd name="T29" fmla="*/ 4 h 44"/>
                <a:gd name="T30" fmla="*/ 34 w 36"/>
                <a:gd name="T31" fmla="*/ 8 h 44"/>
                <a:gd name="T32" fmla="*/ 36 w 36"/>
                <a:gd name="T33" fmla="*/ 12 h 44"/>
                <a:gd name="T34" fmla="*/ 36 w 36"/>
                <a:gd name="T35" fmla="*/ 20 h 44"/>
                <a:gd name="T36" fmla="*/ 34 w 36"/>
                <a:gd name="T37" fmla="*/ 28 h 44"/>
                <a:gd name="T38" fmla="*/ 30 w 36"/>
                <a:gd name="T39" fmla="*/ 34 h 44"/>
                <a:gd name="T40" fmla="*/ 30 w 36"/>
                <a:gd name="T41" fmla="*/ 34 h 44"/>
                <a:gd name="T42" fmla="*/ 28 w 36"/>
                <a:gd name="T43" fmla="*/ 38 h 44"/>
                <a:gd name="T44" fmla="*/ 24 w 36"/>
                <a:gd name="T45" fmla="*/ 40 h 44"/>
                <a:gd name="T46" fmla="*/ 20 w 36"/>
                <a:gd name="T47" fmla="*/ 44 h 44"/>
                <a:gd name="T48" fmla="*/ 18 w 36"/>
                <a:gd name="T49" fmla="*/ 44 h 44"/>
                <a:gd name="T50" fmla="*/ 16 w 36"/>
                <a:gd name="T51" fmla="*/ 44 h 44"/>
                <a:gd name="T52" fmla="*/ 14 w 36"/>
                <a:gd name="T53" fmla="*/ 42 h 44"/>
                <a:gd name="T54" fmla="*/ 10 w 36"/>
                <a:gd name="T55" fmla="*/ 40 h 44"/>
                <a:gd name="T56" fmla="*/ 8 w 36"/>
                <a:gd name="T57" fmla="*/ 38 h 44"/>
                <a:gd name="T58" fmla="*/ 0 w 36"/>
                <a:gd name="T59" fmla="*/ 18 h 44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36"/>
                <a:gd name="T91" fmla="*/ 0 h 44"/>
                <a:gd name="T92" fmla="*/ 36 w 36"/>
                <a:gd name="T93" fmla="*/ 44 h 44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36" h="44">
                  <a:moveTo>
                    <a:pt x="0" y="18"/>
                  </a:moveTo>
                  <a:lnTo>
                    <a:pt x="0" y="16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2" y="8"/>
                  </a:lnTo>
                  <a:lnTo>
                    <a:pt x="4" y="6"/>
                  </a:lnTo>
                  <a:lnTo>
                    <a:pt x="8" y="2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6" y="2"/>
                  </a:lnTo>
                  <a:lnTo>
                    <a:pt x="28" y="2"/>
                  </a:lnTo>
                  <a:lnTo>
                    <a:pt x="30" y="4"/>
                  </a:lnTo>
                  <a:lnTo>
                    <a:pt x="32" y="4"/>
                  </a:lnTo>
                  <a:lnTo>
                    <a:pt x="34" y="8"/>
                  </a:lnTo>
                  <a:lnTo>
                    <a:pt x="36" y="12"/>
                  </a:lnTo>
                  <a:lnTo>
                    <a:pt x="36" y="20"/>
                  </a:lnTo>
                  <a:lnTo>
                    <a:pt x="34" y="28"/>
                  </a:lnTo>
                  <a:lnTo>
                    <a:pt x="30" y="34"/>
                  </a:lnTo>
                  <a:lnTo>
                    <a:pt x="28" y="38"/>
                  </a:lnTo>
                  <a:lnTo>
                    <a:pt x="24" y="40"/>
                  </a:lnTo>
                  <a:lnTo>
                    <a:pt x="20" y="44"/>
                  </a:lnTo>
                  <a:lnTo>
                    <a:pt x="18" y="44"/>
                  </a:lnTo>
                  <a:lnTo>
                    <a:pt x="16" y="44"/>
                  </a:lnTo>
                  <a:lnTo>
                    <a:pt x="14" y="42"/>
                  </a:lnTo>
                  <a:lnTo>
                    <a:pt x="10" y="40"/>
                  </a:lnTo>
                  <a:lnTo>
                    <a:pt x="8" y="38"/>
                  </a:lnTo>
                  <a:lnTo>
                    <a:pt x="0" y="1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05" name="Freeform 267"/>
            <p:cNvSpPr>
              <a:spLocks/>
            </p:cNvSpPr>
            <p:nvPr/>
          </p:nvSpPr>
          <p:spPr bwMode="gray">
            <a:xfrm>
              <a:off x="647" y="2940"/>
              <a:ext cx="100" cy="70"/>
            </a:xfrm>
            <a:custGeom>
              <a:avLst/>
              <a:gdLst>
                <a:gd name="T0" fmla="*/ 0 w 100"/>
                <a:gd name="T1" fmla="*/ 26 h 70"/>
                <a:gd name="T2" fmla="*/ 18 w 100"/>
                <a:gd name="T3" fmla="*/ 20 h 70"/>
                <a:gd name="T4" fmla="*/ 22 w 100"/>
                <a:gd name="T5" fmla="*/ 16 h 70"/>
                <a:gd name="T6" fmla="*/ 24 w 100"/>
                <a:gd name="T7" fmla="*/ 8 h 70"/>
                <a:gd name="T8" fmla="*/ 22 w 100"/>
                <a:gd name="T9" fmla="*/ 0 h 70"/>
                <a:gd name="T10" fmla="*/ 24 w 100"/>
                <a:gd name="T11" fmla="*/ 0 h 70"/>
                <a:gd name="T12" fmla="*/ 30 w 100"/>
                <a:gd name="T13" fmla="*/ 0 h 70"/>
                <a:gd name="T14" fmla="*/ 36 w 100"/>
                <a:gd name="T15" fmla="*/ 2 h 70"/>
                <a:gd name="T16" fmla="*/ 38 w 100"/>
                <a:gd name="T17" fmla="*/ 4 h 70"/>
                <a:gd name="T18" fmla="*/ 40 w 100"/>
                <a:gd name="T19" fmla="*/ 6 h 70"/>
                <a:gd name="T20" fmla="*/ 44 w 100"/>
                <a:gd name="T21" fmla="*/ 6 h 70"/>
                <a:gd name="T22" fmla="*/ 52 w 100"/>
                <a:gd name="T23" fmla="*/ 10 h 70"/>
                <a:gd name="T24" fmla="*/ 62 w 100"/>
                <a:gd name="T25" fmla="*/ 10 h 70"/>
                <a:gd name="T26" fmla="*/ 64 w 100"/>
                <a:gd name="T27" fmla="*/ 8 h 70"/>
                <a:gd name="T28" fmla="*/ 64 w 100"/>
                <a:gd name="T29" fmla="*/ 6 h 70"/>
                <a:gd name="T30" fmla="*/ 66 w 100"/>
                <a:gd name="T31" fmla="*/ 4 h 70"/>
                <a:gd name="T32" fmla="*/ 70 w 100"/>
                <a:gd name="T33" fmla="*/ 2 h 70"/>
                <a:gd name="T34" fmla="*/ 76 w 100"/>
                <a:gd name="T35" fmla="*/ 4 h 70"/>
                <a:gd name="T36" fmla="*/ 78 w 100"/>
                <a:gd name="T37" fmla="*/ 8 h 70"/>
                <a:gd name="T38" fmla="*/ 80 w 100"/>
                <a:gd name="T39" fmla="*/ 14 h 70"/>
                <a:gd name="T40" fmla="*/ 84 w 100"/>
                <a:gd name="T41" fmla="*/ 22 h 70"/>
                <a:gd name="T42" fmla="*/ 88 w 100"/>
                <a:gd name="T43" fmla="*/ 28 h 70"/>
                <a:gd name="T44" fmla="*/ 90 w 100"/>
                <a:gd name="T45" fmla="*/ 36 h 70"/>
                <a:gd name="T46" fmla="*/ 96 w 100"/>
                <a:gd name="T47" fmla="*/ 50 h 70"/>
                <a:gd name="T48" fmla="*/ 100 w 100"/>
                <a:gd name="T49" fmla="*/ 64 h 70"/>
                <a:gd name="T50" fmla="*/ 96 w 100"/>
                <a:gd name="T51" fmla="*/ 70 h 70"/>
                <a:gd name="T52" fmla="*/ 88 w 100"/>
                <a:gd name="T53" fmla="*/ 66 h 70"/>
                <a:gd name="T54" fmla="*/ 78 w 100"/>
                <a:gd name="T55" fmla="*/ 60 h 70"/>
                <a:gd name="T56" fmla="*/ 78 w 100"/>
                <a:gd name="T57" fmla="*/ 60 h 70"/>
                <a:gd name="T58" fmla="*/ 72 w 100"/>
                <a:gd name="T59" fmla="*/ 60 h 70"/>
                <a:gd name="T60" fmla="*/ 68 w 100"/>
                <a:gd name="T61" fmla="*/ 60 h 70"/>
                <a:gd name="T62" fmla="*/ 68 w 100"/>
                <a:gd name="T63" fmla="*/ 54 h 70"/>
                <a:gd name="T64" fmla="*/ 68 w 100"/>
                <a:gd name="T65" fmla="*/ 46 h 70"/>
                <a:gd name="T66" fmla="*/ 62 w 100"/>
                <a:gd name="T67" fmla="*/ 40 h 70"/>
                <a:gd name="T68" fmla="*/ 50 w 100"/>
                <a:gd name="T69" fmla="*/ 36 h 70"/>
                <a:gd name="T70" fmla="*/ 48 w 100"/>
                <a:gd name="T71" fmla="*/ 36 h 70"/>
                <a:gd name="T72" fmla="*/ 40 w 100"/>
                <a:gd name="T73" fmla="*/ 40 h 70"/>
                <a:gd name="T74" fmla="*/ 32 w 100"/>
                <a:gd name="T75" fmla="*/ 46 h 70"/>
                <a:gd name="T76" fmla="*/ 18 w 100"/>
                <a:gd name="T77" fmla="*/ 40 h 70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00"/>
                <a:gd name="T118" fmla="*/ 0 h 70"/>
                <a:gd name="T119" fmla="*/ 100 w 100"/>
                <a:gd name="T120" fmla="*/ 70 h 70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00" h="70">
                  <a:moveTo>
                    <a:pt x="18" y="40"/>
                  </a:moveTo>
                  <a:lnTo>
                    <a:pt x="0" y="26"/>
                  </a:lnTo>
                  <a:lnTo>
                    <a:pt x="18" y="20"/>
                  </a:lnTo>
                  <a:lnTo>
                    <a:pt x="20" y="18"/>
                  </a:lnTo>
                  <a:lnTo>
                    <a:pt x="22" y="16"/>
                  </a:lnTo>
                  <a:lnTo>
                    <a:pt x="24" y="12"/>
                  </a:lnTo>
                  <a:lnTo>
                    <a:pt x="24" y="8"/>
                  </a:lnTo>
                  <a:lnTo>
                    <a:pt x="22" y="4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30" y="0"/>
                  </a:lnTo>
                  <a:lnTo>
                    <a:pt x="34" y="0"/>
                  </a:lnTo>
                  <a:lnTo>
                    <a:pt x="36" y="2"/>
                  </a:lnTo>
                  <a:lnTo>
                    <a:pt x="38" y="4"/>
                  </a:lnTo>
                  <a:lnTo>
                    <a:pt x="38" y="6"/>
                  </a:lnTo>
                  <a:lnTo>
                    <a:pt x="40" y="6"/>
                  </a:lnTo>
                  <a:lnTo>
                    <a:pt x="44" y="6"/>
                  </a:lnTo>
                  <a:lnTo>
                    <a:pt x="46" y="8"/>
                  </a:lnTo>
                  <a:lnTo>
                    <a:pt x="52" y="10"/>
                  </a:lnTo>
                  <a:lnTo>
                    <a:pt x="58" y="10"/>
                  </a:lnTo>
                  <a:lnTo>
                    <a:pt x="62" y="10"/>
                  </a:lnTo>
                  <a:lnTo>
                    <a:pt x="64" y="8"/>
                  </a:lnTo>
                  <a:lnTo>
                    <a:pt x="66" y="6"/>
                  </a:lnTo>
                  <a:lnTo>
                    <a:pt x="64" y="6"/>
                  </a:lnTo>
                  <a:lnTo>
                    <a:pt x="64" y="4"/>
                  </a:lnTo>
                  <a:lnTo>
                    <a:pt x="66" y="4"/>
                  </a:lnTo>
                  <a:lnTo>
                    <a:pt x="70" y="2"/>
                  </a:lnTo>
                  <a:lnTo>
                    <a:pt x="72" y="2"/>
                  </a:lnTo>
                  <a:lnTo>
                    <a:pt x="76" y="4"/>
                  </a:lnTo>
                  <a:lnTo>
                    <a:pt x="78" y="6"/>
                  </a:lnTo>
                  <a:lnTo>
                    <a:pt x="78" y="8"/>
                  </a:lnTo>
                  <a:lnTo>
                    <a:pt x="78" y="10"/>
                  </a:lnTo>
                  <a:lnTo>
                    <a:pt x="80" y="14"/>
                  </a:lnTo>
                  <a:lnTo>
                    <a:pt x="82" y="18"/>
                  </a:lnTo>
                  <a:lnTo>
                    <a:pt x="84" y="22"/>
                  </a:lnTo>
                  <a:lnTo>
                    <a:pt x="88" y="26"/>
                  </a:lnTo>
                  <a:lnTo>
                    <a:pt x="88" y="28"/>
                  </a:lnTo>
                  <a:lnTo>
                    <a:pt x="88" y="30"/>
                  </a:lnTo>
                  <a:lnTo>
                    <a:pt x="90" y="36"/>
                  </a:lnTo>
                  <a:lnTo>
                    <a:pt x="92" y="40"/>
                  </a:lnTo>
                  <a:lnTo>
                    <a:pt x="96" y="50"/>
                  </a:lnTo>
                  <a:lnTo>
                    <a:pt x="98" y="58"/>
                  </a:lnTo>
                  <a:lnTo>
                    <a:pt x="100" y="64"/>
                  </a:lnTo>
                  <a:lnTo>
                    <a:pt x="98" y="68"/>
                  </a:lnTo>
                  <a:lnTo>
                    <a:pt x="96" y="70"/>
                  </a:lnTo>
                  <a:lnTo>
                    <a:pt x="92" y="70"/>
                  </a:lnTo>
                  <a:lnTo>
                    <a:pt x="88" y="66"/>
                  </a:lnTo>
                  <a:lnTo>
                    <a:pt x="82" y="64"/>
                  </a:lnTo>
                  <a:lnTo>
                    <a:pt x="78" y="60"/>
                  </a:lnTo>
                  <a:lnTo>
                    <a:pt x="76" y="60"/>
                  </a:lnTo>
                  <a:lnTo>
                    <a:pt x="72" y="60"/>
                  </a:lnTo>
                  <a:lnTo>
                    <a:pt x="66" y="60"/>
                  </a:lnTo>
                  <a:lnTo>
                    <a:pt x="68" y="60"/>
                  </a:lnTo>
                  <a:lnTo>
                    <a:pt x="68" y="56"/>
                  </a:lnTo>
                  <a:lnTo>
                    <a:pt x="68" y="54"/>
                  </a:lnTo>
                  <a:lnTo>
                    <a:pt x="68" y="50"/>
                  </a:lnTo>
                  <a:lnTo>
                    <a:pt x="68" y="46"/>
                  </a:lnTo>
                  <a:lnTo>
                    <a:pt x="66" y="42"/>
                  </a:lnTo>
                  <a:lnTo>
                    <a:pt x="62" y="40"/>
                  </a:lnTo>
                  <a:lnTo>
                    <a:pt x="58" y="38"/>
                  </a:lnTo>
                  <a:lnTo>
                    <a:pt x="50" y="36"/>
                  </a:lnTo>
                  <a:lnTo>
                    <a:pt x="48" y="36"/>
                  </a:lnTo>
                  <a:lnTo>
                    <a:pt x="44" y="38"/>
                  </a:lnTo>
                  <a:lnTo>
                    <a:pt x="40" y="40"/>
                  </a:lnTo>
                  <a:lnTo>
                    <a:pt x="36" y="42"/>
                  </a:lnTo>
                  <a:lnTo>
                    <a:pt x="32" y="46"/>
                  </a:lnTo>
                  <a:lnTo>
                    <a:pt x="32" y="52"/>
                  </a:lnTo>
                  <a:lnTo>
                    <a:pt x="18" y="4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06" name="Freeform 268"/>
            <p:cNvSpPr>
              <a:spLocks/>
            </p:cNvSpPr>
            <p:nvPr/>
          </p:nvSpPr>
          <p:spPr bwMode="gray">
            <a:xfrm>
              <a:off x="735" y="2960"/>
              <a:ext cx="84" cy="88"/>
            </a:xfrm>
            <a:custGeom>
              <a:avLst/>
              <a:gdLst>
                <a:gd name="T0" fmla="*/ 42 w 84"/>
                <a:gd name="T1" fmla="*/ 84 h 88"/>
                <a:gd name="T2" fmla="*/ 44 w 84"/>
                <a:gd name="T3" fmla="*/ 78 h 88"/>
                <a:gd name="T4" fmla="*/ 44 w 84"/>
                <a:gd name="T5" fmla="*/ 68 h 88"/>
                <a:gd name="T6" fmla="*/ 42 w 84"/>
                <a:gd name="T7" fmla="*/ 66 h 88"/>
                <a:gd name="T8" fmla="*/ 36 w 84"/>
                <a:gd name="T9" fmla="*/ 64 h 88"/>
                <a:gd name="T10" fmla="*/ 32 w 84"/>
                <a:gd name="T11" fmla="*/ 64 h 88"/>
                <a:gd name="T12" fmla="*/ 28 w 84"/>
                <a:gd name="T13" fmla="*/ 62 h 88"/>
                <a:gd name="T14" fmla="*/ 26 w 84"/>
                <a:gd name="T15" fmla="*/ 54 h 88"/>
                <a:gd name="T16" fmla="*/ 26 w 84"/>
                <a:gd name="T17" fmla="*/ 48 h 88"/>
                <a:gd name="T18" fmla="*/ 24 w 84"/>
                <a:gd name="T19" fmla="*/ 46 h 88"/>
                <a:gd name="T20" fmla="*/ 18 w 84"/>
                <a:gd name="T21" fmla="*/ 42 h 88"/>
                <a:gd name="T22" fmla="*/ 10 w 84"/>
                <a:gd name="T23" fmla="*/ 48 h 88"/>
                <a:gd name="T24" fmla="*/ 10 w 84"/>
                <a:gd name="T25" fmla="*/ 44 h 88"/>
                <a:gd name="T26" fmla="*/ 10 w 84"/>
                <a:gd name="T27" fmla="*/ 36 h 88"/>
                <a:gd name="T28" fmla="*/ 8 w 84"/>
                <a:gd name="T29" fmla="*/ 32 h 88"/>
                <a:gd name="T30" fmla="*/ 4 w 84"/>
                <a:gd name="T31" fmla="*/ 24 h 88"/>
                <a:gd name="T32" fmla="*/ 2 w 84"/>
                <a:gd name="T33" fmla="*/ 14 h 88"/>
                <a:gd name="T34" fmla="*/ 0 w 84"/>
                <a:gd name="T35" fmla="*/ 6 h 88"/>
                <a:gd name="T36" fmla="*/ 6 w 84"/>
                <a:gd name="T37" fmla="*/ 8 h 88"/>
                <a:gd name="T38" fmla="*/ 16 w 84"/>
                <a:gd name="T39" fmla="*/ 6 h 88"/>
                <a:gd name="T40" fmla="*/ 22 w 84"/>
                <a:gd name="T41" fmla="*/ 4 h 88"/>
                <a:gd name="T42" fmla="*/ 24 w 84"/>
                <a:gd name="T43" fmla="*/ 0 h 88"/>
                <a:gd name="T44" fmla="*/ 30 w 84"/>
                <a:gd name="T45" fmla="*/ 2 h 88"/>
                <a:gd name="T46" fmla="*/ 32 w 84"/>
                <a:gd name="T47" fmla="*/ 4 h 88"/>
                <a:gd name="T48" fmla="*/ 36 w 84"/>
                <a:gd name="T49" fmla="*/ 4 h 88"/>
                <a:gd name="T50" fmla="*/ 38 w 84"/>
                <a:gd name="T51" fmla="*/ 2 h 88"/>
                <a:gd name="T52" fmla="*/ 42 w 84"/>
                <a:gd name="T53" fmla="*/ 0 h 88"/>
                <a:gd name="T54" fmla="*/ 50 w 84"/>
                <a:gd name="T55" fmla="*/ 0 h 88"/>
                <a:gd name="T56" fmla="*/ 58 w 84"/>
                <a:gd name="T57" fmla="*/ 2 h 88"/>
                <a:gd name="T58" fmla="*/ 64 w 84"/>
                <a:gd name="T59" fmla="*/ 0 h 88"/>
                <a:gd name="T60" fmla="*/ 72 w 84"/>
                <a:gd name="T61" fmla="*/ 0 h 88"/>
                <a:gd name="T62" fmla="*/ 76 w 84"/>
                <a:gd name="T63" fmla="*/ 4 h 88"/>
                <a:gd name="T64" fmla="*/ 78 w 84"/>
                <a:gd name="T65" fmla="*/ 12 h 88"/>
                <a:gd name="T66" fmla="*/ 82 w 84"/>
                <a:gd name="T67" fmla="*/ 32 h 88"/>
                <a:gd name="T68" fmla="*/ 80 w 84"/>
                <a:gd name="T69" fmla="*/ 46 h 88"/>
                <a:gd name="T70" fmla="*/ 76 w 84"/>
                <a:gd name="T71" fmla="*/ 68 h 88"/>
                <a:gd name="T72" fmla="*/ 84 w 84"/>
                <a:gd name="T73" fmla="*/ 88 h 88"/>
                <a:gd name="T74" fmla="*/ 42 w 84"/>
                <a:gd name="T75" fmla="*/ 86 h 8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84"/>
                <a:gd name="T115" fmla="*/ 0 h 88"/>
                <a:gd name="T116" fmla="*/ 84 w 84"/>
                <a:gd name="T117" fmla="*/ 88 h 88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84" h="88">
                  <a:moveTo>
                    <a:pt x="42" y="86"/>
                  </a:moveTo>
                  <a:lnTo>
                    <a:pt x="42" y="84"/>
                  </a:lnTo>
                  <a:lnTo>
                    <a:pt x="44" y="82"/>
                  </a:lnTo>
                  <a:lnTo>
                    <a:pt x="44" y="78"/>
                  </a:lnTo>
                  <a:lnTo>
                    <a:pt x="46" y="74"/>
                  </a:lnTo>
                  <a:lnTo>
                    <a:pt x="44" y="68"/>
                  </a:lnTo>
                  <a:lnTo>
                    <a:pt x="42" y="66"/>
                  </a:lnTo>
                  <a:lnTo>
                    <a:pt x="40" y="64"/>
                  </a:lnTo>
                  <a:lnTo>
                    <a:pt x="36" y="64"/>
                  </a:lnTo>
                  <a:lnTo>
                    <a:pt x="32" y="64"/>
                  </a:lnTo>
                  <a:lnTo>
                    <a:pt x="30" y="64"/>
                  </a:lnTo>
                  <a:lnTo>
                    <a:pt x="28" y="62"/>
                  </a:lnTo>
                  <a:lnTo>
                    <a:pt x="26" y="58"/>
                  </a:lnTo>
                  <a:lnTo>
                    <a:pt x="26" y="54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4" y="46"/>
                  </a:lnTo>
                  <a:lnTo>
                    <a:pt x="22" y="44"/>
                  </a:lnTo>
                  <a:lnTo>
                    <a:pt x="18" y="42"/>
                  </a:lnTo>
                  <a:lnTo>
                    <a:pt x="14" y="44"/>
                  </a:lnTo>
                  <a:lnTo>
                    <a:pt x="10" y="48"/>
                  </a:lnTo>
                  <a:lnTo>
                    <a:pt x="10" y="46"/>
                  </a:lnTo>
                  <a:lnTo>
                    <a:pt x="10" y="44"/>
                  </a:lnTo>
                  <a:lnTo>
                    <a:pt x="10" y="40"/>
                  </a:lnTo>
                  <a:lnTo>
                    <a:pt x="10" y="36"/>
                  </a:lnTo>
                  <a:lnTo>
                    <a:pt x="8" y="32"/>
                  </a:lnTo>
                  <a:lnTo>
                    <a:pt x="6" y="28"/>
                  </a:lnTo>
                  <a:lnTo>
                    <a:pt x="4" y="24"/>
                  </a:lnTo>
                  <a:lnTo>
                    <a:pt x="2" y="20"/>
                  </a:lnTo>
                  <a:lnTo>
                    <a:pt x="2" y="14"/>
                  </a:lnTo>
                  <a:lnTo>
                    <a:pt x="0" y="10"/>
                  </a:lnTo>
                  <a:lnTo>
                    <a:pt x="0" y="6"/>
                  </a:lnTo>
                  <a:lnTo>
                    <a:pt x="2" y="6"/>
                  </a:lnTo>
                  <a:lnTo>
                    <a:pt x="6" y="8"/>
                  </a:lnTo>
                  <a:lnTo>
                    <a:pt x="10" y="8"/>
                  </a:lnTo>
                  <a:lnTo>
                    <a:pt x="16" y="6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4" y="0"/>
                  </a:lnTo>
                  <a:lnTo>
                    <a:pt x="28" y="0"/>
                  </a:lnTo>
                  <a:lnTo>
                    <a:pt x="30" y="2"/>
                  </a:lnTo>
                  <a:lnTo>
                    <a:pt x="30" y="4"/>
                  </a:lnTo>
                  <a:lnTo>
                    <a:pt x="32" y="4"/>
                  </a:lnTo>
                  <a:lnTo>
                    <a:pt x="34" y="6"/>
                  </a:lnTo>
                  <a:lnTo>
                    <a:pt x="36" y="4"/>
                  </a:lnTo>
                  <a:lnTo>
                    <a:pt x="38" y="2"/>
                  </a:lnTo>
                  <a:lnTo>
                    <a:pt x="40" y="2"/>
                  </a:lnTo>
                  <a:lnTo>
                    <a:pt x="42" y="0"/>
                  </a:lnTo>
                  <a:lnTo>
                    <a:pt x="46" y="0"/>
                  </a:lnTo>
                  <a:lnTo>
                    <a:pt x="50" y="0"/>
                  </a:lnTo>
                  <a:lnTo>
                    <a:pt x="56" y="2"/>
                  </a:lnTo>
                  <a:lnTo>
                    <a:pt x="58" y="2"/>
                  </a:lnTo>
                  <a:lnTo>
                    <a:pt x="62" y="2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4" y="2"/>
                  </a:lnTo>
                  <a:lnTo>
                    <a:pt x="76" y="4"/>
                  </a:lnTo>
                  <a:lnTo>
                    <a:pt x="76" y="8"/>
                  </a:lnTo>
                  <a:lnTo>
                    <a:pt x="78" y="12"/>
                  </a:lnTo>
                  <a:lnTo>
                    <a:pt x="80" y="20"/>
                  </a:lnTo>
                  <a:lnTo>
                    <a:pt x="82" y="32"/>
                  </a:lnTo>
                  <a:lnTo>
                    <a:pt x="80" y="42"/>
                  </a:lnTo>
                  <a:lnTo>
                    <a:pt x="80" y="46"/>
                  </a:lnTo>
                  <a:lnTo>
                    <a:pt x="78" y="56"/>
                  </a:lnTo>
                  <a:lnTo>
                    <a:pt x="76" y="68"/>
                  </a:lnTo>
                  <a:lnTo>
                    <a:pt x="78" y="76"/>
                  </a:lnTo>
                  <a:lnTo>
                    <a:pt x="84" y="88"/>
                  </a:lnTo>
                  <a:lnTo>
                    <a:pt x="66" y="82"/>
                  </a:lnTo>
                  <a:lnTo>
                    <a:pt x="42" y="8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07" name="Freeform 269"/>
            <p:cNvSpPr>
              <a:spLocks/>
            </p:cNvSpPr>
            <p:nvPr/>
          </p:nvSpPr>
          <p:spPr bwMode="gray">
            <a:xfrm>
              <a:off x="773" y="2924"/>
              <a:ext cx="74" cy="38"/>
            </a:xfrm>
            <a:custGeom>
              <a:avLst/>
              <a:gdLst>
                <a:gd name="T0" fmla="*/ 28 w 74"/>
                <a:gd name="T1" fmla="*/ 8 h 38"/>
                <a:gd name="T2" fmla="*/ 28 w 74"/>
                <a:gd name="T3" fmla="*/ 8 h 38"/>
                <a:gd name="T4" fmla="*/ 24 w 74"/>
                <a:gd name="T5" fmla="*/ 8 h 38"/>
                <a:gd name="T6" fmla="*/ 20 w 74"/>
                <a:gd name="T7" fmla="*/ 8 h 38"/>
                <a:gd name="T8" fmla="*/ 16 w 74"/>
                <a:gd name="T9" fmla="*/ 10 h 38"/>
                <a:gd name="T10" fmla="*/ 12 w 74"/>
                <a:gd name="T11" fmla="*/ 12 h 38"/>
                <a:gd name="T12" fmla="*/ 8 w 74"/>
                <a:gd name="T13" fmla="*/ 16 h 38"/>
                <a:gd name="T14" fmla="*/ 4 w 74"/>
                <a:gd name="T15" fmla="*/ 22 h 38"/>
                <a:gd name="T16" fmla="*/ 0 w 74"/>
                <a:gd name="T17" fmla="*/ 38 h 38"/>
                <a:gd name="T18" fmla="*/ 0 w 74"/>
                <a:gd name="T19" fmla="*/ 38 h 38"/>
                <a:gd name="T20" fmla="*/ 2 w 74"/>
                <a:gd name="T21" fmla="*/ 38 h 38"/>
                <a:gd name="T22" fmla="*/ 6 w 74"/>
                <a:gd name="T23" fmla="*/ 36 h 38"/>
                <a:gd name="T24" fmla="*/ 10 w 74"/>
                <a:gd name="T25" fmla="*/ 36 h 38"/>
                <a:gd name="T26" fmla="*/ 16 w 74"/>
                <a:gd name="T27" fmla="*/ 38 h 38"/>
                <a:gd name="T28" fmla="*/ 16 w 74"/>
                <a:gd name="T29" fmla="*/ 38 h 38"/>
                <a:gd name="T30" fmla="*/ 18 w 74"/>
                <a:gd name="T31" fmla="*/ 38 h 38"/>
                <a:gd name="T32" fmla="*/ 22 w 74"/>
                <a:gd name="T33" fmla="*/ 38 h 38"/>
                <a:gd name="T34" fmla="*/ 28 w 74"/>
                <a:gd name="T35" fmla="*/ 36 h 38"/>
                <a:gd name="T36" fmla="*/ 28 w 74"/>
                <a:gd name="T37" fmla="*/ 36 h 38"/>
                <a:gd name="T38" fmla="*/ 30 w 74"/>
                <a:gd name="T39" fmla="*/ 36 h 38"/>
                <a:gd name="T40" fmla="*/ 32 w 74"/>
                <a:gd name="T41" fmla="*/ 36 h 38"/>
                <a:gd name="T42" fmla="*/ 36 w 74"/>
                <a:gd name="T43" fmla="*/ 36 h 38"/>
                <a:gd name="T44" fmla="*/ 36 w 74"/>
                <a:gd name="T45" fmla="*/ 36 h 38"/>
                <a:gd name="T46" fmla="*/ 36 w 74"/>
                <a:gd name="T47" fmla="*/ 34 h 38"/>
                <a:gd name="T48" fmla="*/ 36 w 74"/>
                <a:gd name="T49" fmla="*/ 32 h 38"/>
                <a:gd name="T50" fmla="*/ 38 w 74"/>
                <a:gd name="T51" fmla="*/ 30 h 38"/>
                <a:gd name="T52" fmla="*/ 40 w 74"/>
                <a:gd name="T53" fmla="*/ 28 h 38"/>
                <a:gd name="T54" fmla="*/ 40 w 74"/>
                <a:gd name="T55" fmla="*/ 26 h 38"/>
                <a:gd name="T56" fmla="*/ 42 w 74"/>
                <a:gd name="T57" fmla="*/ 24 h 38"/>
                <a:gd name="T58" fmla="*/ 44 w 74"/>
                <a:gd name="T59" fmla="*/ 22 h 38"/>
                <a:gd name="T60" fmla="*/ 46 w 74"/>
                <a:gd name="T61" fmla="*/ 22 h 38"/>
                <a:gd name="T62" fmla="*/ 50 w 74"/>
                <a:gd name="T63" fmla="*/ 20 h 38"/>
                <a:gd name="T64" fmla="*/ 60 w 74"/>
                <a:gd name="T65" fmla="*/ 20 h 38"/>
                <a:gd name="T66" fmla="*/ 62 w 74"/>
                <a:gd name="T67" fmla="*/ 20 h 38"/>
                <a:gd name="T68" fmla="*/ 64 w 74"/>
                <a:gd name="T69" fmla="*/ 22 h 38"/>
                <a:gd name="T70" fmla="*/ 68 w 74"/>
                <a:gd name="T71" fmla="*/ 22 h 38"/>
                <a:gd name="T72" fmla="*/ 70 w 74"/>
                <a:gd name="T73" fmla="*/ 22 h 38"/>
                <a:gd name="T74" fmla="*/ 72 w 74"/>
                <a:gd name="T75" fmla="*/ 22 h 38"/>
                <a:gd name="T76" fmla="*/ 74 w 74"/>
                <a:gd name="T77" fmla="*/ 20 h 38"/>
                <a:gd name="T78" fmla="*/ 74 w 74"/>
                <a:gd name="T79" fmla="*/ 20 h 38"/>
                <a:gd name="T80" fmla="*/ 74 w 74"/>
                <a:gd name="T81" fmla="*/ 18 h 38"/>
                <a:gd name="T82" fmla="*/ 72 w 74"/>
                <a:gd name="T83" fmla="*/ 16 h 38"/>
                <a:gd name="T84" fmla="*/ 70 w 74"/>
                <a:gd name="T85" fmla="*/ 16 h 38"/>
                <a:gd name="T86" fmla="*/ 66 w 74"/>
                <a:gd name="T87" fmla="*/ 14 h 38"/>
                <a:gd name="T88" fmla="*/ 64 w 74"/>
                <a:gd name="T89" fmla="*/ 12 h 38"/>
                <a:gd name="T90" fmla="*/ 62 w 74"/>
                <a:gd name="T91" fmla="*/ 8 h 38"/>
                <a:gd name="T92" fmla="*/ 60 w 74"/>
                <a:gd name="T93" fmla="*/ 4 h 38"/>
                <a:gd name="T94" fmla="*/ 60 w 74"/>
                <a:gd name="T95" fmla="*/ 2 h 38"/>
                <a:gd name="T96" fmla="*/ 58 w 74"/>
                <a:gd name="T97" fmla="*/ 0 h 38"/>
                <a:gd name="T98" fmla="*/ 58 w 74"/>
                <a:gd name="T99" fmla="*/ 0 h 38"/>
                <a:gd name="T100" fmla="*/ 56 w 74"/>
                <a:gd name="T101" fmla="*/ 0 h 38"/>
                <a:gd name="T102" fmla="*/ 54 w 74"/>
                <a:gd name="T103" fmla="*/ 2 h 38"/>
                <a:gd name="T104" fmla="*/ 50 w 74"/>
                <a:gd name="T105" fmla="*/ 2 h 38"/>
                <a:gd name="T106" fmla="*/ 46 w 74"/>
                <a:gd name="T107" fmla="*/ 4 h 38"/>
                <a:gd name="T108" fmla="*/ 40 w 74"/>
                <a:gd name="T109" fmla="*/ 6 h 38"/>
                <a:gd name="T110" fmla="*/ 36 w 74"/>
                <a:gd name="T111" fmla="*/ 8 h 38"/>
                <a:gd name="T112" fmla="*/ 28 w 74"/>
                <a:gd name="T113" fmla="*/ 8 h 3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74"/>
                <a:gd name="T172" fmla="*/ 0 h 38"/>
                <a:gd name="T173" fmla="*/ 74 w 74"/>
                <a:gd name="T174" fmla="*/ 38 h 38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74" h="38">
                  <a:moveTo>
                    <a:pt x="28" y="8"/>
                  </a:moveTo>
                  <a:lnTo>
                    <a:pt x="28" y="8"/>
                  </a:lnTo>
                  <a:lnTo>
                    <a:pt x="24" y="8"/>
                  </a:lnTo>
                  <a:lnTo>
                    <a:pt x="20" y="8"/>
                  </a:lnTo>
                  <a:lnTo>
                    <a:pt x="16" y="10"/>
                  </a:lnTo>
                  <a:lnTo>
                    <a:pt x="12" y="12"/>
                  </a:lnTo>
                  <a:lnTo>
                    <a:pt x="8" y="16"/>
                  </a:lnTo>
                  <a:lnTo>
                    <a:pt x="4" y="22"/>
                  </a:lnTo>
                  <a:lnTo>
                    <a:pt x="0" y="38"/>
                  </a:lnTo>
                  <a:lnTo>
                    <a:pt x="2" y="38"/>
                  </a:lnTo>
                  <a:lnTo>
                    <a:pt x="6" y="36"/>
                  </a:lnTo>
                  <a:lnTo>
                    <a:pt x="10" y="36"/>
                  </a:lnTo>
                  <a:lnTo>
                    <a:pt x="16" y="38"/>
                  </a:lnTo>
                  <a:lnTo>
                    <a:pt x="18" y="38"/>
                  </a:lnTo>
                  <a:lnTo>
                    <a:pt x="22" y="38"/>
                  </a:lnTo>
                  <a:lnTo>
                    <a:pt x="28" y="36"/>
                  </a:lnTo>
                  <a:lnTo>
                    <a:pt x="30" y="36"/>
                  </a:lnTo>
                  <a:lnTo>
                    <a:pt x="32" y="36"/>
                  </a:lnTo>
                  <a:lnTo>
                    <a:pt x="36" y="36"/>
                  </a:lnTo>
                  <a:lnTo>
                    <a:pt x="36" y="34"/>
                  </a:lnTo>
                  <a:lnTo>
                    <a:pt x="36" y="32"/>
                  </a:lnTo>
                  <a:lnTo>
                    <a:pt x="38" y="30"/>
                  </a:lnTo>
                  <a:lnTo>
                    <a:pt x="40" y="28"/>
                  </a:lnTo>
                  <a:lnTo>
                    <a:pt x="40" y="26"/>
                  </a:lnTo>
                  <a:lnTo>
                    <a:pt x="42" y="24"/>
                  </a:lnTo>
                  <a:lnTo>
                    <a:pt x="44" y="22"/>
                  </a:lnTo>
                  <a:lnTo>
                    <a:pt x="46" y="22"/>
                  </a:lnTo>
                  <a:lnTo>
                    <a:pt x="50" y="20"/>
                  </a:lnTo>
                  <a:lnTo>
                    <a:pt x="60" y="20"/>
                  </a:lnTo>
                  <a:lnTo>
                    <a:pt x="62" y="20"/>
                  </a:lnTo>
                  <a:lnTo>
                    <a:pt x="64" y="22"/>
                  </a:lnTo>
                  <a:lnTo>
                    <a:pt x="68" y="22"/>
                  </a:lnTo>
                  <a:lnTo>
                    <a:pt x="70" y="22"/>
                  </a:lnTo>
                  <a:lnTo>
                    <a:pt x="72" y="22"/>
                  </a:lnTo>
                  <a:lnTo>
                    <a:pt x="74" y="20"/>
                  </a:lnTo>
                  <a:lnTo>
                    <a:pt x="74" y="18"/>
                  </a:lnTo>
                  <a:lnTo>
                    <a:pt x="72" y="16"/>
                  </a:lnTo>
                  <a:lnTo>
                    <a:pt x="70" y="16"/>
                  </a:lnTo>
                  <a:lnTo>
                    <a:pt x="66" y="14"/>
                  </a:lnTo>
                  <a:lnTo>
                    <a:pt x="64" y="12"/>
                  </a:lnTo>
                  <a:lnTo>
                    <a:pt x="62" y="8"/>
                  </a:lnTo>
                  <a:lnTo>
                    <a:pt x="60" y="4"/>
                  </a:lnTo>
                  <a:lnTo>
                    <a:pt x="60" y="2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4" y="2"/>
                  </a:lnTo>
                  <a:lnTo>
                    <a:pt x="50" y="2"/>
                  </a:lnTo>
                  <a:lnTo>
                    <a:pt x="46" y="4"/>
                  </a:lnTo>
                  <a:lnTo>
                    <a:pt x="40" y="6"/>
                  </a:lnTo>
                  <a:lnTo>
                    <a:pt x="36" y="8"/>
                  </a:lnTo>
                  <a:lnTo>
                    <a:pt x="28" y="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08" name="Freeform 270"/>
            <p:cNvSpPr>
              <a:spLocks/>
            </p:cNvSpPr>
            <p:nvPr/>
          </p:nvSpPr>
          <p:spPr bwMode="gray">
            <a:xfrm>
              <a:off x="809" y="2944"/>
              <a:ext cx="32" cy="106"/>
            </a:xfrm>
            <a:custGeom>
              <a:avLst/>
              <a:gdLst>
                <a:gd name="T0" fmla="*/ 14 w 32"/>
                <a:gd name="T1" fmla="*/ 0 h 106"/>
                <a:gd name="T2" fmla="*/ 14 w 32"/>
                <a:gd name="T3" fmla="*/ 0 h 106"/>
                <a:gd name="T4" fmla="*/ 12 w 32"/>
                <a:gd name="T5" fmla="*/ 0 h 106"/>
                <a:gd name="T6" fmla="*/ 8 w 32"/>
                <a:gd name="T7" fmla="*/ 2 h 106"/>
                <a:gd name="T8" fmla="*/ 6 w 32"/>
                <a:gd name="T9" fmla="*/ 4 h 106"/>
                <a:gd name="T10" fmla="*/ 4 w 32"/>
                <a:gd name="T11" fmla="*/ 6 h 106"/>
                <a:gd name="T12" fmla="*/ 4 w 32"/>
                <a:gd name="T13" fmla="*/ 8 h 106"/>
                <a:gd name="T14" fmla="*/ 4 w 32"/>
                <a:gd name="T15" fmla="*/ 10 h 106"/>
                <a:gd name="T16" fmla="*/ 2 w 32"/>
                <a:gd name="T17" fmla="*/ 12 h 106"/>
                <a:gd name="T18" fmla="*/ 0 w 32"/>
                <a:gd name="T19" fmla="*/ 12 h 106"/>
                <a:gd name="T20" fmla="*/ 0 w 32"/>
                <a:gd name="T21" fmla="*/ 14 h 106"/>
                <a:gd name="T22" fmla="*/ 2 w 32"/>
                <a:gd name="T23" fmla="*/ 18 h 106"/>
                <a:gd name="T24" fmla="*/ 2 w 32"/>
                <a:gd name="T25" fmla="*/ 24 h 106"/>
                <a:gd name="T26" fmla="*/ 4 w 32"/>
                <a:gd name="T27" fmla="*/ 28 h 106"/>
                <a:gd name="T28" fmla="*/ 6 w 32"/>
                <a:gd name="T29" fmla="*/ 32 h 106"/>
                <a:gd name="T30" fmla="*/ 6 w 32"/>
                <a:gd name="T31" fmla="*/ 36 h 106"/>
                <a:gd name="T32" fmla="*/ 6 w 32"/>
                <a:gd name="T33" fmla="*/ 40 h 106"/>
                <a:gd name="T34" fmla="*/ 6 w 32"/>
                <a:gd name="T35" fmla="*/ 44 h 106"/>
                <a:gd name="T36" fmla="*/ 8 w 32"/>
                <a:gd name="T37" fmla="*/ 50 h 106"/>
                <a:gd name="T38" fmla="*/ 6 w 32"/>
                <a:gd name="T39" fmla="*/ 58 h 106"/>
                <a:gd name="T40" fmla="*/ 6 w 32"/>
                <a:gd name="T41" fmla="*/ 58 h 106"/>
                <a:gd name="T42" fmla="*/ 6 w 32"/>
                <a:gd name="T43" fmla="*/ 62 h 106"/>
                <a:gd name="T44" fmla="*/ 4 w 32"/>
                <a:gd name="T45" fmla="*/ 68 h 106"/>
                <a:gd name="T46" fmla="*/ 4 w 32"/>
                <a:gd name="T47" fmla="*/ 74 h 106"/>
                <a:gd name="T48" fmla="*/ 2 w 32"/>
                <a:gd name="T49" fmla="*/ 80 h 106"/>
                <a:gd name="T50" fmla="*/ 2 w 32"/>
                <a:gd name="T51" fmla="*/ 88 h 106"/>
                <a:gd name="T52" fmla="*/ 10 w 32"/>
                <a:gd name="T53" fmla="*/ 104 h 106"/>
                <a:gd name="T54" fmla="*/ 28 w 32"/>
                <a:gd name="T55" fmla="*/ 106 h 106"/>
                <a:gd name="T56" fmla="*/ 28 w 32"/>
                <a:gd name="T57" fmla="*/ 102 h 106"/>
                <a:gd name="T58" fmla="*/ 30 w 32"/>
                <a:gd name="T59" fmla="*/ 88 h 106"/>
                <a:gd name="T60" fmla="*/ 32 w 32"/>
                <a:gd name="T61" fmla="*/ 74 h 106"/>
                <a:gd name="T62" fmla="*/ 32 w 32"/>
                <a:gd name="T63" fmla="*/ 62 h 106"/>
                <a:gd name="T64" fmla="*/ 32 w 32"/>
                <a:gd name="T65" fmla="*/ 50 h 106"/>
                <a:gd name="T66" fmla="*/ 30 w 32"/>
                <a:gd name="T67" fmla="*/ 40 h 106"/>
                <a:gd name="T68" fmla="*/ 30 w 32"/>
                <a:gd name="T69" fmla="*/ 36 h 106"/>
                <a:gd name="T70" fmla="*/ 24 w 32"/>
                <a:gd name="T71" fmla="*/ 8 h 106"/>
                <a:gd name="T72" fmla="*/ 20 w 32"/>
                <a:gd name="T73" fmla="*/ 2 h 106"/>
                <a:gd name="T74" fmla="*/ 14 w 32"/>
                <a:gd name="T75" fmla="*/ 0 h 10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2"/>
                <a:gd name="T115" fmla="*/ 0 h 106"/>
                <a:gd name="T116" fmla="*/ 32 w 32"/>
                <a:gd name="T117" fmla="*/ 106 h 10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2" h="106">
                  <a:moveTo>
                    <a:pt x="14" y="0"/>
                  </a:moveTo>
                  <a:lnTo>
                    <a:pt x="14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6"/>
                  </a:lnTo>
                  <a:lnTo>
                    <a:pt x="4" y="8"/>
                  </a:lnTo>
                  <a:lnTo>
                    <a:pt x="4" y="10"/>
                  </a:lnTo>
                  <a:lnTo>
                    <a:pt x="2" y="12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2" y="18"/>
                  </a:lnTo>
                  <a:lnTo>
                    <a:pt x="2" y="24"/>
                  </a:lnTo>
                  <a:lnTo>
                    <a:pt x="4" y="28"/>
                  </a:lnTo>
                  <a:lnTo>
                    <a:pt x="6" y="32"/>
                  </a:lnTo>
                  <a:lnTo>
                    <a:pt x="6" y="36"/>
                  </a:lnTo>
                  <a:lnTo>
                    <a:pt x="6" y="40"/>
                  </a:lnTo>
                  <a:lnTo>
                    <a:pt x="6" y="44"/>
                  </a:lnTo>
                  <a:lnTo>
                    <a:pt x="8" y="50"/>
                  </a:lnTo>
                  <a:lnTo>
                    <a:pt x="6" y="58"/>
                  </a:lnTo>
                  <a:lnTo>
                    <a:pt x="6" y="62"/>
                  </a:lnTo>
                  <a:lnTo>
                    <a:pt x="4" y="68"/>
                  </a:lnTo>
                  <a:lnTo>
                    <a:pt x="4" y="74"/>
                  </a:lnTo>
                  <a:lnTo>
                    <a:pt x="2" y="80"/>
                  </a:lnTo>
                  <a:lnTo>
                    <a:pt x="2" y="88"/>
                  </a:lnTo>
                  <a:lnTo>
                    <a:pt x="10" y="104"/>
                  </a:lnTo>
                  <a:lnTo>
                    <a:pt x="28" y="106"/>
                  </a:lnTo>
                  <a:lnTo>
                    <a:pt x="28" y="102"/>
                  </a:lnTo>
                  <a:lnTo>
                    <a:pt x="30" y="88"/>
                  </a:lnTo>
                  <a:lnTo>
                    <a:pt x="32" y="74"/>
                  </a:lnTo>
                  <a:lnTo>
                    <a:pt x="32" y="62"/>
                  </a:lnTo>
                  <a:lnTo>
                    <a:pt x="32" y="50"/>
                  </a:lnTo>
                  <a:lnTo>
                    <a:pt x="30" y="40"/>
                  </a:lnTo>
                  <a:lnTo>
                    <a:pt x="30" y="36"/>
                  </a:lnTo>
                  <a:lnTo>
                    <a:pt x="24" y="8"/>
                  </a:lnTo>
                  <a:lnTo>
                    <a:pt x="20" y="2"/>
                  </a:lnTo>
                  <a:lnTo>
                    <a:pt x="14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09" name="Freeform 271"/>
            <p:cNvSpPr>
              <a:spLocks/>
            </p:cNvSpPr>
            <p:nvPr/>
          </p:nvSpPr>
          <p:spPr bwMode="gray">
            <a:xfrm>
              <a:off x="829" y="2944"/>
              <a:ext cx="26" cy="106"/>
            </a:xfrm>
            <a:custGeom>
              <a:avLst/>
              <a:gdLst>
                <a:gd name="T0" fmla="*/ 0 w 26"/>
                <a:gd name="T1" fmla="*/ 2 h 106"/>
                <a:gd name="T2" fmla="*/ 0 w 26"/>
                <a:gd name="T3" fmla="*/ 2 h 106"/>
                <a:gd name="T4" fmla="*/ 4 w 26"/>
                <a:gd name="T5" fmla="*/ 0 h 106"/>
                <a:gd name="T6" fmla="*/ 8 w 26"/>
                <a:gd name="T7" fmla="*/ 2 h 106"/>
                <a:gd name="T8" fmla="*/ 14 w 26"/>
                <a:gd name="T9" fmla="*/ 2 h 106"/>
                <a:gd name="T10" fmla="*/ 14 w 26"/>
                <a:gd name="T11" fmla="*/ 4 h 106"/>
                <a:gd name="T12" fmla="*/ 14 w 26"/>
                <a:gd name="T13" fmla="*/ 6 h 106"/>
                <a:gd name="T14" fmla="*/ 14 w 26"/>
                <a:gd name="T15" fmla="*/ 8 h 106"/>
                <a:gd name="T16" fmla="*/ 14 w 26"/>
                <a:gd name="T17" fmla="*/ 10 h 106"/>
                <a:gd name="T18" fmla="*/ 16 w 26"/>
                <a:gd name="T19" fmla="*/ 12 h 106"/>
                <a:gd name="T20" fmla="*/ 18 w 26"/>
                <a:gd name="T21" fmla="*/ 14 h 106"/>
                <a:gd name="T22" fmla="*/ 18 w 26"/>
                <a:gd name="T23" fmla="*/ 14 h 106"/>
                <a:gd name="T24" fmla="*/ 20 w 26"/>
                <a:gd name="T25" fmla="*/ 18 h 106"/>
                <a:gd name="T26" fmla="*/ 24 w 26"/>
                <a:gd name="T27" fmla="*/ 22 h 106"/>
                <a:gd name="T28" fmla="*/ 24 w 26"/>
                <a:gd name="T29" fmla="*/ 28 h 106"/>
                <a:gd name="T30" fmla="*/ 26 w 26"/>
                <a:gd name="T31" fmla="*/ 36 h 106"/>
                <a:gd name="T32" fmla="*/ 26 w 26"/>
                <a:gd name="T33" fmla="*/ 42 h 106"/>
                <a:gd name="T34" fmla="*/ 26 w 26"/>
                <a:gd name="T35" fmla="*/ 56 h 106"/>
                <a:gd name="T36" fmla="*/ 26 w 26"/>
                <a:gd name="T37" fmla="*/ 74 h 106"/>
                <a:gd name="T38" fmla="*/ 26 w 26"/>
                <a:gd name="T39" fmla="*/ 90 h 106"/>
                <a:gd name="T40" fmla="*/ 26 w 26"/>
                <a:gd name="T41" fmla="*/ 96 h 106"/>
                <a:gd name="T42" fmla="*/ 24 w 26"/>
                <a:gd name="T43" fmla="*/ 96 h 106"/>
                <a:gd name="T44" fmla="*/ 20 w 26"/>
                <a:gd name="T45" fmla="*/ 98 h 106"/>
                <a:gd name="T46" fmla="*/ 18 w 26"/>
                <a:gd name="T47" fmla="*/ 100 h 106"/>
                <a:gd name="T48" fmla="*/ 14 w 26"/>
                <a:gd name="T49" fmla="*/ 102 h 106"/>
                <a:gd name="T50" fmla="*/ 8 w 26"/>
                <a:gd name="T51" fmla="*/ 106 h 106"/>
                <a:gd name="T52" fmla="*/ 8 w 26"/>
                <a:gd name="T53" fmla="*/ 102 h 106"/>
                <a:gd name="T54" fmla="*/ 10 w 26"/>
                <a:gd name="T55" fmla="*/ 88 h 106"/>
                <a:gd name="T56" fmla="*/ 12 w 26"/>
                <a:gd name="T57" fmla="*/ 74 h 106"/>
                <a:gd name="T58" fmla="*/ 12 w 26"/>
                <a:gd name="T59" fmla="*/ 60 h 106"/>
                <a:gd name="T60" fmla="*/ 10 w 26"/>
                <a:gd name="T61" fmla="*/ 48 h 106"/>
                <a:gd name="T62" fmla="*/ 10 w 26"/>
                <a:gd name="T63" fmla="*/ 40 h 106"/>
                <a:gd name="T64" fmla="*/ 10 w 26"/>
                <a:gd name="T65" fmla="*/ 34 h 106"/>
                <a:gd name="T66" fmla="*/ 8 w 26"/>
                <a:gd name="T67" fmla="*/ 28 h 106"/>
                <a:gd name="T68" fmla="*/ 6 w 26"/>
                <a:gd name="T69" fmla="*/ 10 h 106"/>
                <a:gd name="T70" fmla="*/ 4 w 26"/>
                <a:gd name="T71" fmla="*/ 10 h 106"/>
                <a:gd name="T72" fmla="*/ 4 w 26"/>
                <a:gd name="T73" fmla="*/ 8 h 106"/>
                <a:gd name="T74" fmla="*/ 2 w 26"/>
                <a:gd name="T75" fmla="*/ 4 h 106"/>
                <a:gd name="T76" fmla="*/ 2 w 26"/>
                <a:gd name="T77" fmla="*/ 2 h 106"/>
                <a:gd name="T78" fmla="*/ 0 w 26"/>
                <a:gd name="T79" fmla="*/ 2 h 10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6"/>
                <a:gd name="T121" fmla="*/ 0 h 106"/>
                <a:gd name="T122" fmla="*/ 26 w 26"/>
                <a:gd name="T123" fmla="*/ 106 h 10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6" h="106">
                  <a:moveTo>
                    <a:pt x="0" y="2"/>
                  </a:moveTo>
                  <a:lnTo>
                    <a:pt x="0" y="2"/>
                  </a:lnTo>
                  <a:lnTo>
                    <a:pt x="4" y="0"/>
                  </a:lnTo>
                  <a:lnTo>
                    <a:pt x="8" y="2"/>
                  </a:lnTo>
                  <a:lnTo>
                    <a:pt x="14" y="2"/>
                  </a:lnTo>
                  <a:lnTo>
                    <a:pt x="14" y="4"/>
                  </a:lnTo>
                  <a:lnTo>
                    <a:pt x="14" y="6"/>
                  </a:lnTo>
                  <a:lnTo>
                    <a:pt x="14" y="8"/>
                  </a:lnTo>
                  <a:lnTo>
                    <a:pt x="14" y="10"/>
                  </a:lnTo>
                  <a:lnTo>
                    <a:pt x="16" y="12"/>
                  </a:lnTo>
                  <a:lnTo>
                    <a:pt x="18" y="14"/>
                  </a:lnTo>
                  <a:lnTo>
                    <a:pt x="20" y="18"/>
                  </a:lnTo>
                  <a:lnTo>
                    <a:pt x="24" y="22"/>
                  </a:lnTo>
                  <a:lnTo>
                    <a:pt x="24" y="28"/>
                  </a:lnTo>
                  <a:lnTo>
                    <a:pt x="26" y="36"/>
                  </a:lnTo>
                  <a:lnTo>
                    <a:pt x="26" y="42"/>
                  </a:lnTo>
                  <a:lnTo>
                    <a:pt x="26" y="56"/>
                  </a:lnTo>
                  <a:lnTo>
                    <a:pt x="26" y="74"/>
                  </a:lnTo>
                  <a:lnTo>
                    <a:pt x="26" y="90"/>
                  </a:lnTo>
                  <a:lnTo>
                    <a:pt x="26" y="96"/>
                  </a:lnTo>
                  <a:lnTo>
                    <a:pt x="24" y="96"/>
                  </a:lnTo>
                  <a:lnTo>
                    <a:pt x="20" y="98"/>
                  </a:lnTo>
                  <a:lnTo>
                    <a:pt x="18" y="100"/>
                  </a:lnTo>
                  <a:lnTo>
                    <a:pt x="14" y="102"/>
                  </a:lnTo>
                  <a:lnTo>
                    <a:pt x="8" y="106"/>
                  </a:lnTo>
                  <a:lnTo>
                    <a:pt x="8" y="102"/>
                  </a:lnTo>
                  <a:lnTo>
                    <a:pt x="10" y="88"/>
                  </a:lnTo>
                  <a:lnTo>
                    <a:pt x="12" y="74"/>
                  </a:lnTo>
                  <a:lnTo>
                    <a:pt x="12" y="60"/>
                  </a:lnTo>
                  <a:lnTo>
                    <a:pt x="10" y="48"/>
                  </a:lnTo>
                  <a:lnTo>
                    <a:pt x="10" y="40"/>
                  </a:lnTo>
                  <a:lnTo>
                    <a:pt x="10" y="34"/>
                  </a:lnTo>
                  <a:lnTo>
                    <a:pt x="8" y="28"/>
                  </a:lnTo>
                  <a:lnTo>
                    <a:pt x="6" y="10"/>
                  </a:lnTo>
                  <a:lnTo>
                    <a:pt x="4" y="10"/>
                  </a:lnTo>
                  <a:lnTo>
                    <a:pt x="4" y="8"/>
                  </a:lnTo>
                  <a:lnTo>
                    <a:pt x="2" y="4"/>
                  </a:lnTo>
                  <a:lnTo>
                    <a:pt x="2" y="2"/>
                  </a:lnTo>
                  <a:lnTo>
                    <a:pt x="0" y="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10" name="Freeform 272"/>
            <p:cNvSpPr>
              <a:spLocks/>
            </p:cNvSpPr>
            <p:nvPr/>
          </p:nvSpPr>
          <p:spPr bwMode="gray">
            <a:xfrm>
              <a:off x="841" y="2938"/>
              <a:ext cx="42" cy="102"/>
            </a:xfrm>
            <a:custGeom>
              <a:avLst/>
              <a:gdLst>
                <a:gd name="T0" fmla="*/ 14 w 42"/>
                <a:gd name="T1" fmla="*/ 102 h 102"/>
                <a:gd name="T2" fmla="*/ 14 w 42"/>
                <a:gd name="T3" fmla="*/ 96 h 102"/>
                <a:gd name="T4" fmla="*/ 14 w 42"/>
                <a:gd name="T5" fmla="*/ 82 h 102"/>
                <a:gd name="T6" fmla="*/ 14 w 42"/>
                <a:gd name="T7" fmla="*/ 64 h 102"/>
                <a:gd name="T8" fmla="*/ 14 w 42"/>
                <a:gd name="T9" fmla="*/ 46 h 102"/>
                <a:gd name="T10" fmla="*/ 14 w 42"/>
                <a:gd name="T11" fmla="*/ 36 h 102"/>
                <a:gd name="T12" fmla="*/ 12 w 42"/>
                <a:gd name="T13" fmla="*/ 30 h 102"/>
                <a:gd name="T14" fmla="*/ 8 w 42"/>
                <a:gd name="T15" fmla="*/ 24 h 102"/>
                <a:gd name="T16" fmla="*/ 6 w 42"/>
                <a:gd name="T17" fmla="*/ 20 h 102"/>
                <a:gd name="T18" fmla="*/ 2 w 42"/>
                <a:gd name="T19" fmla="*/ 18 h 102"/>
                <a:gd name="T20" fmla="*/ 0 w 42"/>
                <a:gd name="T21" fmla="*/ 12 h 102"/>
                <a:gd name="T22" fmla="*/ 2 w 42"/>
                <a:gd name="T23" fmla="*/ 8 h 102"/>
                <a:gd name="T24" fmla="*/ 14 w 42"/>
                <a:gd name="T25" fmla="*/ 8 h 102"/>
                <a:gd name="T26" fmla="*/ 16 w 42"/>
                <a:gd name="T27" fmla="*/ 0 h 102"/>
                <a:gd name="T28" fmla="*/ 28 w 42"/>
                <a:gd name="T29" fmla="*/ 10 h 102"/>
                <a:gd name="T30" fmla="*/ 30 w 42"/>
                <a:gd name="T31" fmla="*/ 12 h 102"/>
                <a:gd name="T32" fmla="*/ 34 w 42"/>
                <a:gd name="T33" fmla="*/ 16 h 102"/>
                <a:gd name="T34" fmla="*/ 40 w 42"/>
                <a:gd name="T35" fmla="*/ 22 h 102"/>
                <a:gd name="T36" fmla="*/ 42 w 42"/>
                <a:gd name="T37" fmla="*/ 34 h 102"/>
                <a:gd name="T38" fmla="*/ 38 w 42"/>
                <a:gd name="T39" fmla="*/ 48 h 102"/>
                <a:gd name="T40" fmla="*/ 38 w 42"/>
                <a:gd name="T41" fmla="*/ 52 h 102"/>
                <a:gd name="T42" fmla="*/ 36 w 42"/>
                <a:gd name="T43" fmla="*/ 64 h 102"/>
                <a:gd name="T44" fmla="*/ 36 w 42"/>
                <a:gd name="T45" fmla="*/ 82 h 102"/>
                <a:gd name="T46" fmla="*/ 34 w 42"/>
                <a:gd name="T47" fmla="*/ 98 h 102"/>
                <a:gd name="T48" fmla="*/ 14 w 42"/>
                <a:gd name="T49" fmla="*/ 102 h 10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2"/>
                <a:gd name="T76" fmla="*/ 0 h 102"/>
                <a:gd name="T77" fmla="*/ 42 w 42"/>
                <a:gd name="T78" fmla="*/ 102 h 10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2" h="102">
                  <a:moveTo>
                    <a:pt x="14" y="102"/>
                  </a:moveTo>
                  <a:lnTo>
                    <a:pt x="14" y="96"/>
                  </a:lnTo>
                  <a:lnTo>
                    <a:pt x="14" y="82"/>
                  </a:lnTo>
                  <a:lnTo>
                    <a:pt x="14" y="64"/>
                  </a:lnTo>
                  <a:lnTo>
                    <a:pt x="14" y="46"/>
                  </a:lnTo>
                  <a:lnTo>
                    <a:pt x="14" y="36"/>
                  </a:lnTo>
                  <a:lnTo>
                    <a:pt x="12" y="30"/>
                  </a:lnTo>
                  <a:lnTo>
                    <a:pt x="8" y="24"/>
                  </a:lnTo>
                  <a:lnTo>
                    <a:pt x="6" y="20"/>
                  </a:lnTo>
                  <a:lnTo>
                    <a:pt x="2" y="18"/>
                  </a:lnTo>
                  <a:lnTo>
                    <a:pt x="0" y="12"/>
                  </a:lnTo>
                  <a:lnTo>
                    <a:pt x="2" y="8"/>
                  </a:lnTo>
                  <a:lnTo>
                    <a:pt x="14" y="8"/>
                  </a:lnTo>
                  <a:lnTo>
                    <a:pt x="16" y="0"/>
                  </a:lnTo>
                  <a:lnTo>
                    <a:pt x="28" y="10"/>
                  </a:lnTo>
                  <a:lnTo>
                    <a:pt x="30" y="12"/>
                  </a:lnTo>
                  <a:lnTo>
                    <a:pt x="34" y="16"/>
                  </a:lnTo>
                  <a:lnTo>
                    <a:pt x="40" y="22"/>
                  </a:lnTo>
                  <a:lnTo>
                    <a:pt x="42" y="34"/>
                  </a:lnTo>
                  <a:lnTo>
                    <a:pt x="38" y="48"/>
                  </a:lnTo>
                  <a:lnTo>
                    <a:pt x="38" y="52"/>
                  </a:lnTo>
                  <a:lnTo>
                    <a:pt x="36" y="64"/>
                  </a:lnTo>
                  <a:lnTo>
                    <a:pt x="36" y="82"/>
                  </a:lnTo>
                  <a:lnTo>
                    <a:pt x="34" y="98"/>
                  </a:lnTo>
                  <a:lnTo>
                    <a:pt x="14" y="10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11" name="Freeform 273"/>
            <p:cNvSpPr>
              <a:spLocks/>
            </p:cNvSpPr>
            <p:nvPr/>
          </p:nvSpPr>
          <p:spPr bwMode="gray">
            <a:xfrm>
              <a:off x="683" y="2614"/>
              <a:ext cx="158" cy="126"/>
            </a:xfrm>
            <a:custGeom>
              <a:avLst/>
              <a:gdLst>
                <a:gd name="T0" fmla="*/ 0 w 158"/>
                <a:gd name="T1" fmla="*/ 120 h 126"/>
                <a:gd name="T2" fmla="*/ 2 w 158"/>
                <a:gd name="T3" fmla="*/ 118 h 126"/>
                <a:gd name="T4" fmla="*/ 2 w 158"/>
                <a:gd name="T5" fmla="*/ 116 h 126"/>
                <a:gd name="T6" fmla="*/ 14 w 158"/>
                <a:gd name="T7" fmla="*/ 112 h 126"/>
                <a:gd name="T8" fmla="*/ 22 w 158"/>
                <a:gd name="T9" fmla="*/ 106 h 126"/>
                <a:gd name="T10" fmla="*/ 30 w 158"/>
                <a:gd name="T11" fmla="*/ 98 h 126"/>
                <a:gd name="T12" fmla="*/ 38 w 158"/>
                <a:gd name="T13" fmla="*/ 90 h 126"/>
                <a:gd name="T14" fmla="*/ 44 w 158"/>
                <a:gd name="T15" fmla="*/ 82 h 126"/>
                <a:gd name="T16" fmla="*/ 46 w 158"/>
                <a:gd name="T17" fmla="*/ 80 h 126"/>
                <a:gd name="T18" fmla="*/ 46 w 158"/>
                <a:gd name="T19" fmla="*/ 68 h 126"/>
                <a:gd name="T20" fmla="*/ 50 w 158"/>
                <a:gd name="T21" fmla="*/ 60 h 126"/>
                <a:gd name="T22" fmla="*/ 56 w 158"/>
                <a:gd name="T23" fmla="*/ 54 h 126"/>
                <a:gd name="T24" fmla="*/ 60 w 158"/>
                <a:gd name="T25" fmla="*/ 48 h 126"/>
                <a:gd name="T26" fmla="*/ 60 w 158"/>
                <a:gd name="T27" fmla="*/ 44 h 126"/>
                <a:gd name="T28" fmla="*/ 64 w 158"/>
                <a:gd name="T29" fmla="*/ 40 h 126"/>
                <a:gd name="T30" fmla="*/ 66 w 158"/>
                <a:gd name="T31" fmla="*/ 36 h 126"/>
                <a:gd name="T32" fmla="*/ 70 w 158"/>
                <a:gd name="T33" fmla="*/ 34 h 126"/>
                <a:gd name="T34" fmla="*/ 74 w 158"/>
                <a:gd name="T35" fmla="*/ 32 h 126"/>
                <a:gd name="T36" fmla="*/ 76 w 158"/>
                <a:gd name="T37" fmla="*/ 30 h 126"/>
                <a:gd name="T38" fmla="*/ 78 w 158"/>
                <a:gd name="T39" fmla="*/ 30 h 126"/>
                <a:gd name="T40" fmla="*/ 76 w 158"/>
                <a:gd name="T41" fmla="*/ 20 h 126"/>
                <a:gd name="T42" fmla="*/ 76 w 158"/>
                <a:gd name="T43" fmla="*/ 14 h 126"/>
                <a:gd name="T44" fmla="*/ 78 w 158"/>
                <a:gd name="T45" fmla="*/ 8 h 126"/>
                <a:gd name="T46" fmla="*/ 78 w 158"/>
                <a:gd name="T47" fmla="*/ 4 h 126"/>
                <a:gd name="T48" fmla="*/ 80 w 158"/>
                <a:gd name="T49" fmla="*/ 0 h 126"/>
                <a:gd name="T50" fmla="*/ 80 w 158"/>
                <a:gd name="T51" fmla="*/ 0 h 126"/>
                <a:gd name="T52" fmla="*/ 82 w 158"/>
                <a:gd name="T53" fmla="*/ 0 h 126"/>
                <a:gd name="T54" fmla="*/ 84 w 158"/>
                <a:gd name="T55" fmla="*/ 2 h 126"/>
                <a:gd name="T56" fmla="*/ 88 w 158"/>
                <a:gd name="T57" fmla="*/ 4 h 126"/>
                <a:gd name="T58" fmla="*/ 92 w 158"/>
                <a:gd name="T59" fmla="*/ 6 h 126"/>
                <a:gd name="T60" fmla="*/ 98 w 158"/>
                <a:gd name="T61" fmla="*/ 8 h 126"/>
                <a:gd name="T62" fmla="*/ 104 w 158"/>
                <a:gd name="T63" fmla="*/ 10 h 126"/>
                <a:gd name="T64" fmla="*/ 114 w 158"/>
                <a:gd name="T65" fmla="*/ 12 h 126"/>
                <a:gd name="T66" fmla="*/ 126 w 158"/>
                <a:gd name="T67" fmla="*/ 12 h 126"/>
                <a:gd name="T68" fmla="*/ 134 w 158"/>
                <a:gd name="T69" fmla="*/ 12 h 126"/>
                <a:gd name="T70" fmla="*/ 136 w 158"/>
                <a:gd name="T71" fmla="*/ 12 h 126"/>
                <a:gd name="T72" fmla="*/ 138 w 158"/>
                <a:gd name="T73" fmla="*/ 12 h 126"/>
                <a:gd name="T74" fmla="*/ 142 w 158"/>
                <a:gd name="T75" fmla="*/ 14 h 126"/>
                <a:gd name="T76" fmla="*/ 144 w 158"/>
                <a:gd name="T77" fmla="*/ 18 h 126"/>
                <a:gd name="T78" fmla="*/ 146 w 158"/>
                <a:gd name="T79" fmla="*/ 22 h 126"/>
                <a:gd name="T80" fmla="*/ 146 w 158"/>
                <a:gd name="T81" fmla="*/ 28 h 126"/>
                <a:gd name="T82" fmla="*/ 146 w 158"/>
                <a:gd name="T83" fmla="*/ 34 h 126"/>
                <a:gd name="T84" fmla="*/ 146 w 158"/>
                <a:gd name="T85" fmla="*/ 38 h 126"/>
                <a:gd name="T86" fmla="*/ 148 w 158"/>
                <a:gd name="T87" fmla="*/ 42 h 126"/>
                <a:gd name="T88" fmla="*/ 150 w 158"/>
                <a:gd name="T89" fmla="*/ 46 h 126"/>
                <a:gd name="T90" fmla="*/ 158 w 158"/>
                <a:gd name="T91" fmla="*/ 54 h 126"/>
                <a:gd name="T92" fmla="*/ 156 w 158"/>
                <a:gd name="T93" fmla="*/ 54 h 126"/>
                <a:gd name="T94" fmla="*/ 154 w 158"/>
                <a:gd name="T95" fmla="*/ 54 h 126"/>
                <a:gd name="T96" fmla="*/ 150 w 158"/>
                <a:gd name="T97" fmla="*/ 54 h 126"/>
                <a:gd name="T98" fmla="*/ 146 w 158"/>
                <a:gd name="T99" fmla="*/ 54 h 126"/>
                <a:gd name="T100" fmla="*/ 142 w 158"/>
                <a:gd name="T101" fmla="*/ 54 h 126"/>
                <a:gd name="T102" fmla="*/ 140 w 158"/>
                <a:gd name="T103" fmla="*/ 56 h 126"/>
                <a:gd name="T104" fmla="*/ 136 w 158"/>
                <a:gd name="T105" fmla="*/ 58 h 126"/>
                <a:gd name="T106" fmla="*/ 136 w 158"/>
                <a:gd name="T107" fmla="*/ 62 h 126"/>
                <a:gd name="T108" fmla="*/ 134 w 158"/>
                <a:gd name="T109" fmla="*/ 74 h 126"/>
                <a:gd name="T110" fmla="*/ 82 w 158"/>
                <a:gd name="T111" fmla="*/ 92 h 126"/>
                <a:gd name="T112" fmla="*/ 68 w 158"/>
                <a:gd name="T113" fmla="*/ 96 h 126"/>
                <a:gd name="T114" fmla="*/ 60 w 158"/>
                <a:gd name="T115" fmla="*/ 104 h 126"/>
                <a:gd name="T116" fmla="*/ 48 w 158"/>
                <a:gd name="T117" fmla="*/ 110 h 126"/>
                <a:gd name="T118" fmla="*/ 52 w 158"/>
                <a:gd name="T119" fmla="*/ 126 h 126"/>
                <a:gd name="T120" fmla="*/ 0 w 158"/>
                <a:gd name="T121" fmla="*/ 120 h 12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58"/>
                <a:gd name="T184" fmla="*/ 0 h 126"/>
                <a:gd name="T185" fmla="*/ 158 w 158"/>
                <a:gd name="T186" fmla="*/ 126 h 12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58" h="126">
                  <a:moveTo>
                    <a:pt x="0" y="120"/>
                  </a:moveTo>
                  <a:lnTo>
                    <a:pt x="2" y="118"/>
                  </a:lnTo>
                  <a:lnTo>
                    <a:pt x="2" y="116"/>
                  </a:lnTo>
                  <a:lnTo>
                    <a:pt x="14" y="112"/>
                  </a:lnTo>
                  <a:lnTo>
                    <a:pt x="22" y="106"/>
                  </a:lnTo>
                  <a:lnTo>
                    <a:pt x="30" y="98"/>
                  </a:lnTo>
                  <a:lnTo>
                    <a:pt x="38" y="90"/>
                  </a:lnTo>
                  <a:lnTo>
                    <a:pt x="44" y="82"/>
                  </a:lnTo>
                  <a:lnTo>
                    <a:pt x="46" y="80"/>
                  </a:lnTo>
                  <a:lnTo>
                    <a:pt x="46" y="68"/>
                  </a:lnTo>
                  <a:lnTo>
                    <a:pt x="50" y="60"/>
                  </a:lnTo>
                  <a:lnTo>
                    <a:pt x="56" y="54"/>
                  </a:lnTo>
                  <a:lnTo>
                    <a:pt x="60" y="48"/>
                  </a:lnTo>
                  <a:lnTo>
                    <a:pt x="60" y="44"/>
                  </a:lnTo>
                  <a:lnTo>
                    <a:pt x="64" y="40"/>
                  </a:lnTo>
                  <a:lnTo>
                    <a:pt x="66" y="36"/>
                  </a:lnTo>
                  <a:lnTo>
                    <a:pt x="70" y="34"/>
                  </a:lnTo>
                  <a:lnTo>
                    <a:pt x="74" y="32"/>
                  </a:lnTo>
                  <a:lnTo>
                    <a:pt x="76" y="30"/>
                  </a:lnTo>
                  <a:lnTo>
                    <a:pt x="78" y="30"/>
                  </a:lnTo>
                  <a:lnTo>
                    <a:pt x="76" y="20"/>
                  </a:lnTo>
                  <a:lnTo>
                    <a:pt x="76" y="14"/>
                  </a:lnTo>
                  <a:lnTo>
                    <a:pt x="78" y="8"/>
                  </a:lnTo>
                  <a:lnTo>
                    <a:pt x="78" y="4"/>
                  </a:lnTo>
                  <a:lnTo>
                    <a:pt x="80" y="0"/>
                  </a:lnTo>
                  <a:lnTo>
                    <a:pt x="82" y="0"/>
                  </a:lnTo>
                  <a:lnTo>
                    <a:pt x="84" y="2"/>
                  </a:lnTo>
                  <a:lnTo>
                    <a:pt x="88" y="4"/>
                  </a:lnTo>
                  <a:lnTo>
                    <a:pt x="92" y="6"/>
                  </a:lnTo>
                  <a:lnTo>
                    <a:pt x="98" y="8"/>
                  </a:lnTo>
                  <a:lnTo>
                    <a:pt x="104" y="10"/>
                  </a:lnTo>
                  <a:lnTo>
                    <a:pt x="114" y="12"/>
                  </a:lnTo>
                  <a:lnTo>
                    <a:pt x="126" y="12"/>
                  </a:lnTo>
                  <a:lnTo>
                    <a:pt x="134" y="12"/>
                  </a:lnTo>
                  <a:lnTo>
                    <a:pt x="136" y="12"/>
                  </a:lnTo>
                  <a:lnTo>
                    <a:pt x="138" y="12"/>
                  </a:lnTo>
                  <a:lnTo>
                    <a:pt x="142" y="14"/>
                  </a:lnTo>
                  <a:lnTo>
                    <a:pt x="144" y="18"/>
                  </a:lnTo>
                  <a:lnTo>
                    <a:pt x="146" y="22"/>
                  </a:lnTo>
                  <a:lnTo>
                    <a:pt x="146" y="28"/>
                  </a:lnTo>
                  <a:lnTo>
                    <a:pt x="146" y="34"/>
                  </a:lnTo>
                  <a:lnTo>
                    <a:pt x="146" y="38"/>
                  </a:lnTo>
                  <a:lnTo>
                    <a:pt x="148" y="42"/>
                  </a:lnTo>
                  <a:lnTo>
                    <a:pt x="150" y="46"/>
                  </a:lnTo>
                  <a:lnTo>
                    <a:pt x="158" y="54"/>
                  </a:lnTo>
                  <a:lnTo>
                    <a:pt x="156" y="54"/>
                  </a:lnTo>
                  <a:lnTo>
                    <a:pt x="154" y="54"/>
                  </a:lnTo>
                  <a:lnTo>
                    <a:pt x="150" y="54"/>
                  </a:lnTo>
                  <a:lnTo>
                    <a:pt x="146" y="54"/>
                  </a:lnTo>
                  <a:lnTo>
                    <a:pt x="142" y="54"/>
                  </a:lnTo>
                  <a:lnTo>
                    <a:pt x="140" y="56"/>
                  </a:lnTo>
                  <a:lnTo>
                    <a:pt x="136" y="58"/>
                  </a:lnTo>
                  <a:lnTo>
                    <a:pt x="136" y="62"/>
                  </a:lnTo>
                  <a:lnTo>
                    <a:pt x="134" y="74"/>
                  </a:lnTo>
                  <a:lnTo>
                    <a:pt x="82" y="92"/>
                  </a:lnTo>
                  <a:lnTo>
                    <a:pt x="68" y="96"/>
                  </a:lnTo>
                  <a:lnTo>
                    <a:pt x="60" y="104"/>
                  </a:lnTo>
                  <a:lnTo>
                    <a:pt x="48" y="110"/>
                  </a:lnTo>
                  <a:lnTo>
                    <a:pt x="52" y="126"/>
                  </a:lnTo>
                  <a:lnTo>
                    <a:pt x="0" y="12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12" name="Freeform 274"/>
            <p:cNvSpPr>
              <a:spLocks/>
            </p:cNvSpPr>
            <p:nvPr/>
          </p:nvSpPr>
          <p:spPr bwMode="gray">
            <a:xfrm>
              <a:off x="941" y="2592"/>
              <a:ext cx="52" cy="112"/>
            </a:xfrm>
            <a:custGeom>
              <a:avLst/>
              <a:gdLst>
                <a:gd name="T0" fmla="*/ 8 w 52"/>
                <a:gd name="T1" fmla="*/ 12 h 112"/>
                <a:gd name="T2" fmla="*/ 6 w 52"/>
                <a:gd name="T3" fmla="*/ 18 h 112"/>
                <a:gd name="T4" fmla="*/ 4 w 52"/>
                <a:gd name="T5" fmla="*/ 28 h 112"/>
                <a:gd name="T6" fmla="*/ 4 w 52"/>
                <a:gd name="T7" fmla="*/ 32 h 112"/>
                <a:gd name="T8" fmla="*/ 2 w 52"/>
                <a:gd name="T9" fmla="*/ 38 h 112"/>
                <a:gd name="T10" fmla="*/ 0 w 52"/>
                <a:gd name="T11" fmla="*/ 40 h 112"/>
                <a:gd name="T12" fmla="*/ 0 w 52"/>
                <a:gd name="T13" fmla="*/ 46 h 112"/>
                <a:gd name="T14" fmla="*/ 2 w 52"/>
                <a:gd name="T15" fmla="*/ 50 h 112"/>
                <a:gd name="T16" fmla="*/ 2 w 52"/>
                <a:gd name="T17" fmla="*/ 54 h 112"/>
                <a:gd name="T18" fmla="*/ 2 w 52"/>
                <a:gd name="T19" fmla="*/ 58 h 112"/>
                <a:gd name="T20" fmla="*/ 6 w 52"/>
                <a:gd name="T21" fmla="*/ 64 h 112"/>
                <a:gd name="T22" fmla="*/ 8 w 52"/>
                <a:gd name="T23" fmla="*/ 64 h 112"/>
                <a:gd name="T24" fmla="*/ 10 w 52"/>
                <a:gd name="T25" fmla="*/ 68 h 112"/>
                <a:gd name="T26" fmla="*/ 14 w 52"/>
                <a:gd name="T27" fmla="*/ 88 h 112"/>
                <a:gd name="T28" fmla="*/ 22 w 52"/>
                <a:gd name="T29" fmla="*/ 112 h 112"/>
                <a:gd name="T30" fmla="*/ 26 w 52"/>
                <a:gd name="T31" fmla="*/ 108 h 112"/>
                <a:gd name="T32" fmla="*/ 34 w 52"/>
                <a:gd name="T33" fmla="*/ 102 h 112"/>
                <a:gd name="T34" fmla="*/ 40 w 52"/>
                <a:gd name="T35" fmla="*/ 96 h 112"/>
                <a:gd name="T36" fmla="*/ 40 w 52"/>
                <a:gd name="T37" fmla="*/ 92 h 112"/>
                <a:gd name="T38" fmla="*/ 38 w 52"/>
                <a:gd name="T39" fmla="*/ 88 h 112"/>
                <a:gd name="T40" fmla="*/ 38 w 52"/>
                <a:gd name="T41" fmla="*/ 84 h 112"/>
                <a:gd name="T42" fmla="*/ 44 w 52"/>
                <a:gd name="T43" fmla="*/ 82 h 112"/>
                <a:gd name="T44" fmla="*/ 48 w 52"/>
                <a:gd name="T45" fmla="*/ 76 h 112"/>
                <a:gd name="T46" fmla="*/ 46 w 52"/>
                <a:gd name="T47" fmla="*/ 68 h 112"/>
                <a:gd name="T48" fmla="*/ 44 w 52"/>
                <a:gd name="T49" fmla="*/ 62 h 112"/>
                <a:gd name="T50" fmla="*/ 42 w 52"/>
                <a:gd name="T51" fmla="*/ 60 h 112"/>
                <a:gd name="T52" fmla="*/ 42 w 52"/>
                <a:gd name="T53" fmla="*/ 54 h 112"/>
                <a:gd name="T54" fmla="*/ 44 w 52"/>
                <a:gd name="T55" fmla="*/ 50 h 112"/>
                <a:gd name="T56" fmla="*/ 48 w 52"/>
                <a:gd name="T57" fmla="*/ 46 h 112"/>
                <a:gd name="T58" fmla="*/ 50 w 52"/>
                <a:gd name="T59" fmla="*/ 44 h 112"/>
                <a:gd name="T60" fmla="*/ 50 w 52"/>
                <a:gd name="T61" fmla="*/ 42 h 112"/>
                <a:gd name="T62" fmla="*/ 48 w 52"/>
                <a:gd name="T63" fmla="*/ 40 h 112"/>
                <a:gd name="T64" fmla="*/ 46 w 52"/>
                <a:gd name="T65" fmla="*/ 36 h 112"/>
                <a:gd name="T66" fmla="*/ 44 w 52"/>
                <a:gd name="T67" fmla="*/ 28 h 112"/>
                <a:gd name="T68" fmla="*/ 46 w 52"/>
                <a:gd name="T69" fmla="*/ 24 h 112"/>
                <a:gd name="T70" fmla="*/ 52 w 52"/>
                <a:gd name="T71" fmla="*/ 20 h 112"/>
                <a:gd name="T72" fmla="*/ 32 w 52"/>
                <a:gd name="T73" fmla="*/ 2 h 112"/>
                <a:gd name="T74" fmla="*/ 30 w 52"/>
                <a:gd name="T75" fmla="*/ 0 h 112"/>
                <a:gd name="T76" fmla="*/ 22 w 52"/>
                <a:gd name="T77" fmla="*/ 2 h 112"/>
                <a:gd name="T78" fmla="*/ 16 w 52"/>
                <a:gd name="T79" fmla="*/ 4 h 112"/>
                <a:gd name="T80" fmla="*/ 12 w 52"/>
                <a:gd name="T81" fmla="*/ 8 h 11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52"/>
                <a:gd name="T124" fmla="*/ 0 h 112"/>
                <a:gd name="T125" fmla="*/ 52 w 52"/>
                <a:gd name="T126" fmla="*/ 112 h 11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52" h="112">
                  <a:moveTo>
                    <a:pt x="10" y="12"/>
                  </a:moveTo>
                  <a:lnTo>
                    <a:pt x="8" y="12"/>
                  </a:lnTo>
                  <a:lnTo>
                    <a:pt x="8" y="14"/>
                  </a:lnTo>
                  <a:lnTo>
                    <a:pt x="6" y="18"/>
                  </a:lnTo>
                  <a:lnTo>
                    <a:pt x="4" y="22"/>
                  </a:lnTo>
                  <a:lnTo>
                    <a:pt x="4" y="28"/>
                  </a:lnTo>
                  <a:lnTo>
                    <a:pt x="4" y="30"/>
                  </a:lnTo>
                  <a:lnTo>
                    <a:pt x="4" y="32"/>
                  </a:lnTo>
                  <a:lnTo>
                    <a:pt x="4" y="36"/>
                  </a:lnTo>
                  <a:lnTo>
                    <a:pt x="2" y="38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0" y="48"/>
                  </a:lnTo>
                  <a:lnTo>
                    <a:pt x="2" y="50"/>
                  </a:lnTo>
                  <a:lnTo>
                    <a:pt x="2" y="52"/>
                  </a:lnTo>
                  <a:lnTo>
                    <a:pt x="2" y="54"/>
                  </a:lnTo>
                  <a:lnTo>
                    <a:pt x="2" y="56"/>
                  </a:lnTo>
                  <a:lnTo>
                    <a:pt x="2" y="58"/>
                  </a:lnTo>
                  <a:lnTo>
                    <a:pt x="4" y="62"/>
                  </a:lnTo>
                  <a:lnTo>
                    <a:pt x="6" y="64"/>
                  </a:lnTo>
                  <a:lnTo>
                    <a:pt x="8" y="64"/>
                  </a:lnTo>
                  <a:lnTo>
                    <a:pt x="10" y="66"/>
                  </a:lnTo>
                  <a:lnTo>
                    <a:pt x="10" y="68"/>
                  </a:lnTo>
                  <a:lnTo>
                    <a:pt x="12" y="76"/>
                  </a:lnTo>
                  <a:lnTo>
                    <a:pt x="14" y="88"/>
                  </a:lnTo>
                  <a:lnTo>
                    <a:pt x="18" y="102"/>
                  </a:lnTo>
                  <a:lnTo>
                    <a:pt x="22" y="112"/>
                  </a:lnTo>
                  <a:lnTo>
                    <a:pt x="24" y="112"/>
                  </a:lnTo>
                  <a:lnTo>
                    <a:pt x="26" y="108"/>
                  </a:lnTo>
                  <a:lnTo>
                    <a:pt x="30" y="106"/>
                  </a:lnTo>
                  <a:lnTo>
                    <a:pt x="34" y="102"/>
                  </a:lnTo>
                  <a:lnTo>
                    <a:pt x="36" y="98"/>
                  </a:lnTo>
                  <a:lnTo>
                    <a:pt x="40" y="96"/>
                  </a:lnTo>
                  <a:lnTo>
                    <a:pt x="40" y="92"/>
                  </a:lnTo>
                  <a:lnTo>
                    <a:pt x="38" y="90"/>
                  </a:lnTo>
                  <a:lnTo>
                    <a:pt x="38" y="88"/>
                  </a:lnTo>
                  <a:lnTo>
                    <a:pt x="38" y="86"/>
                  </a:lnTo>
                  <a:lnTo>
                    <a:pt x="38" y="84"/>
                  </a:lnTo>
                  <a:lnTo>
                    <a:pt x="42" y="82"/>
                  </a:lnTo>
                  <a:lnTo>
                    <a:pt x="44" y="82"/>
                  </a:lnTo>
                  <a:lnTo>
                    <a:pt x="46" y="80"/>
                  </a:lnTo>
                  <a:lnTo>
                    <a:pt x="48" y="76"/>
                  </a:lnTo>
                  <a:lnTo>
                    <a:pt x="48" y="72"/>
                  </a:lnTo>
                  <a:lnTo>
                    <a:pt x="46" y="68"/>
                  </a:lnTo>
                  <a:lnTo>
                    <a:pt x="46" y="64"/>
                  </a:lnTo>
                  <a:lnTo>
                    <a:pt x="44" y="62"/>
                  </a:lnTo>
                  <a:lnTo>
                    <a:pt x="44" y="60"/>
                  </a:lnTo>
                  <a:lnTo>
                    <a:pt x="42" y="60"/>
                  </a:lnTo>
                  <a:lnTo>
                    <a:pt x="42" y="56"/>
                  </a:lnTo>
                  <a:lnTo>
                    <a:pt x="42" y="54"/>
                  </a:lnTo>
                  <a:lnTo>
                    <a:pt x="44" y="50"/>
                  </a:lnTo>
                  <a:lnTo>
                    <a:pt x="46" y="48"/>
                  </a:lnTo>
                  <a:lnTo>
                    <a:pt x="48" y="46"/>
                  </a:lnTo>
                  <a:lnTo>
                    <a:pt x="50" y="46"/>
                  </a:lnTo>
                  <a:lnTo>
                    <a:pt x="50" y="44"/>
                  </a:lnTo>
                  <a:lnTo>
                    <a:pt x="50" y="42"/>
                  </a:lnTo>
                  <a:lnTo>
                    <a:pt x="48" y="40"/>
                  </a:lnTo>
                  <a:lnTo>
                    <a:pt x="46" y="38"/>
                  </a:lnTo>
                  <a:lnTo>
                    <a:pt x="46" y="36"/>
                  </a:lnTo>
                  <a:lnTo>
                    <a:pt x="44" y="32"/>
                  </a:lnTo>
                  <a:lnTo>
                    <a:pt x="44" y="28"/>
                  </a:lnTo>
                  <a:lnTo>
                    <a:pt x="46" y="26"/>
                  </a:lnTo>
                  <a:lnTo>
                    <a:pt x="46" y="24"/>
                  </a:lnTo>
                  <a:lnTo>
                    <a:pt x="50" y="22"/>
                  </a:lnTo>
                  <a:lnTo>
                    <a:pt x="52" y="20"/>
                  </a:lnTo>
                  <a:lnTo>
                    <a:pt x="48" y="12"/>
                  </a:lnTo>
                  <a:lnTo>
                    <a:pt x="32" y="2"/>
                  </a:lnTo>
                  <a:lnTo>
                    <a:pt x="30" y="0"/>
                  </a:lnTo>
                  <a:lnTo>
                    <a:pt x="26" y="0"/>
                  </a:lnTo>
                  <a:lnTo>
                    <a:pt x="22" y="2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4" y="6"/>
                  </a:lnTo>
                  <a:lnTo>
                    <a:pt x="12" y="8"/>
                  </a:lnTo>
                  <a:lnTo>
                    <a:pt x="10" y="1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13" name="Freeform 275"/>
            <p:cNvSpPr>
              <a:spLocks/>
            </p:cNvSpPr>
            <p:nvPr/>
          </p:nvSpPr>
          <p:spPr bwMode="gray">
            <a:xfrm>
              <a:off x="963" y="2654"/>
              <a:ext cx="206" cy="202"/>
            </a:xfrm>
            <a:custGeom>
              <a:avLst/>
              <a:gdLst>
                <a:gd name="T0" fmla="*/ 200 w 206"/>
                <a:gd name="T1" fmla="*/ 34 h 202"/>
                <a:gd name="T2" fmla="*/ 192 w 206"/>
                <a:gd name="T3" fmla="*/ 30 h 202"/>
                <a:gd name="T4" fmla="*/ 182 w 206"/>
                <a:gd name="T5" fmla="*/ 24 h 202"/>
                <a:gd name="T6" fmla="*/ 174 w 206"/>
                <a:gd name="T7" fmla="*/ 22 h 202"/>
                <a:gd name="T8" fmla="*/ 170 w 206"/>
                <a:gd name="T9" fmla="*/ 22 h 202"/>
                <a:gd name="T10" fmla="*/ 162 w 206"/>
                <a:gd name="T11" fmla="*/ 22 h 202"/>
                <a:gd name="T12" fmla="*/ 148 w 206"/>
                <a:gd name="T13" fmla="*/ 26 h 202"/>
                <a:gd name="T14" fmla="*/ 138 w 206"/>
                <a:gd name="T15" fmla="*/ 28 h 202"/>
                <a:gd name="T16" fmla="*/ 136 w 206"/>
                <a:gd name="T17" fmla="*/ 34 h 202"/>
                <a:gd name="T18" fmla="*/ 138 w 206"/>
                <a:gd name="T19" fmla="*/ 42 h 202"/>
                <a:gd name="T20" fmla="*/ 140 w 206"/>
                <a:gd name="T21" fmla="*/ 46 h 202"/>
                <a:gd name="T22" fmla="*/ 138 w 206"/>
                <a:gd name="T23" fmla="*/ 54 h 202"/>
                <a:gd name="T24" fmla="*/ 122 w 206"/>
                <a:gd name="T25" fmla="*/ 56 h 202"/>
                <a:gd name="T26" fmla="*/ 106 w 206"/>
                <a:gd name="T27" fmla="*/ 52 h 202"/>
                <a:gd name="T28" fmla="*/ 96 w 206"/>
                <a:gd name="T29" fmla="*/ 44 h 202"/>
                <a:gd name="T30" fmla="*/ 88 w 206"/>
                <a:gd name="T31" fmla="*/ 36 h 202"/>
                <a:gd name="T32" fmla="*/ 84 w 206"/>
                <a:gd name="T33" fmla="*/ 26 h 202"/>
                <a:gd name="T34" fmla="*/ 80 w 206"/>
                <a:gd name="T35" fmla="*/ 18 h 202"/>
                <a:gd name="T36" fmla="*/ 78 w 206"/>
                <a:gd name="T37" fmla="*/ 16 h 202"/>
                <a:gd name="T38" fmla="*/ 56 w 206"/>
                <a:gd name="T39" fmla="*/ 10 h 202"/>
                <a:gd name="T40" fmla="*/ 46 w 206"/>
                <a:gd name="T41" fmla="*/ 6 h 202"/>
                <a:gd name="T42" fmla="*/ 38 w 206"/>
                <a:gd name="T43" fmla="*/ 4 h 202"/>
                <a:gd name="T44" fmla="*/ 24 w 206"/>
                <a:gd name="T45" fmla="*/ 0 h 202"/>
                <a:gd name="T46" fmla="*/ 24 w 206"/>
                <a:gd name="T47" fmla="*/ 4 h 202"/>
                <a:gd name="T48" fmla="*/ 26 w 206"/>
                <a:gd name="T49" fmla="*/ 12 h 202"/>
                <a:gd name="T50" fmla="*/ 24 w 206"/>
                <a:gd name="T51" fmla="*/ 18 h 202"/>
                <a:gd name="T52" fmla="*/ 22 w 206"/>
                <a:gd name="T53" fmla="*/ 20 h 202"/>
                <a:gd name="T54" fmla="*/ 18 w 206"/>
                <a:gd name="T55" fmla="*/ 20 h 202"/>
                <a:gd name="T56" fmla="*/ 16 w 206"/>
                <a:gd name="T57" fmla="*/ 22 h 202"/>
                <a:gd name="T58" fmla="*/ 18 w 206"/>
                <a:gd name="T59" fmla="*/ 30 h 202"/>
                <a:gd name="T60" fmla="*/ 18 w 206"/>
                <a:gd name="T61" fmla="*/ 30 h 202"/>
                <a:gd name="T62" fmla="*/ 16 w 206"/>
                <a:gd name="T63" fmla="*/ 34 h 202"/>
                <a:gd name="T64" fmla="*/ 12 w 206"/>
                <a:gd name="T65" fmla="*/ 40 h 202"/>
                <a:gd name="T66" fmla="*/ 6 w 206"/>
                <a:gd name="T67" fmla="*/ 46 h 202"/>
                <a:gd name="T68" fmla="*/ 2 w 206"/>
                <a:gd name="T69" fmla="*/ 50 h 202"/>
                <a:gd name="T70" fmla="*/ 0 w 206"/>
                <a:gd name="T71" fmla="*/ 50 h 202"/>
                <a:gd name="T72" fmla="*/ 2 w 206"/>
                <a:gd name="T73" fmla="*/ 54 h 202"/>
                <a:gd name="T74" fmla="*/ 4 w 206"/>
                <a:gd name="T75" fmla="*/ 60 h 202"/>
                <a:gd name="T76" fmla="*/ 4 w 206"/>
                <a:gd name="T77" fmla="*/ 72 h 202"/>
                <a:gd name="T78" fmla="*/ 6 w 206"/>
                <a:gd name="T79" fmla="*/ 80 h 202"/>
                <a:gd name="T80" fmla="*/ 8 w 206"/>
                <a:gd name="T81" fmla="*/ 82 h 202"/>
                <a:gd name="T82" fmla="*/ 12 w 206"/>
                <a:gd name="T83" fmla="*/ 88 h 202"/>
                <a:gd name="T84" fmla="*/ 12 w 206"/>
                <a:gd name="T85" fmla="*/ 96 h 202"/>
                <a:gd name="T86" fmla="*/ 12 w 206"/>
                <a:gd name="T87" fmla="*/ 106 h 202"/>
                <a:gd name="T88" fmla="*/ 10 w 206"/>
                <a:gd name="T89" fmla="*/ 108 h 202"/>
                <a:gd name="T90" fmla="*/ 14 w 206"/>
                <a:gd name="T91" fmla="*/ 112 h 202"/>
                <a:gd name="T92" fmla="*/ 14 w 206"/>
                <a:gd name="T93" fmla="*/ 122 h 202"/>
                <a:gd name="T94" fmla="*/ 30 w 206"/>
                <a:gd name="T95" fmla="*/ 142 h 202"/>
                <a:gd name="T96" fmla="*/ 36 w 206"/>
                <a:gd name="T97" fmla="*/ 142 h 202"/>
                <a:gd name="T98" fmla="*/ 40 w 206"/>
                <a:gd name="T99" fmla="*/ 146 h 202"/>
                <a:gd name="T100" fmla="*/ 44 w 206"/>
                <a:gd name="T101" fmla="*/ 152 h 202"/>
                <a:gd name="T102" fmla="*/ 48 w 206"/>
                <a:gd name="T103" fmla="*/ 158 h 202"/>
                <a:gd name="T104" fmla="*/ 184 w 206"/>
                <a:gd name="T105" fmla="*/ 202 h 202"/>
                <a:gd name="T106" fmla="*/ 206 w 206"/>
                <a:gd name="T107" fmla="*/ 184 h 20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206"/>
                <a:gd name="T163" fmla="*/ 0 h 202"/>
                <a:gd name="T164" fmla="*/ 206 w 206"/>
                <a:gd name="T165" fmla="*/ 202 h 202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206" h="202">
                  <a:moveTo>
                    <a:pt x="206" y="34"/>
                  </a:moveTo>
                  <a:lnTo>
                    <a:pt x="200" y="34"/>
                  </a:lnTo>
                  <a:lnTo>
                    <a:pt x="196" y="32"/>
                  </a:lnTo>
                  <a:lnTo>
                    <a:pt x="192" y="30"/>
                  </a:lnTo>
                  <a:lnTo>
                    <a:pt x="186" y="26"/>
                  </a:lnTo>
                  <a:lnTo>
                    <a:pt x="182" y="24"/>
                  </a:lnTo>
                  <a:lnTo>
                    <a:pt x="176" y="24"/>
                  </a:lnTo>
                  <a:lnTo>
                    <a:pt x="174" y="22"/>
                  </a:lnTo>
                  <a:lnTo>
                    <a:pt x="172" y="22"/>
                  </a:lnTo>
                  <a:lnTo>
                    <a:pt x="170" y="22"/>
                  </a:lnTo>
                  <a:lnTo>
                    <a:pt x="166" y="22"/>
                  </a:lnTo>
                  <a:lnTo>
                    <a:pt x="162" y="22"/>
                  </a:lnTo>
                  <a:lnTo>
                    <a:pt x="154" y="24"/>
                  </a:lnTo>
                  <a:lnTo>
                    <a:pt x="148" y="26"/>
                  </a:lnTo>
                  <a:lnTo>
                    <a:pt x="142" y="26"/>
                  </a:lnTo>
                  <a:lnTo>
                    <a:pt x="138" y="28"/>
                  </a:lnTo>
                  <a:lnTo>
                    <a:pt x="138" y="32"/>
                  </a:lnTo>
                  <a:lnTo>
                    <a:pt x="136" y="34"/>
                  </a:lnTo>
                  <a:lnTo>
                    <a:pt x="138" y="38"/>
                  </a:lnTo>
                  <a:lnTo>
                    <a:pt x="138" y="42"/>
                  </a:lnTo>
                  <a:lnTo>
                    <a:pt x="140" y="44"/>
                  </a:lnTo>
                  <a:lnTo>
                    <a:pt x="140" y="46"/>
                  </a:lnTo>
                  <a:lnTo>
                    <a:pt x="138" y="54"/>
                  </a:lnTo>
                  <a:lnTo>
                    <a:pt x="132" y="56"/>
                  </a:lnTo>
                  <a:lnTo>
                    <a:pt x="122" y="56"/>
                  </a:lnTo>
                  <a:lnTo>
                    <a:pt x="114" y="54"/>
                  </a:lnTo>
                  <a:lnTo>
                    <a:pt x="106" y="52"/>
                  </a:lnTo>
                  <a:lnTo>
                    <a:pt x="100" y="48"/>
                  </a:lnTo>
                  <a:lnTo>
                    <a:pt x="96" y="44"/>
                  </a:lnTo>
                  <a:lnTo>
                    <a:pt x="90" y="40"/>
                  </a:lnTo>
                  <a:lnTo>
                    <a:pt x="88" y="36"/>
                  </a:lnTo>
                  <a:lnTo>
                    <a:pt x="86" y="30"/>
                  </a:lnTo>
                  <a:lnTo>
                    <a:pt x="84" y="26"/>
                  </a:lnTo>
                  <a:lnTo>
                    <a:pt x="82" y="22"/>
                  </a:lnTo>
                  <a:lnTo>
                    <a:pt x="80" y="18"/>
                  </a:lnTo>
                  <a:lnTo>
                    <a:pt x="78" y="16"/>
                  </a:lnTo>
                  <a:lnTo>
                    <a:pt x="58" y="12"/>
                  </a:lnTo>
                  <a:lnTo>
                    <a:pt x="56" y="10"/>
                  </a:lnTo>
                  <a:lnTo>
                    <a:pt x="52" y="8"/>
                  </a:lnTo>
                  <a:lnTo>
                    <a:pt x="46" y="6"/>
                  </a:lnTo>
                  <a:lnTo>
                    <a:pt x="42" y="4"/>
                  </a:lnTo>
                  <a:lnTo>
                    <a:pt x="38" y="4"/>
                  </a:lnTo>
                  <a:lnTo>
                    <a:pt x="24" y="0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6" y="8"/>
                  </a:lnTo>
                  <a:lnTo>
                    <a:pt x="26" y="12"/>
                  </a:lnTo>
                  <a:lnTo>
                    <a:pt x="26" y="16"/>
                  </a:lnTo>
                  <a:lnTo>
                    <a:pt x="24" y="18"/>
                  </a:lnTo>
                  <a:lnTo>
                    <a:pt x="22" y="20"/>
                  </a:lnTo>
                  <a:lnTo>
                    <a:pt x="20" y="20"/>
                  </a:lnTo>
                  <a:lnTo>
                    <a:pt x="18" y="20"/>
                  </a:lnTo>
                  <a:lnTo>
                    <a:pt x="18" y="22"/>
                  </a:lnTo>
                  <a:lnTo>
                    <a:pt x="16" y="22"/>
                  </a:lnTo>
                  <a:lnTo>
                    <a:pt x="16" y="26"/>
                  </a:lnTo>
                  <a:lnTo>
                    <a:pt x="18" y="30"/>
                  </a:lnTo>
                  <a:lnTo>
                    <a:pt x="18" y="32"/>
                  </a:lnTo>
                  <a:lnTo>
                    <a:pt x="16" y="34"/>
                  </a:lnTo>
                  <a:lnTo>
                    <a:pt x="14" y="36"/>
                  </a:lnTo>
                  <a:lnTo>
                    <a:pt x="12" y="40"/>
                  </a:lnTo>
                  <a:lnTo>
                    <a:pt x="8" y="42"/>
                  </a:lnTo>
                  <a:lnTo>
                    <a:pt x="6" y="46"/>
                  </a:lnTo>
                  <a:lnTo>
                    <a:pt x="2" y="48"/>
                  </a:lnTo>
                  <a:lnTo>
                    <a:pt x="2" y="50"/>
                  </a:lnTo>
                  <a:lnTo>
                    <a:pt x="0" y="50"/>
                  </a:lnTo>
                  <a:lnTo>
                    <a:pt x="2" y="50"/>
                  </a:lnTo>
                  <a:lnTo>
                    <a:pt x="2" y="54"/>
                  </a:lnTo>
                  <a:lnTo>
                    <a:pt x="2" y="56"/>
                  </a:lnTo>
                  <a:lnTo>
                    <a:pt x="4" y="60"/>
                  </a:lnTo>
                  <a:lnTo>
                    <a:pt x="4" y="66"/>
                  </a:lnTo>
                  <a:lnTo>
                    <a:pt x="4" y="72"/>
                  </a:lnTo>
                  <a:lnTo>
                    <a:pt x="6" y="76"/>
                  </a:lnTo>
                  <a:lnTo>
                    <a:pt x="6" y="80"/>
                  </a:lnTo>
                  <a:lnTo>
                    <a:pt x="8" y="82"/>
                  </a:lnTo>
                  <a:lnTo>
                    <a:pt x="10" y="84"/>
                  </a:lnTo>
                  <a:lnTo>
                    <a:pt x="12" y="88"/>
                  </a:lnTo>
                  <a:lnTo>
                    <a:pt x="12" y="92"/>
                  </a:lnTo>
                  <a:lnTo>
                    <a:pt x="12" y="96"/>
                  </a:lnTo>
                  <a:lnTo>
                    <a:pt x="12" y="102"/>
                  </a:lnTo>
                  <a:lnTo>
                    <a:pt x="12" y="106"/>
                  </a:lnTo>
                  <a:lnTo>
                    <a:pt x="10" y="108"/>
                  </a:lnTo>
                  <a:lnTo>
                    <a:pt x="12" y="110"/>
                  </a:lnTo>
                  <a:lnTo>
                    <a:pt x="14" y="112"/>
                  </a:lnTo>
                  <a:lnTo>
                    <a:pt x="14" y="116"/>
                  </a:lnTo>
                  <a:lnTo>
                    <a:pt x="14" y="122"/>
                  </a:lnTo>
                  <a:lnTo>
                    <a:pt x="28" y="142"/>
                  </a:lnTo>
                  <a:lnTo>
                    <a:pt x="30" y="142"/>
                  </a:lnTo>
                  <a:lnTo>
                    <a:pt x="32" y="142"/>
                  </a:lnTo>
                  <a:lnTo>
                    <a:pt x="36" y="142"/>
                  </a:lnTo>
                  <a:lnTo>
                    <a:pt x="40" y="146"/>
                  </a:lnTo>
                  <a:lnTo>
                    <a:pt x="42" y="148"/>
                  </a:lnTo>
                  <a:lnTo>
                    <a:pt x="44" y="152"/>
                  </a:lnTo>
                  <a:lnTo>
                    <a:pt x="46" y="154"/>
                  </a:lnTo>
                  <a:lnTo>
                    <a:pt x="48" y="158"/>
                  </a:lnTo>
                  <a:lnTo>
                    <a:pt x="76" y="156"/>
                  </a:lnTo>
                  <a:lnTo>
                    <a:pt x="184" y="202"/>
                  </a:lnTo>
                  <a:lnTo>
                    <a:pt x="184" y="184"/>
                  </a:lnTo>
                  <a:lnTo>
                    <a:pt x="206" y="184"/>
                  </a:lnTo>
                  <a:lnTo>
                    <a:pt x="206" y="34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14" name="Freeform 276"/>
            <p:cNvSpPr>
              <a:spLocks/>
            </p:cNvSpPr>
            <p:nvPr/>
          </p:nvSpPr>
          <p:spPr bwMode="gray">
            <a:xfrm>
              <a:off x="875" y="2936"/>
              <a:ext cx="146" cy="120"/>
            </a:xfrm>
            <a:custGeom>
              <a:avLst/>
              <a:gdLst>
                <a:gd name="T0" fmla="*/ 142 w 146"/>
                <a:gd name="T1" fmla="*/ 0 h 120"/>
                <a:gd name="T2" fmla="*/ 132 w 146"/>
                <a:gd name="T3" fmla="*/ 2 h 120"/>
                <a:gd name="T4" fmla="*/ 124 w 146"/>
                <a:gd name="T5" fmla="*/ 6 h 120"/>
                <a:gd name="T6" fmla="*/ 120 w 146"/>
                <a:gd name="T7" fmla="*/ 8 h 120"/>
                <a:gd name="T8" fmla="*/ 96 w 146"/>
                <a:gd name="T9" fmla="*/ 4 h 120"/>
                <a:gd name="T10" fmla="*/ 84 w 146"/>
                <a:gd name="T11" fmla="*/ 8 h 120"/>
                <a:gd name="T12" fmla="*/ 76 w 146"/>
                <a:gd name="T13" fmla="*/ 6 h 120"/>
                <a:gd name="T14" fmla="*/ 68 w 146"/>
                <a:gd name="T15" fmla="*/ 12 h 120"/>
                <a:gd name="T16" fmla="*/ 62 w 146"/>
                <a:gd name="T17" fmla="*/ 16 h 120"/>
                <a:gd name="T18" fmla="*/ 58 w 146"/>
                <a:gd name="T19" fmla="*/ 14 h 120"/>
                <a:gd name="T20" fmla="*/ 50 w 146"/>
                <a:gd name="T21" fmla="*/ 10 h 120"/>
                <a:gd name="T22" fmla="*/ 42 w 146"/>
                <a:gd name="T23" fmla="*/ 8 h 120"/>
                <a:gd name="T24" fmla="*/ 40 w 146"/>
                <a:gd name="T25" fmla="*/ 6 h 120"/>
                <a:gd name="T26" fmla="*/ 38 w 146"/>
                <a:gd name="T27" fmla="*/ 6 h 120"/>
                <a:gd name="T28" fmla="*/ 30 w 146"/>
                <a:gd name="T29" fmla="*/ 6 h 120"/>
                <a:gd name="T30" fmla="*/ 16 w 146"/>
                <a:gd name="T31" fmla="*/ 8 h 120"/>
                <a:gd name="T32" fmla="*/ 6 w 146"/>
                <a:gd name="T33" fmla="*/ 14 h 120"/>
                <a:gd name="T34" fmla="*/ 2 w 146"/>
                <a:gd name="T35" fmla="*/ 20 h 120"/>
                <a:gd name="T36" fmla="*/ 4 w 146"/>
                <a:gd name="T37" fmla="*/ 22 h 120"/>
                <a:gd name="T38" fmla="*/ 6 w 146"/>
                <a:gd name="T39" fmla="*/ 28 h 120"/>
                <a:gd name="T40" fmla="*/ 6 w 146"/>
                <a:gd name="T41" fmla="*/ 40 h 120"/>
                <a:gd name="T42" fmla="*/ 6 w 146"/>
                <a:gd name="T43" fmla="*/ 48 h 120"/>
                <a:gd name="T44" fmla="*/ 2 w 146"/>
                <a:gd name="T45" fmla="*/ 54 h 120"/>
                <a:gd name="T46" fmla="*/ 0 w 146"/>
                <a:gd name="T47" fmla="*/ 64 h 120"/>
                <a:gd name="T48" fmla="*/ 0 w 146"/>
                <a:gd name="T49" fmla="*/ 100 h 120"/>
                <a:gd name="T50" fmla="*/ 16 w 146"/>
                <a:gd name="T51" fmla="*/ 100 h 120"/>
                <a:gd name="T52" fmla="*/ 34 w 146"/>
                <a:gd name="T53" fmla="*/ 112 h 120"/>
                <a:gd name="T54" fmla="*/ 52 w 146"/>
                <a:gd name="T55" fmla="*/ 118 h 120"/>
                <a:gd name="T56" fmla="*/ 76 w 146"/>
                <a:gd name="T57" fmla="*/ 120 h 120"/>
                <a:gd name="T58" fmla="*/ 94 w 146"/>
                <a:gd name="T59" fmla="*/ 102 h 120"/>
                <a:gd name="T60" fmla="*/ 96 w 146"/>
                <a:gd name="T61" fmla="*/ 86 h 120"/>
                <a:gd name="T62" fmla="*/ 100 w 146"/>
                <a:gd name="T63" fmla="*/ 80 h 120"/>
                <a:gd name="T64" fmla="*/ 108 w 146"/>
                <a:gd name="T65" fmla="*/ 72 h 120"/>
                <a:gd name="T66" fmla="*/ 118 w 146"/>
                <a:gd name="T67" fmla="*/ 68 h 120"/>
                <a:gd name="T68" fmla="*/ 122 w 146"/>
                <a:gd name="T69" fmla="*/ 72 h 120"/>
                <a:gd name="T70" fmla="*/ 126 w 146"/>
                <a:gd name="T71" fmla="*/ 72 h 120"/>
                <a:gd name="T72" fmla="*/ 132 w 146"/>
                <a:gd name="T73" fmla="*/ 68 h 120"/>
                <a:gd name="T74" fmla="*/ 138 w 146"/>
                <a:gd name="T75" fmla="*/ 56 h 120"/>
                <a:gd name="T76" fmla="*/ 142 w 146"/>
                <a:gd name="T77" fmla="*/ 46 h 120"/>
                <a:gd name="T78" fmla="*/ 144 w 146"/>
                <a:gd name="T79" fmla="*/ 36 h 120"/>
                <a:gd name="T80" fmla="*/ 146 w 146"/>
                <a:gd name="T81" fmla="*/ 24 h 120"/>
                <a:gd name="T82" fmla="*/ 144 w 146"/>
                <a:gd name="T83" fmla="*/ 14 h 120"/>
                <a:gd name="T84" fmla="*/ 146 w 146"/>
                <a:gd name="T85" fmla="*/ 4 h 120"/>
                <a:gd name="T86" fmla="*/ 146 w 146"/>
                <a:gd name="T87" fmla="*/ 0 h 12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46"/>
                <a:gd name="T133" fmla="*/ 0 h 120"/>
                <a:gd name="T134" fmla="*/ 146 w 146"/>
                <a:gd name="T135" fmla="*/ 120 h 12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46" h="120">
                  <a:moveTo>
                    <a:pt x="146" y="0"/>
                  </a:moveTo>
                  <a:lnTo>
                    <a:pt x="142" y="0"/>
                  </a:lnTo>
                  <a:lnTo>
                    <a:pt x="136" y="0"/>
                  </a:lnTo>
                  <a:lnTo>
                    <a:pt x="132" y="2"/>
                  </a:lnTo>
                  <a:lnTo>
                    <a:pt x="126" y="4"/>
                  </a:lnTo>
                  <a:lnTo>
                    <a:pt x="124" y="6"/>
                  </a:lnTo>
                  <a:lnTo>
                    <a:pt x="120" y="6"/>
                  </a:lnTo>
                  <a:lnTo>
                    <a:pt x="120" y="8"/>
                  </a:lnTo>
                  <a:lnTo>
                    <a:pt x="108" y="2"/>
                  </a:lnTo>
                  <a:lnTo>
                    <a:pt x="96" y="4"/>
                  </a:lnTo>
                  <a:lnTo>
                    <a:pt x="88" y="6"/>
                  </a:lnTo>
                  <a:lnTo>
                    <a:pt x="84" y="8"/>
                  </a:lnTo>
                  <a:lnTo>
                    <a:pt x="80" y="6"/>
                  </a:lnTo>
                  <a:lnTo>
                    <a:pt x="76" y="6"/>
                  </a:lnTo>
                  <a:lnTo>
                    <a:pt x="70" y="8"/>
                  </a:lnTo>
                  <a:lnTo>
                    <a:pt x="68" y="12"/>
                  </a:lnTo>
                  <a:lnTo>
                    <a:pt x="64" y="14"/>
                  </a:lnTo>
                  <a:lnTo>
                    <a:pt x="62" y="16"/>
                  </a:lnTo>
                  <a:lnTo>
                    <a:pt x="58" y="14"/>
                  </a:lnTo>
                  <a:lnTo>
                    <a:pt x="54" y="10"/>
                  </a:lnTo>
                  <a:lnTo>
                    <a:pt x="50" y="10"/>
                  </a:lnTo>
                  <a:lnTo>
                    <a:pt x="46" y="8"/>
                  </a:lnTo>
                  <a:lnTo>
                    <a:pt x="42" y="8"/>
                  </a:lnTo>
                  <a:lnTo>
                    <a:pt x="40" y="6"/>
                  </a:lnTo>
                  <a:lnTo>
                    <a:pt x="38" y="6"/>
                  </a:lnTo>
                  <a:lnTo>
                    <a:pt x="34" y="6"/>
                  </a:lnTo>
                  <a:lnTo>
                    <a:pt x="30" y="6"/>
                  </a:lnTo>
                  <a:lnTo>
                    <a:pt x="22" y="6"/>
                  </a:lnTo>
                  <a:lnTo>
                    <a:pt x="16" y="8"/>
                  </a:lnTo>
                  <a:lnTo>
                    <a:pt x="10" y="12"/>
                  </a:lnTo>
                  <a:lnTo>
                    <a:pt x="6" y="14"/>
                  </a:lnTo>
                  <a:lnTo>
                    <a:pt x="4" y="18"/>
                  </a:lnTo>
                  <a:lnTo>
                    <a:pt x="2" y="20"/>
                  </a:lnTo>
                  <a:lnTo>
                    <a:pt x="4" y="22"/>
                  </a:lnTo>
                  <a:lnTo>
                    <a:pt x="4" y="24"/>
                  </a:lnTo>
                  <a:lnTo>
                    <a:pt x="6" y="28"/>
                  </a:lnTo>
                  <a:lnTo>
                    <a:pt x="6" y="34"/>
                  </a:lnTo>
                  <a:lnTo>
                    <a:pt x="6" y="40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4" y="50"/>
                  </a:lnTo>
                  <a:lnTo>
                    <a:pt x="2" y="54"/>
                  </a:lnTo>
                  <a:lnTo>
                    <a:pt x="2" y="58"/>
                  </a:lnTo>
                  <a:lnTo>
                    <a:pt x="0" y="64"/>
                  </a:lnTo>
                  <a:lnTo>
                    <a:pt x="0" y="70"/>
                  </a:lnTo>
                  <a:lnTo>
                    <a:pt x="0" y="100"/>
                  </a:lnTo>
                  <a:lnTo>
                    <a:pt x="14" y="98"/>
                  </a:lnTo>
                  <a:lnTo>
                    <a:pt x="16" y="100"/>
                  </a:lnTo>
                  <a:lnTo>
                    <a:pt x="24" y="106"/>
                  </a:lnTo>
                  <a:lnTo>
                    <a:pt x="34" y="112"/>
                  </a:lnTo>
                  <a:lnTo>
                    <a:pt x="48" y="118"/>
                  </a:lnTo>
                  <a:lnTo>
                    <a:pt x="52" y="118"/>
                  </a:lnTo>
                  <a:lnTo>
                    <a:pt x="62" y="120"/>
                  </a:lnTo>
                  <a:lnTo>
                    <a:pt x="76" y="120"/>
                  </a:lnTo>
                  <a:lnTo>
                    <a:pt x="86" y="120"/>
                  </a:lnTo>
                  <a:lnTo>
                    <a:pt x="94" y="102"/>
                  </a:lnTo>
                  <a:lnTo>
                    <a:pt x="94" y="88"/>
                  </a:lnTo>
                  <a:lnTo>
                    <a:pt x="96" y="86"/>
                  </a:lnTo>
                  <a:lnTo>
                    <a:pt x="98" y="84"/>
                  </a:lnTo>
                  <a:lnTo>
                    <a:pt x="100" y="80"/>
                  </a:lnTo>
                  <a:lnTo>
                    <a:pt x="104" y="76"/>
                  </a:lnTo>
                  <a:lnTo>
                    <a:pt x="108" y="72"/>
                  </a:lnTo>
                  <a:lnTo>
                    <a:pt x="112" y="70"/>
                  </a:lnTo>
                  <a:lnTo>
                    <a:pt x="118" y="68"/>
                  </a:lnTo>
                  <a:lnTo>
                    <a:pt x="122" y="72"/>
                  </a:lnTo>
                  <a:lnTo>
                    <a:pt x="124" y="72"/>
                  </a:lnTo>
                  <a:lnTo>
                    <a:pt x="126" y="72"/>
                  </a:lnTo>
                  <a:lnTo>
                    <a:pt x="128" y="70"/>
                  </a:lnTo>
                  <a:lnTo>
                    <a:pt x="132" y="68"/>
                  </a:lnTo>
                  <a:lnTo>
                    <a:pt x="136" y="64"/>
                  </a:lnTo>
                  <a:lnTo>
                    <a:pt x="138" y="56"/>
                  </a:lnTo>
                  <a:lnTo>
                    <a:pt x="142" y="46"/>
                  </a:lnTo>
                  <a:lnTo>
                    <a:pt x="144" y="42"/>
                  </a:lnTo>
                  <a:lnTo>
                    <a:pt x="144" y="36"/>
                  </a:lnTo>
                  <a:lnTo>
                    <a:pt x="146" y="30"/>
                  </a:lnTo>
                  <a:lnTo>
                    <a:pt x="146" y="24"/>
                  </a:lnTo>
                  <a:lnTo>
                    <a:pt x="144" y="18"/>
                  </a:lnTo>
                  <a:lnTo>
                    <a:pt x="144" y="14"/>
                  </a:lnTo>
                  <a:lnTo>
                    <a:pt x="144" y="8"/>
                  </a:lnTo>
                  <a:lnTo>
                    <a:pt x="146" y="4"/>
                  </a:lnTo>
                  <a:lnTo>
                    <a:pt x="146" y="2"/>
                  </a:lnTo>
                  <a:lnTo>
                    <a:pt x="146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15" name="Freeform 277"/>
            <p:cNvSpPr>
              <a:spLocks/>
            </p:cNvSpPr>
            <p:nvPr/>
          </p:nvSpPr>
          <p:spPr bwMode="gray">
            <a:xfrm>
              <a:off x="995" y="2796"/>
              <a:ext cx="52" cy="132"/>
            </a:xfrm>
            <a:custGeom>
              <a:avLst/>
              <a:gdLst>
                <a:gd name="T0" fmla="*/ 28 w 52"/>
                <a:gd name="T1" fmla="*/ 132 h 132"/>
                <a:gd name="T2" fmla="*/ 30 w 52"/>
                <a:gd name="T3" fmla="*/ 118 h 132"/>
                <a:gd name="T4" fmla="*/ 30 w 52"/>
                <a:gd name="T5" fmla="*/ 118 h 132"/>
                <a:gd name="T6" fmla="*/ 30 w 52"/>
                <a:gd name="T7" fmla="*/ 116 h 132"/>
                <a:gd name="T8" fmla="*/ 32 w 52"/>
                <a:gd name="T9" fmla="*/ 112 h 132"/>
                <a:gd name="T10" fmla="*/ 32 w 52"/>
                <a:gd name="T11" fmla="*/ 108 h 132"/>
                <a:gd name="T12" fmla="*/ 36 w 52"/>
                <a:gd name="T13" fmla="*/ 104 h 132"/>
                <a:gd name="T14" fmla="*/ 40 w 52"/>
                <a:gd name="T15" fmla="*/ 100 h 132"/>
                <a:gd name="T16" fmla="*/ 44 w 52"/>
                <a:gd name="T17" fmla="*/ 96 h 132"/>
                <a:gd name="T18" fmla="*/ 44 w 52"/>
                <a:gd name="T19" fmla="*/ 92 h 132"/>
                <a:gd name="T20" fmla="*/ 44 w 52"/>
                <a:gd name="T21" fmla="*/ 80 h 132"/>
                <a:gd name="T22" fmla="*/ 44 w 52"/>
                <a:gd name="T23" fmla="*/ 66 h 132"/>
                <a:gd name="T24" fmla="*/ 46 w 52"/>
                <a:gd name="T25" fmla="*/ 52 h 132"/>
                <a:gd name="T26" fmla="*/ 52 w 52"/>
                <a:gd name="T27" fmla="*/ 44 h 132"/>
                <a:gd name="T28" fmla="*/ 50 w 52"/>
                <a:gd name="T29" fmla="*/ 44 h 132"/>
                <a:gd name="T30" fmla="*/ 50 w 52"/>
                <a:gd name="T31" fmla="*/ 40 h 132"/>
                <a:gd name="T32" fmla="*/ 48 w 52"/>
                <a:gd name="T33" fmla="*/ 36 h 132"/>
                <a:gd name="T34" fmla="*/ 46 w 52"/>
                <a:gd name="T35" fmla="*/ 30 h 132"/>
                <a:gd name="T36" fmla="*/ 44 w 52"/>
                <a:gd name="T37" fmla="*/ 24 h 132"/>
                <a:gd name="T38" fmla="*/ 44 w 52"/>
                <a:gd name="T39" fmla="*/ 20 h 132"/>
                <a:gd name="T40" fmla="*/ 44 w 52"/>
                <a:gd name="T41" fmla="*/ 14 h 132"/>
                <a:gd name="T42" fmla="*/ 16 w 52"/>
                <a:gd name="T43" fmla="*/ 16 h 132"/>
                <a:gd name="T44" fmla="*/ 16 w 52"/>
                <a:gd name="T45" fmla="*/ 14 h 132"/>
                <a:gd name="T46" fmla="*/ 14 w 52"/>
                <a:gd name="T47" fmla="*/ 12 h 132"/>
                <a:gd name="T48" fmla="*/ 12 w 52"/>
                <a:gd name="T49" fmla="*/ 8 h 132"/>
                <a:gd name="T50" fmla="*/ 8 w 52"/>
                <a:gd name="T51" fmla="*/ 4 h 132"/>
                <a:gd name="T52" fmla="*/ 4 w 52"/>
                <a:gd name="T53" fmla="*/ 2 h 132"/>
                <a:gd name="T54" fmla="*/ 0 w 52"/>
                <a:gd name="T55" fmla="*/ 0 h 13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52"/>
                <a:gd name="T85" fmla="*/ 0 h 132"/>
                <a:gd name="T86" fmla="*/ 52 w 52"/>
                <a:gd name="T87" fmla="*/ 132 h 132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52" h="132">
                  <a:moveTo>
                    <a:pt x="28" y="132"/>
                  </a:moveTo>
                  <a:lnTo>
                    <a:pt x="30" y="118"/>
                  </a:lnTo>
                  <a:lnTo>
                    <a:pt x="30" y="116"/>
                  </a:lnTo>
                  <a:lnTo>
                    <a:pt x="32" y="112"/>
                  </a:lnTo>
                  <a:lnTo>
                    <a:pt x="32" y="108"/>
                  </a:lnTo>
                  <a:lnTo>
                    <a:pt x="36" y="104"/>
                  </a:lnTo>
                  <a:lnTo>
                    <a:pt x="40" y="100"/>
                  </a:lnTo>
                  <a:lnTo>
                    <a:pt x="44" y="96"/>
                  </a:lnTo>
                  <a:lnTo>
                    <a:pt x="44" y="92"/>
                  </a:lnTo>
                  <a:lnTo>
                    <a:pt x="44" y="80"/>
                  </a:lnTo>
                  <a:lnTo>
                    <a:pt x="44" y="66"/>
                  </a:lnTo>
                  <a:lnTo>
                    <a:pt x="46" y="52"/>
                  </a:lnTo>
                  <a:lnTo>
                    <a:pt x="52" y="44"/>
                  </a:lnTo>
                  <a:lnTo>
                    <a:pt x="50" y="44"/>
                  </a:lnTo>
                  <a:lnTo>
                    <a:pt x="50" y="40"/>
                  </a:lnTo>
                  <a:lnTo>
                    <a:pt x="48" y="36"/>
                  </a:lnTo>
                  <a:lnTo>
                    <a:pt x="46" y="30"/>
                  </a:lnTo>
                  <a:lnTo>
                    <a:pt x="44" y="24"/>
                  </a:lnTo>
                  <a:lnTo>
                    <a:pt x="44" y="20"/>
                  </a:lnTo>
                  <a:lnTo>
                    <a:pt x="44" y="14"/>
                  </a:lnTo>
                  <a:lnTo>
                    <a:pt x="16" y="16"/>
                  </a:lnTo>
                  <a:lnTo>
                    <a:pt x="16" y="14"/>
                  </a:lnTo>
                  <a:lnTo>
                    <a:pt x="14" y="12"/>
                  </a:lnTo>
                  <a:lnTo>
                    <a:pt x="12" y="8"/>
                  </a:lnTo>
                  <a:lnTo>
                    <a:pt x="8" y="4"/>
                  </a:lnTo>
                  <a:lnTo>
                    <a:pt x="4" y="2"/>
                  </a:lnTo>
                  <a:lnTo>
                    <a:pt x="0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16" name="Freeform 278"/>
            <p:cNvSpPr>
              <a:spLocks/>
            </p:cNvSpPr>
            <p:nvPr/>
          </p:nvSpPr>
          <p:spPr bwMode="gray">
            <a:xfrm>
              <a:off x="829" y="2796"/>
              <a:ext cx="218" cy="162"/>
            </a:xfrm>
            <a:custGeom>
              <a:avLst/>
              <a:gdLst>
                <a:gd name="T0" fmla="*/ 94 w 218"/>
                <a:gd name="T1" fmla="*/ 36 h 162"/>
                <a:gd name="T2" fmla="*/ 78 w 218"/>
                <a:gd name="T3" fmla="*/ 40 h 162"/>
                <a:gd name="T4" fmla="*/ 62 w 218"/>
                <a:gd name="T5" fmla="*/ 42 h 162"/>
                <a:gd name="T6" fmla="*/ 60 w 218"/>
                <a:gd name="T7" fmla="*/ 62 h 162"/>
                <a:gd name="T8" fmla="*/ 50 w 218"/>
                <a:gd name="T9" fmla="*/ 100 h 162"/>
                <a:gd name="T10" fmla="*/ 38 w 218"/>
                <a:gd name="T11" fmla="*/ 116 h 162"/>
                <a:gd name="T12" fmla="*/ 32 w 218"/>
                <a:gd name="T13" fmla="*/ 120 h 162"/>
                <a:gd name="T14" fmla="*/ 24 w 218"/>
                <a:gd name="T15" fmla="*/ 122 h 162"/>
                <a:gd name="T16" fmla="*/ 18 w 218"/>
                <a:gd name="T17" fmla="*/ 122 h 162"/>
                <a:gd name="T18" fmla="*/ 10 w 218"/>
                <a:gd name="T19" fmla="*/ 122 h 162"/>
                <a:gd name="T20" fmla="*/ 4 w 218"/>
                <a:gd name="T21" fmla="*/ 122 h 162"/>
                <a:gd name="T22" fmla="*/ 2 w 218"/>
                <a:gd name="T23" fmla="*/ 128 h 162"/>
                <a:gd name="T24" fmla="*/ 4 w 218"/>
                <a:gd name="T25" fmla="*/ 132 h 162"/>
                <a:gd name="T26" fmla="*/ 8 w 218"/>
                <a:gd name="T27" fmla="*/ 138 h 162"/>
                <a:gd name="T28" fmla="*/ 8 w 218"/>
                <a:gd name="T29" fmla="*/ 140 h 162"/>
                <a:gd name="T30" fmla="*/ 14 w 218"/>
                <a:gd name="T31" fmla="*/ 144 h 162"/>
                <a:gd name="T32" fmla="*/ 16 w 218"/>
                <a:gd name="T33" fmla="*/ 144 h 162"/>
                <a:gd name="T34" fmla="*/ 16 w 218"/>
                <a:gd name="T35" fmla="*/ 150 h 162"/>
                <a:gd name="T36" fmla="*/ 28 w 218"/>
                <a:gd name="T37" fmla="*/ 142 h 162"/>
                <a:gd name="T38" fmla="*/ 30 w 218"/>
                <a:gd name="T39" fmla="*/ 146 h 162"/>
                <a:gd name="T40" fmla="*/ 36 w 218"/>
                <a:gd name="T41" fmla="*/ 150 h 162"/>
                <a:gd name="T42" fmla="*/ 42 w 218"/>
                <a:gd name="T43" fmla="*/ 154 h 162"/>
                <a:gd name="T44" fmla="*/ 44 w 218"/>
                <a:gd name="T45" fmla="*/ 156 h 162"/>
                <a:gd name="T46" fmla="*/ 50 w 218"/>
                <a:gd name="T47" fmla="*/ 162 h 162"/>
                <a:gd name="T48" fmla="*/ 50 w 218"/>
                <a:gd name="T49" fmla="*/ 158 h 162"/>
                <a:gd name="T50" fmla="*/ 56 w 218"/>
                <a:gd name="T51" fmla="*/ 152 h 162"/>
                <a:gd name="T52" fmla="*/ 68 w 218"/>
                <a:gd name="T53" fmla="*/ 146 h 162"/>
                <a:gd name="T54" fmla="*/ 82 w 218"/>
                <a:gd name="T55" fmla="*/ 146 h 162"/>
                <a:gd name="T56" fmla="*/ 88 w 218"/>
                <a:gd name="T57" fmla="*/ 146 h 162"/>
                <a:gd name="T58" fmla="*/ 88 w 218"/>
                <a:gd name="T59" fmla="*/ 148 h 162"/>
                <a:gd name="T60" fmla="*/ 96 w 218"/>
                <a:gd name="T61" fmla="*/ 150 h 162"/>
                <a:gd name="T62" fmla="*/ 106 w 218"/>
                <a:gd name="T63" fmla="*/ 154 h 162"/>
                <a:gd name="T64" fmla="*/ 110 w 218"/>
                <a:gd name="T65" fmla="*/ 156 h 162"/>
                <a:gd name="T66" fmla="*/ 114 w 218"/>
                <a:gd name="T67" fmla="*/ 152 h 162"/>
                <a:gd name="T68" fmla="*/ 122 w 218"/>
                <a:gd name="T69" fmla="*/ 148 h 162"/>
                <a:gd name="T70" fmla="*/ 130 w 218"/>
                <a:gd name="T71" fmla="*/ 148 h 162"/>
                <a:gd name="T72" fmla="*/ 144 w 218"/>
                <a:gd name="T73" fmla="*/ 144 h 162"/>
                <a:gd name="T74" fmla="*/ 166 w 218"/>
                <a:gd name="T75" fmla="*/ 148 h 162"/>
                <a:gd name="T76" fmla="*/ 170 w 218"/>
                <a:gd name="T77" fmla="*/ 146 h 162"/>
                <a:gd name="T78" fmla="*/ 178 w 218"/>
                <a:gd name="T79" fmla="*/ 142 h 162"/>
                <a:gd name="T80" fmla="*/ 188 w 218"/>
                <a:gd name="T81" fmla="*/ 140 h 162"/>
                <a:gd name="T82" fmla="*/ 196 w 218"/>
                <a:gd name="T83" fmla="*/ 118 h 162"/>
                <a:gd name="T84" fmla="*/ 196 w 218"/>
                <a:gd name="T85" fmla="*/ 116 h 162"/>
                <a:gd name="T86" fmla="*/ 198 w 218"/>
                <a:gd name="T87" fmla="*/ 108 h 162"/>
                <a:gd name="T88" fmla="*/ 206 w 218"/>
                <a:gd name="T89" fmla="*/ 100 h 162"/>
                <a:gd name="T90" fmla="*/ 210 w 218"/>
                <a:gd name="T91" fmla="*/ 92 h 162"/>
                <a:gd name="T92" fmla="*/ 210 w 218"/>
                <a:gd name="T93" fmla="*/ 66 h 162"/>
                <a:gd name="T94" fmla="*/ 218 w 218"/>
                <a:gd name="T95" fmla="*/ 44 h 162"/>
                <a:gd name="T96" fmla="*/ 216 w 218"/>
                <a:gd name="T97" fmla="*/ 40 h 162"/>
                <a:gd name="T98" fmla="*/ 212 w 218"/>
                <a:gd name="T99" fmla="*/ 30 h 162"/>
                <a:gd name="T100" fmla="*/ 210 w 218"/>
                <a:gd name="T101" fmla="*/ 20 h 162"/>
                <a:gd name="T102" fmla="*/ 182 w 218"/>
                <a:gd name="T103" fmla="*/ 16 h 162"/>
                <a:gd name="T104" fmla="*/ 180 w 218"/>
                <a:gd name="T105" fmla="*/ 12 h 162"/>
                <a:gd name="T106" fmla="*/ 174 w 218"/>
                <a:gd name="T107" fmla="*/ 4 h 162"/>
                <a:gd name="T108" fmla="*/ 166 w 218"/>
                <a:gd name="T109" fmla="*/ 0 h 16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218"/>
                <a:gd name="T166" fmla="*/ 0 h 162"/>
                <a:gd name="T167" fmla="*/ 218 w 218"/>
                <a:gd name="T168" fmla="*/ 162 h 162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218" h="162">
                  <a:moveTo>
                    <a:pt x="162" y="0"/>
                  </a:moveTo>
                  <a:lnTo>
                    <a:pt x="94" y="36"/>
                  </a:lnTo>
                  <a:lnTo>
                    <a:pt x="90" y="38"/>
                  </a:lnTo>
                  <a:lnTo>
                    <a:pt x="78" y="40"/>
                  </a:lnTo>
                  <a:lnTo>
                    <a:pt x="68" y="42"/>
                  </a:lnTo>
                  <a:lnTo>
                    <a:pt x="62" y="42"/>
                  </a:lnTo>
                  <a:lnTo>
                    <a:pt x="62" y="48"/>
                  </a:lnTo>
                  <a:lnTo>
                    <a:pt x="60" y="62"/>
                  </a:lnTo>
                  <a:lnTo>
                    <a:pt x="56" y="80"/>
                  </a:lnTo>
                  <a:lnTo>
                    <a:pt x="50" y="100"/>
                  </a:lnTo>
                  <a:lnTo>
                    <a:pt x="38" y="116"/>
                  </a:lnTo>
                  <a:lnTo>
                    <a:pt x="36" y="118"/>
                  </a:lnTo>
                  <a:lnTo>
                    <a:pt x="32" y="120"/>
                  </a:lnTo>
                  <a:lnTo>
                    <a:pt x="28" y="120"/>
                  </a:lnTo>
                  <a:lnTo>
                    <a:pt x="24" y="122"/>
                  </a:lnTo>
                  <a:lnTo>
                    <a:pt x="20" y="122"/>
                  </a:lnTo>
                  <a:lnTo>
                    <a:pt x="18" y="122"/>
                  </a:lnTo>
                  <a:lnTo>
                    <a:pt x="14" y="122"/>
                  </a:lnTo>
                  <a:lnTo>
                    <a:pt x="10" y="122"/>
                  </a:lnTo>
                  <a:lnTo>
                    <a:pt x="6" y="122"/>
                  </a:lnTo>
                  <a:lnTo>
                    <a:pt x="4" y="122"/>
                  </a:lnTo>
                  <a:lnTo>
                    <a:pt x="0" y="128"/>
                  </a:lnTo>
                  <a:lnTo>
                    <a:pt x="2" y="128"/>
                  </a:lnTo>
                  <a:lnTo>
                    <a:pt x="2" y="130"/>
                  </a:lnTo>
                  <a:lnTo>
                    <a:pt x="4" y="132"/>
                  </a:lnTo>
                  <a:lnTo>
                    <a:pt x="6" y="136"/>
                  </a:lnTo>
                  <a:lnTo>
                    <a:pt x="8" y="138"/>
                  </a:lnTo>
                  <a:lnTo>
                    <a:pt x="8" y="140"/>
                  </a:lnTo>
                  <a:lnTo>
                    <a:pt x="10" y="142"/>
                  </a:lnTo>
                  <a:lnTo>
                    <a:pt x="14" y="144"/>
                  </a:lnTo>
                  <a:lnTo>
                    <a:pt x="16" y="144"/>
                  </a:lnTo>
                  <a:lnTo>
                    <a:pt x="16" y="146"/>
                  </a:lnTo>
                  <a:lnTo>
                    <a:pt x="16" y="150"/>
                  </a:lnTo>
                  <a:lnTo>
                    <a:pt x="26" y="150"/>
                  </a:lnTo>
                  <a:lnTo>
                    <a:pt x="28" y="142"/>
                  </a:lnTo>
                  <a:lnTo>
                    <a:pt x="28" y="144"/>
                  </a:lnTo>
                  <a:lnTo>
                    <a:pt x="30" y="146"/>
                  </a:lnTo>
                  <a:lnTo>
                    <a:pt x="34" y="148"/>
                  </a:lnTo>
                  <a:lnTo>
                    <a:pt x="36" y="150"/>
                  </a:lnTo>
                  <a:lnTo>
                    <a:pt x="38" y="152"/>
                  </a:lnTo>
                  <a:lnTo>
                    <a:pt x="42" y="154"/>
                  </a:lnTo>
                  <a:lnTo>
                    <a:pt x="44" y="156"/>
                  </a:lnTo>
                  <a:lnTo>
                    <a:pt x="46" y="158"/>
                  </a:lnTo>
                  <a:lnTo>
                    <a:pt x="50" y="162"/>
                  </a:lnTo>
                  <a:lnTo>
                    <a:pt x="50" y="160"/>
                  </a:lnTo>
                  <a:lnTo>
                    <a:pt x="50" y="158"/>
                  </a:lnTo>
                  <a:lnTo>
                    <a:pt x="54" y="156"/>
                  </a:lnTo>
                  <a:lnTo>
                    <a:pt x="56" y="152"/>
                  </a:lnTo>
                  <a:lnTo>
                    <a:pt x="62" y="148"/>
                  </a:lnTo>
                  <a:lnTo>
                    <a:pt x="68" y="146"/>
                  </a:lnTo>
                  <a:lnTo>
                    <a:pt x="76" y="146"/>
                  </a:lnTo>
                  <a:lnTo>
                    <a:pt x="82" y="146"/>
                  </a:lnTo>
                  <a:lnTo>
                    <a:pt x="86" y="146"/>
                  </a:lnTo>
                  <a:lnTo>
                    <a:pt x="88" y="146"/>
                  </a:lnTo>
                  <a:lnTo>
                    <a:pt x="88" y="148"/>
                  </a:lnTo>
                  <a:lnTo>
                    <a:pt x="92" y="148"/>
                  </a:lnTo>
                  <a:lnTo>
                    <a:pt x="96" y="150"/>
                  </a:lnTo>
                  <a:lnTo>
                    <a:pt x="102" y="152"/>
                  </a:lnTo>
                  <a:lnTo>
                    <a:pt x="106" y="154"/>
                  </a:lnTo>
                  <a:lnTo>
                    <a:pt x="108" y="156"/>
                  </a:lnTo>
                  <a:lnTo>
                    <a:pt x="110" y="156"/>
                  </a:lnTo>
                  <a:lnTo>
                    <a:pt x="110" y="154"/>
                  </a:lnTo>
                  <a:lnTo>
                    <a:pt x="114" y="152"/>
                  </a:lnTo>
                  <a:lnTo>
                    <a:pt x="118" y="148"/>
                  </a:lnTo>
                  <a:lnTo>
                    <a:pt x="122" y="148"/>
                  </a:lnTo>
                  <a:lnTo>
                    <a:pt x="126" y="146"/>
                  </a:lnTo>
                  <a:lnTo>
                    <a:pt x="130" y="148"/>
                  </a:lnTo>
                  <a:lnTo>
                    <a:pt x="134" y="146"/>
                  </a:lnTo>
                  <a:lnTo>
                    <a:pt x="144" y="144"/>
                  </a:lnTo>
                  <a:lnTo>
                    <a:pt x="154" y="144"/>
                  </a:lnTo>
                  <a:lnTo>
                    <a:pt x="166" y="148"/>
                  </a:lnTo>
                  <a:lnTo>
                    <a:pt x="168" y="148"/>
                  </a:lnTo>
                  <a:lnTo>
                    <a:pt x="170" y="146"/>
                  </a:lnTo>
                  <a:lnTo>
                    <a:pt x="174" y="144"/>
                  </a:lnTo>
                  <a:lnTo>
                    <a:pt x="178" y="142"/>
                  </a:lnTo>
                  <a:lnTo>
                    <a:pt x="182" y="140"/>
                  </a:lnTo>
                  <a:lnTo>
                    <a:pt x="188" y="140"/>
                  </a:lnTo>
                  <a:lnTo>
                    <a:pt x="192" y="140"/>
                  </a:lnTo>
                  <a:lnTo>
                    <a:pt x="196" y="118"/>
                  </a:lnTo>
                  <a:lnTo>
                    <a:pt x="196" y="116"/>
                  </a:lnTo>
                  <a:lnTo>
                    <a:pt x="198" y="112"/>
                  </a:lnTo>
                  <a:lnTo>
                    <a:pt x="198" y="108"/>
                  </a:lnTo>
                  <a:lnTo>
                    <a:pt x="202" y="104"/>
                  </a:lnTo>
                  <a:lnTo>
                    <a:pt x="206" y="100"/>
                  </a:lnTo>
                  <a:lnTo>
                    <a:pt x="210" y="96"/>
                  </a:lnTo>
                  <a:lnTo>
                    <a:pt x="210" y="92"/>
                  </a:lnTo>
                  <a:lnTo>
                    <a:pt x="210" y="80"/>
                  </a:lnTo>
                  <a:lnTo>
                    <a:pt x="210" y="66"/>
                  </a:lnTo>
                  <a:lnTo>
                    <a:pt x="212" y="52"/>
                  </a:lnTo>
                  <a:lnTo>
                    <a:pt x="218" y="44"/>
                  </a:lnTo>
                  <a:lnTo>
                    <a:pt x="216" y="44"/>
                  </a:lnTo>
                  <a:lnTo>
                    <a:pt x="216" y="40"/>
                  </a:lnTo>
                  <a:lnTo>
                    <a:pt x="214" y="36"/>
                  </a:lnTo>
                  <a:lnTo>
                    <a:pt x="212" y="30"/>
                  </a:lnTo>
                  <a:lnTo>
                    <a:pt x="210" y="24"/>
                  </a:lnTo>
                  <a:lnTo>
                    <a:pt x="210" y="20"/>
                  </a:lnTo>
                  <a:lnTo>
                    <a:pt x="210" y="14"/>
                  </a:lnTo>
                  <a:lnTo>
                    <a:pt x="182" y="16"/>
                  </a:lnTo>
                  <a:lnTo>
                    <a:pt x="182" y="14"/>
                  </a:lnTo>
                  <a:lnTo>
                    <a:pt x="180" y="12"/>
                  </a:lnTo>
                  <a:lnTo>
                    <a:pt x="178" y="8"/>
                  </a:lnTo>
                  <a:lnTo>
                    <a:pt x="174" y="4"/>
                  </a:lnTo>
                  <a:lnTo>
                    <a:pt x="170" y="2"/>
                  </a:lnTo>
                  <a:lnTo>
                    <a:pt x="166" y="0"/>
                  </a:lnTo>
                  <a:lnTo>
                    <a:pt x="162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17" name="Freeform 279"/>
            <p:cNvSpPr>
              <a:spLocks/>
            </p:cNvSpPr>
            <p:nvPr/>
          </p:nvSpPr>
          <p:spPr bwMode="gray">
            <a:xfrm>
              <a:off x="961" y="2936"/>
              <a:ext cx="88" cy="148"/>
            </a:xfrm>
            <a:custGeom>
              <a:avLst/>
              <a:gdLst>
                <a:gd name="T0" fmla="*/ 60 w 88"/>
                <a:gd name="T1" fmla="*/ 2 h 148"/>
                <a:gd name="T2" fmla="*/ 58 w 88"/>
                <a:gd name="T3" fmla="*/ 8 h 148"/>
                <a:gd name="T4" fmla="*/ 58 w 88"/>
                <a:gd name="T5" fmla="*/ 20 h 148"/>
                <a:gd name="T6" fmla="*/ 60 w 88"/>
                <a:gd name="T7" fmla="*/ 30 h 148"/>
                <a:gd name="T8" fmla="*/ 58 w 88"/>
                <a:gd name="T9" fmla="*/ 42 h 148"/>
                <a:gd name="T10" fmla="*/ 56 w 88"/>
                <a:gd name="T11" fmla="*/ 48 h 148"/>
                <a:gd name="T12" fmla="*/ 50 w 88"/>
                <a:gd name="T13" fmla="*/ 64 h 148"/>
                <a:gd name="T14" fmla="*/ 42 w 88"/>
                <a:gd name="T15" fmla="*/ 70 h 148"/>
                <a:gd name="T16" fmla="*/ 38 w 88"/>
                <a:gd name="T17" fmla="*/ 72 h 148"/>
                <a:gd name="T18" fmla="*/ 36 w 88"/>
                <a:gd name="T19" fmla="*/ 72 h 148"/>
                <a:gd name="T20" fmla="*/ 26 w 88"/>
                <a:gd name="T21" fmla="*/ 70 h 148"/>
                <a:gd name="T22" fmla="*/ 18 w 88"/>
                <a:gd name="T23" fmla="*/ 76 h 148"/>
                <a:gd name="T24" fmla="*/ 12 w 88"/>
                <a:gd name="T25" fmla="*/ 84 h 148"/>
                <a:gd name="T26" fmla="*/ 8 w 88"/>
                <a:gd name="T27" fmla="*/ 88 h 148"/>
                <a:gd name="T28" fmla="*/ 0 w 88"/>
                <a:gd name="T29" fmla="*/ 120 h 148"/>
                <a:gd name="T30" fmla="*/ 0 w 88"/>
                <a:gd name="T31" fmla="*/ 124 h 148"/>
                <a:gd name="T32" fmla="*/ 2 w 88"/>
                <a:gd name="T33" fmla="*/ 130 h 148"/>
                <a:gd name="T34" fmla="*/ 10 w 88"/>
                <a:gd name="T35" fmla="*/ 134 h 148"/>
                <a:gd name="T36" fmla="*/ 14 w 88"/>
                <a:gd name="T37" fmla="*/ 136 h 148"/>
                <a:gd name="T38" fmla="*/ 18 w 88"/>
                <a:gd name="T39" fmla="*/ 140 h 148"/>
                <a:gd name="T40" fmla="*/ 18 w 88"/>
                <a:gd name="T41" fmla="*/ 148 h 148"/>
                <a:gd name="T42" fmla="*/ 36 w 88"/>
                <a:gd name="T43" fmla="*/ 148 h 148"/>
                <a:gd name="T44" fmla="*/ 70 w 88"/>
                <a:gd name="T45" fmla="*/ 146 h 148"/>
                <a:gd name="T46" fmla="*/ 86 w 88"/>
                <a:gd name="T47" fmla="*/ 144 h 148"/>
                <a:gd name="T48" fmla="*/ 88 w 88"/>
                <a:gd name="T49" fmla="*/ 138 h 148"/>
                <a:gd name="T50" fmla="*/ 88 w 88"/>
                <a:gd name="T51" fmla="*/ 134 h 148"/>
                <a:gd name="T52" fmla="*/ 82 w 88"/>
                <a:gd name="T53" fmla="*/ 130 h 148"/>
                <a:gd name="T54" fmla="*/ 74 w 88"/>
                <a:gd name="T55" fmla="*/ 122 h 148"/>
                <a:gd name="T56" fmla="*/ 68 w 88"/>
                <a:gd name="T57" fmla="*/ 110 h 148"/>
                <a:gd name="T58" fmla="*/ 62 w 88"/>
                <a:gd name="T59" fmla="*/ 100 h 148"/>
                <a:gd name="T60" fmla="*/ 66 w 88"/>
                <a:gd name="T61" fmla="*/ 98 h 148"/>
                <a:gd name="T62" fmla="*/ 70 w 88"/>
                <a:gd name="T63" fmla="*/ 94 h 148"/>
                <a:gd name="T64" fmla="*/ 72 w 88"/>
                <a:gd name="T65" fmla="*/ 86 h 148"/>
                <a:gd name="T66" fmla="*/ 70 w 88"/>
                <a:gd name="T67" fmla="*/ 78 h 148"/>
                <a:gd name="T68" fmla="*/ 68 w 88"/>
                <a:gd name="T69" fmla="*/ 76 h 148"/>
                <a:gd name="T70" fmla="*/ 64 w 88"/>
                <a:gd name="T71" fmla="*/ 72 h 148"/>
                <a:gd name="T72" fmla="*/ 62 w 88"/>
                <a:gd name="T73" fmla="*/ 64 h 148"/>
                <a:gd name="T74" fmla="*/ 64 w 88"/>
                <a:gd name="T75" fmla="*/ 58 h 148"/>
                <a:gd name="T76" fmla="*/ 68 w 88"/>
                <a:gd name="T77" fmla="*/ 58 h 148"/>
                <a:gd name="T78" fmla="*/ 74 w 88"/>
                <a:gd name="T79" fmla="*/ 56 h 148"/>
                <a:gd name="T80" fmla="*/ 78 w 88"/>
                <a:gd name="T81" fmla="*/ 50 h 148"/>
                <a:gd name="T82" fmla="*/ 78 w 88"/>
                <a:gd name="T83" fmla="*/ 46 h 148"/>
                <a:gd name="T84" fmla="*/ 74 w 88"/>
                <a:gd name="T85" fmla="*/ 40 h 148"/>
                <a:gd name="T86" fmla="*/ 72 w 88"/>
                <a:gd name="T87" fmla="*/ 30 h 148"/>
                <a:gd name="T88" fmla="*/ 72 w 88"/>
                <a:gd name="T89" fmla="*/ 20 h 148"/>
                <a:gd name="T90" fmla="*/ 72 w 88"/>
                <a:gd name="T91" fmla="*/ 16 h 148"/>
                <a:gd name="T92" fmla="*/ 72 w 88"/>
                <a:gd name="T93" fmla="*/ 8 h 148"/>
                <a:gd name="T94" fmla="*/ 66 w 88"/>
                <a:gd name="T95" fmla="*/ 2 h 14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88"/>
                <a:gd name="T145" fmla="*/ 0 h 148"/>
                <a:gd name="T146" fmla="*/ 88 w 88"/>
                <a:gd name="T147" fmla="*/ 148 h 148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88" h="148">
                  <a:moveTo>
                    <a:pt x="60" y="0"/>
                  </a:moveTo>
                  <a:lnTo>
                    <a:pt x="60" y="2"/>
                  </a:lnTo>
                  <a:lnTo>
                    <a:pt x="60" y="4"/>
                  </a:lnTo>
                  <a:lnTo>
                    <a:pt x="58" y="8"/>
                  </a:lnTo>
                  <a:lnTo>
                    <a:pt x="58" y="14"/>
                  </a:lnTo>
                  <a:lnTo>
                    <a:pt x="58" y="20"/>
                  </a:lnTo>
                  <a:lnTo>
                    <a:pt x="60" y="24"/>
                  </a:lnTo>
                  <a:lnTo>
                    <a:pt x="60" y="30"/>
                  </a:lnTo>
                  <a:lnTo>
                    <a:pt x="58" y="36"/>
                  </a:lnTo>
                  <a:lnTo>
                    <a:pt x="58" y="42"/>
                  </a:lnTo>
                  <a:lnTo>
                    <a:pt x="56" y="46"/>
                  </a:lnTo>
                  <a:lnTo>
                    <a:pt x="56" y="48"/>
                  </a:lnTo>
                  <a:lnTo>
                    <a:pt x="52" y="56"/>
                  </a:lnTo>
                  <a:lnTo>
                    <a:pt x="50" y="64"/>
                  </a:lnTo>
                  <a:lnTo>
                    <a:pt x="46" y="68"/>
                  </a:lnTo>
                  <a:lnTo>
                    <a:pt x="42" y="70"/>
                  </a:lnTo>
                  <a:lnTo>
                    <a:pt x="40" y="72"/>
                  </a:lnTo>
                  <a:lnTo>
                    <a:pt x="38" y="72"/>
                  </a:lnTo>
                  <a:lnTo>
                    <a:pt x="36" y="72"/>
                  </a:lnTo>
                  <a:lnTo>
                    <a:pt x="32" y="70"/>
                  </a:lnTo>
                  <a:lnTo>
                    <a:pt x="26" y="70"/>
                  </a:lnTo>
                  <a:lnTo>
                    <a:pt x="22" y="72"/>
                  </a:lnTo>
                  <a:lnTo>
                    <a:pt x="18" y="76"/>
                  </a:lnTo>
                  <a:lnTo>
                    <a:pt x="14" y="80"/>
                  </a:lnTo>
                  <a:lnTo>
                    <a:pt x="12" y="84"/>
                  </a:lnTo>
                  <a:lnTo>
                    <a:pt x="10" y="86"/>
                  </a:lnTo>
                  <a:lnTo>
                    <a:pt x="8" y="88"/>
                  </a:lnTo>
                  <a:lnTo>
                    <a:pt x="8" y="102"/>
                  </a:lnTo>
                  <a:lnTo>
                    <a:pt x="0" y="120"/>
                  </a:lnTo>
                  <a:lnTo>
                    <a:pt x="0" y="122"/>
                  </a:lnTo>
                  <a:lnTo>
                    <a:pt x="0" y="124"/>
                  </a:lnTo>
                  <a:lnTo>
                    <a:pt x="2" y="126"/>
                  </a:lnTo>
                  <a:lnTo>
                    <a:pt x="2" y="130"/>
                  </a:lnTo>
                  <a:lnTo>
                    <a:pt x="6" y="132"/>
                  </a:lnTo>
                  <a:lnTo>
                    <a:pt x="10" y="134"/>
                  </a:lnTo>
                  <a:lnTo>
                    <a:pt x="12" y="134"/>
                  </a:lnTo>
                  <a:lnTo>
                    <a:pt x="14" y="136"/>
                  </a:lnTo>
                  <a:lnTo>
                    <a:pt x="16" y="138"/>
                  </a:lnTo>
                  <a:lnTo>
                    <a:pt x="18" y="140"/>
                  </a:lnTo>
                  <a:lnTo>
                    <a:pt x="18" y="144"/>
                  </a:lnTo>
                  <a:lnTo>
                    <a:pt x="18" y="148"/>
                  </a:lnTo>
                  <a:lnTo>
                    <a:pt x="22" y="148"/>
                  </a:lnTo>
                  <a:lnTo>
                    <a:pt x="36" y="148"/>
                  </a:lnTo>
                  <a:lnTo>
                    <a:pt x="52" y="146"/>
                  </a:lnTo>
                  <a:lnTo>
                    <a:pt x="70" y="146"/>
                  </a:lnTo>
                  <a:lnTo>
                    <a:pt x="88" y="146"/>
                  </a:lnTo>
                  <a:lnTo>
                    <a:pt x="86" y="144"/>
                  </a:lnTo>
                  <a:lnTo>
                    <a:pt x="86" y="142"/>
                  </a:lnTo>
                  <a:lnTo>
                    <a:pt x="88" y="138"/>
                  </a:lnTo>
                  <a:lnTo>
                    <a:pt x="88" y="134"/>
                  </a:lnTo>
                  <a:lnTo>
                    <a:pt x="84" y="132"/>
                  </a:lnTo>
                  <a:lnTo>
                    <a:pt x="82" y="130"/>
                  </a:lnTo>
                  <a:lnTo>
                    <a:pt x="78" y="126"/>
                  </a:lnTo>
                  <a:lnTo>
                    <a:pt x="74" y="122"/>
                  </a:lnTo>
                  <a:lnTo>
                    <a:pt x="70" y="116"/>
                  </a:lnTo>
                  <a:lnTo>
                    <a:pt x="68" y="110"/>
                  </a:lnTo>
                  <a:lnTo>
                    <a:pt x="66" y="102"/>
                  </a:lnTo>
                  <a:lnTo>
                    <a:pt x="62" y="100"/>
                  </a:lnTo>
                  <a:lnTo>
                    <a:pt x="66" y="100"/>
                  </a:lnTo>
                  <a:lnTo>
                    <a:pt x="66" y="98"/>
                  </a:lnTo>
                  <a:lnTo>
                    <a:pt x="68" y="96"/>
                  </a:lnTo>
                  <a:lnTo>
                    <a:pt x="70" y="94"/>
                  </a:lnTo>
                  <a:lnTo>
                    <a:pt x="70" y="90"/>
                  </a:lnTo>
                  <a:lnTo>
                    <a:pt x="72" y="86"/>
                  </a:lnTo>
                  <a:lnTo>
                    <a:pt x="72" y="82"/>
                  </a:lnTo>
                  <a:lnTo>
                    <a:pt x="70" y="78"/>
                  </a:lnTo>
                  <a:lnTo>
                    <a:pt x="68" y="76"/>
                  </a:lnTo>
                  <a:lnTo>
                    <a:pt x="66" y="74"/>
                  </a:lnTo>
                  <a:lnTo>
                    <a:pt x="64" y="72"/>
                  </a:lnTo>
                  <a:lnTo>
                    <a:pt x="62" y="68"/>
                  </a:lnTo>
                  <a:lnTo>
                    <a:pt x="62" y="64"/>
                  </a:lnTo>
                  <a:lnTo>
                    <a:pt x="62" y="58"/>
                  </a:lnTo>
                  <a:lnTo>
                    <a:pt x="64" y="58"/>
                  </a:lnTo>
                  <a:lnTo>
                    <a:pt x="66" y="58"/>
                  </a:lnTo>
                  <a:lnTo>
                    <a:pt x="68" y="58"/>
                  </a:lnTo>
                  <a:lnTo>
                    <a:pt x="72" y="58"/>
                  </a:lnTo>
                  <a:lnTo>
                    <a:pt x="74" y="56"/>
                  </a:lnTo>
                  <a:lnTo>
                    <a:pt x="78" y="54"/>
                  </a:lnTo>
                  <a:lnTo>
                    <a:pt x="78" y="50"/>
                  </a:lnTo>
                  <a:lnTo>
                    <a:pt x="78" y="46"/>
                  </a:lnTo>
                  <a:lnTo>
                    <a:pt x="76" y="42"/>
                  </a:lnTo>
                  <a:lnTo>
                    <a:pt x="74" y="40"/>
                  </a:lnTo>
                  <a:lnTo>
                    <a:pt x="72" y="34"/>
                  </a:lnTo>
                  <a:lnTo>
                    <a:pt x="72" y="30"/>
                  </a:lnTo>
                  <a:lnTo>
                    <a:pt x="72" y="24"/>
                  </a:lnTo>
                  <a:lnTo>
                    <a:pt x="72" y="20"/>
                  </a:lnTo>
                  <a:lnTo>
                    <a:pt x="72" y="16"/>
                  </a:lnTo>
                  <a:lnTo>
                    <a:pt x="72" y="12"/>
                  </a:lnTo>
                  <a:lnTo>
                    <a:pt x="72" y="8"/>
                  </a:lnTo>
                  <a:lnTo>
                    <a:pt x="70" y="4"/>
                  </a:lnTo>
                  <a:lnTo>
                    <a:pt x="66" y="2"/>
                  </a:lnTo>
                  <a:lnTo>
                    <a:pt x="60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18" name="Freeform 280"/>
            <p:cNvSpPr>
              <a:spLocks/>
            </p:cNvSpPr>
            <p:nvPr/>
          </p:nvSpPr>
          <p:spPr bwMode="gray">
            <a:xfrm>
              <a:off x="1021" y="2810"/>
              <a:ext cx="126" cy="212"/>
            </a:xfrm>
            <a:custGeom>
              <a:avLst/>
              <a:gdLst>
                <a:gd name="T0" fmla="*/ 126 w 126"/>
                <a:gd name="T1" fmla="*/ 46 h 212"/>
                <a:gd name="T2" fmla="*/ 124 w 126"/>
                <a:gd name="T3" fmla="*/ 90 h 212"/>
                <a:gd name="T4" fmla="*/ 120 w 126"/>
                <a:gd name="T5" fmla="*/ 88 h 212"/>
                <a:gd name="T6" fmla="*/ 112 w 126"/>
                <a:gd name="T7" fmla="*/ 90 h 212"/>
                <a:gd name="T8" fmla="*/ 108 w 126"/>
                <a:gd name="T9" fmla="*/ 92 h 212"/>
                <a:gd name="T10" fmla="*/ 106 w 126"/>
                <a:gd name="T11" fmla="*/ 98 h 212"/>
                <a:gd name="T12" fmla="*/ 106 w 126"/>
                <a:gd name="T13" fmla="*/ 104 h 212"/>
                <a:gd name="T14" fmla="*/ 102 w 126"/>
                <a:gd name="T15" fmla="*/ 110 h 212"/>
                <a:gd name="T16" fmla="*/ 98 w 126"/>
                <a:gd name="T17" fmla="*/ 114 h 212"/>
                <a:gd name="T18" fmla="*/ 98 w 126"/>
                <a:gd name="T19" fmla="*/ 120 h 212"/>
                <a:gd name="T20" fmla="*/ 98 w 126"/>
                <a:gd name="T21" fmla="*/ 124 h 212"/>
                <a:gd name="T22" fmla="*/ 98 w 126"/>
                <a:gd name="T23" fmla="*/ 124 h 212"/>
                <a:gd name="T24" fmla="*/ 98 w 126"/>
                <a:gd name="T25" fmla="*/ 122 h 212"/>
                <a:gd name="T26" fmla="*/ 100 w 126"/>
                <a:gd name="T27" fmla="*/ 126 h 212"/>
                <a:gd name="T28" fmla="*/ 104 w 126"/>
                <a:gd name="T29" fmla="*/ 132 h 212"/>
                <a:gd name="T30" fmla="*/ 102 w 126"/>
                <a:gd name="T31" fmla="*/ 138 h 212"/>
                <a:gd name="T32" fmla="*/ 102 w 126"/>
                <a:gd name="T33" fmla="*/ 150 h 212"/>
                <a:gd name="T34" fmla="*/ 104 w 126"/>
                <a:gd name="T35" fmla="*/ 158 h 212"/>
                <a:gd name="T36" fmla="*/ 106 w 126"/>
                <a:gd name="T37" fmla="*/ 168 h 212"/>
                <a:gd name="T38" fmla="*/ 108 w 126"/>
                <a:gd name="T39" fmla="*/ 174 h 212"/>
                <a:gd name="T40" fmla="*/ 108 w 126"/>
                <a:gd name="T41" fmla="*/ 176 h 212"/>
                <a:gd name="T42" fmla="*/ 100 w 126"/>
                <a:gd name="T43" fmla="*/ 178 h 212"/>
                <a:gd name="T44" fmla="*/ 92 w 126"/>
                <a:gd name="T45" fmla="*/ 182 h 212"/>
                <a:gd name="T46" fmla="*/ 86 w 126"/>
                <a:gd name="T47" fmla="*/ 190 h 212"/>
                <a:gd name="T48" fmla="*/ 86 w 126"/>
                <a:gd name="T49" fmla="*/ 192 h 212"/>
                <a:gd name="T50" fmla="*/ 84 w 126"/>
                <a:gd name="T51" fmla="*/ 198 h 212"/>
                <a:gd name="T52" fmla="*/ 78 w 126"/>
                <a:gd name="T53" fmla="*/ 202 h 212"/>
                <a:gd name="T54" fmla="*/ 68 w 126"/>
                <a:gd name="T55" fmla="*/ 204 h 212"/>
                <a:gd name="T56" fmla="*/ 66 w 126"/>
                <a:gd name="T57" fmla="*/ 202 h 212"/>
                <a:gd name="T58" fmla="*/ 60 w 126"/>
                <a:gd name="T59" fmla="*/ 200 h 212"/>
                <a:gd name="T60" fmla="*/ 58 w 126"/>
                <a:gd name="T61" fmla="*/ 204 h 212"/>
                <a:gd name="T62" fmla="*/ 46 w 126"/>
                <a:gd name="T63" fmla="*/ 208 h 212"/>
                <a:gd name="T64" fmla="*/ 12 w 126"/>
                <a:gd name="T65" fmla="*/ 212 h 212"/>
                <a:gd name="T66" fmla="*/ 12 w 126"/>
                <a:gd name="T67" fmla="*/ 210 h 212"/>
                <a:gd name="T68" fmla="*/ 10 w 126"/>
                <a:gd name="T69" fmla="*/ 204 h 212"/>
                <a:gd name="T70" fmla="*/ 6 w 126"/>
                <a:gd name="T71" fmla="*/ 200 h 212"/>
                <a:gd name="T72" fmla="*/ 2 w 126"/>
                <a:gd name="T73" fmla="*/ 194 h 212"/>
                <a:gd name="T74" fmla="*/ 2 w 126"/>
                <a:gd name="T75" fmla="*/ 184 h 212"/>
                <a:gd name="T76" fmla="*/ 6 w 126"/>
                <a:gd name="T77" fmla="*/ 186 h 212"/>
                <a:gd name="T78" fmla="*/ 12 w 126"/>
                <a:gd name="T79" fmla="*/ 184 h 212"/>
                <a:gd name="T80" fmla="*/ 18 w 126"/>
                <a:gd name="T81" fmla="*/ 180 h 212"/>
                <a:gd name="T82" fmla="*/ 18 w 126"/>
                <a:gd name="T83" fmla="*/ 174 h 212"/>
                <a:gd name="T84" fmla="*/ 16 w 126"/>
                <a:gd name="T85" fmla="*/ 168 h 212"/>
                <a:gd name="T86" fmla="*/ 12 w 126"/>
                <a:gd name="T87" fmla="*/ 156 h 212"/>
                <a:gd name="T88" fmla="*/ 12 w 126"/>
                <a:gd name="T89" fmla="*/ 150 h 212"/>
                <a:gd name="T90" fmla="*/ 14 w 126"/>
                <a:gd name="T91" fmla="*/ 144 h 212"/>
                <a:gd name="T92" fmla="*/ 12 w 126"/>
                <a:gd name="T93" fmla="*/ 136 h 212"/>
                <a:gd name="T94" fmla="*/ 10 w 126"/>
                <a:gd name="T95" fmla="*/ 132 h 212"/>
                <a:gd name="T96" fmla="*/ 8 w 126"/>
                <a:gd name="T97" fmla="*/ 130 h 212"/>
                <a:gd name="T98" fmla="*/ 4 w 126"/>
                <a:gd name="T99" fmla="*/ 126 h 212"/>
                <a:gd name="T100" fmla="*/ 0 w 126"/>
                <a:gd name="T101" fmla="*/ 126 h 212"/>
                <a:gd name="T102" fmla="*/ 2 w 126"/>
                <a:gd name="T103" fmla="*/ 120 h 212"/>
                <a:gd name="T104" fmla="*/ 6 w 126"/>
                <a:gd name="T105" fmla="*/ 104 h 212"/>
                <a:gd name="T106" fmla="*/ 4 w 126"/>
                <a:gd name="T107" fmla="*/ 102 h 212"/>
                <a:gd name="T108" fmla="*/ 6 w 126"/>
                <a:gd name="T109" fmla="*/ 96 h 212"/>
                <a:gd name="T110" fmla="*/ 12 w 126"/>
                <a:gd name="T111" fmla="*/ 88 h 212"/>
                <a:gd name="T112" fmla="*/ 18 w 126"/>
                <a:gd name="T113" fmla="*/ 78 h 212"/>
                <a:gd name="T114" fmla="*/ 18 w 126"/>
                <a:gd name="T115" fmla="*/ 50 h 212"/>
                <a:gd name="T116" fmla="*/ 26 w 126"/>
                <a:gd name="T117" fmla="*/ 30 h 212"/>
                <a:gd name="T118" fmla="*/ 24 w 126"/>
                <a:gd name="T119" fmla="*/ 26 h 212"/>
                <a:gd name="T120" fmla="*/ 20 w 126"/>
                <a:gd name="T121" fmla="*/ 16 h 212"/>
                <a:gd name="T122" fmla="*/ 18 w 126"/>
                <a:gd name="T123" fmla="*/ 6 h 21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26"/>
                <a:gd name="T187" fmla="*/ 0 h 212"/>
                <a:gd name="T188" fmla="*/ 126 w 126"/>
                <a:gd name="T189" fmla="*/ 212 h 212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26" h="212">
                  <a:moveTo>
                    <a:pt x="18" y="0"/>
                  </a:moveTo>
                  <a:lnTo>
                    <a:pt x="126" y="46"/>
                  </a:lnTo>
                  <a:lnTo>
                    <a:pt x="124" y="90"/>
                  </a:lnTo>
                  <a:lnTo>
                    <a:pt x="122" y="90"/>
                  </a:lnTo>
                  <a:lnTo>
                    <a:pt x="120" y="88"/>
                  </a:lnTo>
                  <a:lnTo>
                    <a:pt x="116" y="88"/>
                  </a:lnTo>
                  <a:lnTo>
                    <a:pt x="112" y="90"/>
                  </a:lnTo>
                  <a:lnTo>
                    <a:pt x="110" y="90"/>
                  </a:lnTo>
                  <a:lnTo>
                    <a:pt x="108" y="92"/>
                  </a:lnTo>
                  <a:lnTo>
                    <a:pt x="106" y="96"/>
                  </a:lnTo>
                  <a:lnTo>
                    <a:pt x="106" y="98"/>
                  </a:lnTo>
                  <a:lnTo>
                    <a:pt x="106" y="100"/>
                  </a:lnTo>
                  <a:lnTo>
                    <a:pt x="106" y="104"/>
                  </a:lnTo>
                  <a:lnTo>
                    <a:pt x="104" y="108"/>
                  </a:lnTo>
                  <a:lnTo>
                    <a:pt x="102" y="110"/>
                  </a:lnTo>
                  <a:lnTo>
                    <a:pt x="100" y="110"/>
                  </a:lnTo>
                  <a:lnTo>
                    <a:pt x="98" y="114"/>
                  </a:lnTo>
                  <a:lnTo>
                    <a:pt x="96" y="116"/>
                  </a:lnTo>
                  <a:lnTo>
                    <a:pt x="98" y="120"/>
                  </a:lnTo>
                  <a:lnTo>
                    <a:pt x="98" y="122"/>
                  </a:lnTo>
                  <a:lnTo>
                    <a:pt x="98" y="124"/>
                  </a:lnTo>
                  <a:lnTo>
                    <a:pt x="98" y="122"/>
                  </a:lnTo>
                  <a:lnTo>
                    <a:pt x="98" y="124"/>
                  </a:lnTo>
                  <a:lnTo>
                    <a:pt x="100" y="126"/>
                  </a:lnTo>
                  <a:lnTo>
                    <a:pt x="102" y="128"/>
                  </a:lnTo>
                  <a:lnTo>
                    <a:pt x="104" y="132"/>
                  </a:lnTo>
                  <a:lnTo>
                    <a:pt x="104" y="134"/>
                  </a:lnTo>
                  <a:lnTo>
                    <a:pt x="102" y="138"/>
                  </a:lnTo>
                  <a:lnTo>
                    <a:pt x="102" y="144"/>
                  </a:lnTo>
                  <a:lnTo>
                    <a:pt x="102" y="150"/>
                  </a:lnTo>
                  <a:lnTo>
                    <a:pt x="102" y="154"/>
                  </a:lnTo>
                  <a:lnTo>
                    <a:pt x="104" y="158"/>
                  </a:lnTo>
                  <a:lnTo>
                    <a:pt x="104" y="162"/>
                  </a:lnTo>
                  <a:lnTo>
                    <a:pt x="106" y="168"/>
                  </a:lnTo>
                  <a:lnTo>
                    <a:pt x="108" y="172"/>
                  </a:lnTo>
                  <a:lnTo>
                    <a:pt x="108" y="174"/>
                  </a:lnTo>
                  <a:lnTo>
                    <a:pt x="108" y="176"/>
                  </a:lnTo>
                  <a:lnTo>
                    <a:pt x="104" y="178"/>
                  </a:lnTo>
                  <a:lnTo>
                    <a:pt x="100" y="178"/>
                  </a:lnTo>
                  <a:lnTo>
                    <a:pt x="96" y="180"/>
                  </a:lnTo>
                  <a:lnTo>
                    <a:pt x="92" y="182"/>
                  </a:lnTo>
                  <a:lnTo>
                    <a:pt x="88" y="186"/>
                  </a:lnTo>
                  <a:lnTo>
                    <a:pt x="86" y="190"/>
                  </a:lnTo>
                  <a:lnTo>
                    <a:pt x="86" y="192"/>
                  </a:lnTo>
                  <a:lnTo>
                    <a:pt x="86" y="194"/>
                  </a:lnTo>
                  <a:lnTo>
                    <a:pt x="84" y="198"/>
                  </a:lnTo>
                  <a:lnTo>
                    <a:pt x="82" y="200"/>
                  </a:lnTo>
                  <a:lnTo>
                    <a:pt x="78" y="202"/>
                  </a:lnTo>
                  <a:lnTo>
                    <a:pt x="74" y="204"/>
                  </a:lnTo>
                  <a:lnTo>
                    <a:pt x="68" y="204"/>
                  </a:lnTo>
                  <a:lnTo>
                    <a:pt x="68" y="202"/>
                  </a:lnTo>
                  <a:lnTo>
                    <a:pt x="66" y="202"/>
                  </a:lnTo>
                  <a:lnTo>
                    <a:pt x="64" y="202"/>
                  </a:lnTo>
                  <a:lnTo>
                    <a:pt x="60" y="200"/>
                  </a:lnTo>
                  <a:lnTo>
                    <a:pt x="58" y="202"/>
                  </a:lnTo>
                  <a:lnTo>
                    <a:pt x="58" y="204"/>
                  </a:lnTo>
                  <a:lnTo>
                    <a:pt x="56" y="204"/>
                  </a:lnTo>
                  <a:lnTo>
                    <a:pt x="46" y="208"/>
                  </a:lnTo>
                  <a:lnTo>
                    <a:pt x="32" y="210"/>
                  </a:lnTo>
                  <a:lnTo>
                    <a:pt x="12" y="212"/>
                  </a:lnTo>
                  <a:lnTo>
                    <a:pt x="12" y="210"/>
                  </a:lnTo>
                  <a:lnTo>
                    <a:pt x="10" y="206"/>
                  </a:lnTo>
                  <a:lnTo>
                    <a:pt x="10" y="204"/>
                  </a:lnTo>
                  <a:lnTo>
                    <a:pt x="6" y="202"/>
                  </a:lnTo>
                  <a:lnTo>
                    <a:pt x="6" y="200"/>
                  </a:lnTo>
                  <a:lnTo>
                    <a:pt x="4" y="198"/>
                  </a:lnTo>
                  <a:lnTo>
                    <a:pt x="2" y="194"/>
                  </a:lnTo>
                  <a:lnTo>
                    <a:pt x="2" y="190"/>
                  </a:lnTo>
                  <a:lnTo>
                    <a:pt x="2" y="184"/>
                  </a:lnTo>
                  <a:lnTo>
                    <a:pt x="4" y="184"/>
                  </a:lnTo>
                  <a:lnTo>
                    <a:pt x="6" y="186"/>
                  </a:lnTo>
                  <a:lnTo>
                    <a:pt x="8" y="184"/>
                  </a:lnTo>
                  <a:lnTo>
                    <a:pt x="12" y="184"/>
                  </a:lnTo>
                  <a:lnTo>
                    <a:pt x="14" y="182"/>
                  </a:lnTo>
                  <a:lnTo>
                    <a:pt x="18" y="180"/>
                  </a:lnTo>
                  <a:lnTo>
                    <a:pt x="18" y="176"/>
                  </a:lnTo>
                  <a:lnTo>
                    <a:pt x="18" y="174"/>
                  </a:lnTo>
                  <a:lnTo>
                    <a:pt x="18" y="172"/>
                  </a:lnTo>
                  <a:lnTo>
                    <a:pt x="16" y="168"/>
                  </a:lnTo>
                  <a:lnTo>
                    <a:pt x="14" y="162"/>
                  </a:lnTo>
                  <a:lnTo>
                    <a:pt x="12" y="156"/>
                  </a:lnTo>
                  <a:lnTo>
                    <a:pt x="12" y="152"/>
                  </a:lnTo>
                  <a:lnTo>
                    <a:pt x="12" y="150"/>
                  </a:lnTo>
                  <a:lnTo>
                    <a:pt x="12" y="146"/>
                  </a:lnTo>
                  <a:lnTo>
                    <a:pt x="14" y="144"/>
                  </a:lnTo>
                  <a:lnTo>
                    <a:pt x="12" y="140"/>
                  </a:lnTo>
                  <a:lnTo>
                    <a:pt x="12" y="136"/>
                  </a:lnTo>
                  <a:lnTo>
                    <a:pt x="10" y="132"/>
                  </a:lnTo>
                  <a:lnTo>
                    <a:pt x="10" y="130"/>
                  </a:lnTo>
                  <a:lnTo>
                    <a:pt x="8" y="130"/>
                  </a:lnTo>
                  <a:lnTo>
                    <a:pt x="6" y="128"/>
                  </a:lnTo>
                  <a:lnTo>
                    <a:pt x="4" y="126"/>
                  </a:lnTo>
                  <a:lnTo>
                    <a:pt x="0" y="128"/>
                  </a:lnTo>
                  <a:lnTo>
                    <a:pt x="0" y="126"/>
                  </a:lnTo>
                  <a:lnTo>
                    <a:pt x="0" y="124"/>
                  </a:lnTo>
                  <a:lnTo>
                    <a:pt x="2" y="120"/>
                  </a:lnTo>
                  <a:lnTo>
                    <a:pt x="4" y="114"/>
                  </a:lnTo>
                  <a:lnTo>
                    <a:pt x="6" y="104"/>
                  </a:lnTo>
                  <a:lnTo>
                    <a:pt x="4" y="104"/>
                  </a:lnTo>
                  <a:lnTo>
                    <a:pt x="4" y="102"/>
                  </a:lnTo>
                  <a:lnTo>
                    <a:pt x="4" y="100"/>
                  </a:lnTo>
                  <a:lnTo>
                    <a:pt x="6" y="96"/>
                  </a:lnTo>
                  <a:lnTo>
                    <a:pt x="8" y="92"/>
                  </a:lnTo>
                  <a:lnTo>
                    <a:pt x="12" y="88"/>
                  </a:lnTo>
                  <a:lnTo>
                    <a:pt x="18" y="82"/>
                  </a:lnTo>
                  <a:lnTo>
                    <a:pt x="18" y="78"/>
                  </a:lnTo>
                  <a:lnTo>
                    <a:pt x="18" y="66"/>
                  </a:lnTo>
                  <a:lnTo>
                    <a:pt x="18" y="50"/>
                  </a:lnTo>
                  <a:lnTo>
                    <a:pt x="20" y="38"/>
                  </a:lnTo>
                  <a:lnTo>
                    <a:pt x="26" y="30"/>
                  </a:lnTo>
                  <a:lnTo>
                    <a:pt x="24" y="30"/>
                  </a:lnTo>
                  <a:lnTo>
                    <a:pt x="24" y="26"/>
                  </a:lnTo>
                  <a:lnTo>
                    <a:pt x="22" y="22"/>
                  </a:lnTo>
                  <a:lnTo>
                    <a:pt x="20" y="16"/>
                  </a:lnTo>
                  <a:lnTo>
                    <a:pt x="18" y="12"/>
                  </a:lnTo>
                  <a:lnTo>
                    <a:pt x="18" y="6"/>
                  </a:lnTo>
                  <a:lnTo>
                    <a:pt x="18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19" name="Freeform 281"/>
            <p:cNvSpPr>
              <a:spLocks/>
            </p:cNvSpPr>
            <p:nvPr/>
          </p:nvSpPr>
          <p:spPr bwMode="gray">
            <a:xfrm>
              <a:off x="1119" y="2816"/>
              <a:ext cx="218" cy="250"/>
            </a:xfrm>
            <a:custGeom>
              <a:avLst/>
              <a:gdLst>
                <a:gd name="T0" fmla="*/ 186 w 218"/>
                <a:gd name="T1" fmla="*/ 4 h 250"/>
                <a:gd name="T2" fmla="*/ 174 w 218"/>
                <a:gd name="T3" fmla="*/ 16 h 250"/>
                <a:gd name="T4" fmla="*/ 28 w 218"/>
                <a:gd name="T5" fmla="*/ 22 h 250"/>
                <a:gd name="T6" fmla="*/ 24 w 218"/>
                <a:gd name="T7" fmla="*/ 82 h 250"/>
                <a:gd name="T8" fmla="*/ 14 w 218"/>
                <a:gd name="T9" fmla="*/ 84 h 250"/>
                <a:gd name="T10" fmla="*/ 10 w 218"/>
                <a:gd name="T11" fmla="*/ 90 h 250"/>
                <a:gd name="T12" fmla="*/ 6 w 218"/>
                <a:gd name="T13" fmla="*/ 100 h 250"/>
                <a:gd name="T14" fmla="*/ 2 w 218"/>
                <a:gd name="T15" fmla="*/ 106 h 250"/>
                <a:gd name="T16" fmla="*/ 0 w 218"/>
                <a:gd name="T17" fmla="*/ 110 h 250"/>
                <a:gd name="T18" fmla="*/ 4 w 218"/>
                <a:gd name="T19" fmla="*/ 122 h 250"/>
                <a:gd name="T20" fmla="*/ 6 w 218"/>
                <a:gd name="T21" fmla="*/ 128 h 250"/>
                <a:gd name="T22" fmla="*/ 6 w 218"/>
                <a:gd name="T23" fmla="*/ 136 h 250"/>
                <a:gd name="T24" fmla="*/ 6 w 218"/>
                <a:gd name="T25" fmla="*/ 152 h 250"/>
                <a:gd name="T26" fmla="*/ 14 w 218"/>
                <a:gd name="T27" fmla="*/ 174 h 250"/>
                <a:gd name="T28" fmla="*/ 24 w 218"/>
                <a:gd name="T29" fmla="*/ 186 h 250"/>
                <a:gd name="T30" fmla="*/ 32 w 218"/>
                <a:gd name="T31" fmla="*/ 196 h 250"/>
                <a:gd name="T32" fmla="*/ 50 w 218"/>
                <a:gd name="T33" fmla="*/ 222 h 250"/>
                <a:gd name="T34" fmla="*/ 56 w 218"/>
                <a:gd name="T35" fmla="*/ 230 h 250"/>
                <a:gd name="T36" fmla="*/ 66 w 218"/>
                <a:gd name="T37" fmla="*/ 238 h 250"/>
                <a:gd name="T38" fmla="*/ 78 w 218"/>
                <a:gd name="T39" fmla="*/ 240 h 250"/>
                <a:gd name="T40" fmla="*/ 88 w 218"/>
                <a:gd name="T41" fmla="*/ 250 h 250"/>
                <a:gd name="T42" fmla="*/ 114 w 218"/>
                <a:gd name="T43" fmla="*/ 250 h 250"/>
                <a:gd name="T44" fmla="*/ 138 w 218"/>
                <a:gd name="T45" fmla="*/ 250 h 250"/>
                <a:gd name="T46" fmla="*/ 180 w 218"/>
                <a:gd name="T47" fmla="*/ 244 h 250"/>
                <a:gd name="T48" fmla="*/ 180 w 218"/>
                <a:gd name="T49" fmla="*/ 222 h 250"/>
                <a:gd name="T50" fmla="*/ 172 w 218"/>
                <a:gd name="T51" fmla="*/ 210 h 250"/>
                <a:gd name="T52" fmla="*/ 160 w 218"/>
                <a:gd name="T53" fmla="*/ 196 h 250"/>
                <a:gd name="T54" fmla="*/ 154 w 218"/>
                <a:gd name="T55" fmla="*/ 192 h 250"/>
                <a:gd name="T56" fmla="*/ 152 w 218"/>
                <a:gd name="T57" fmla="*/ 184 h 250"/>
                <a:gd name="T58" fmla="*/ 156 w 218"/>
                <a:gd name="T59" fmla="*/ 176 h 250"/>
                <a:gd name="T60" fmla="*/ 156 w 218"/>
                <a:gd name="T61" fmla="*/ 158 h 250"/>
                <a:gd name="T62" fmla="*/ 160 w 218"/>
                <a:gd name="T63" fmla="*/ 150 h 250"/>
                <a:gd name="T64" fmla="*/ 176 w 218"/>
                <a:gd name="T65" fmla="*/ 130 h 250"/>
                <a:gd name="T66" fmla="*/ 188 w 218"/>
                <a:gd name="T67" fmla="*/ 108 h 250"/>
                <a:gd name="T68" fmla="*/ 192 w 218"/>
                <a:gd name="T69" fmla="*/ 94 h 250"/>
                <a:gd name="T70" fmla="*/ 200 w 218"/>
                <a:gd name="T71" fmla="*/ 82 h 250"/>
                <a:gd name="T72" fmla="*/ 208 w 218"/>
                <a:gd name="T73" fmla="*/ 78 h 250"/>
                <a:gd name="T74" fmla="*/ 216 w 218"/>
                <a:gd name="T75" fmla="*/ 70 h 250"/>
                <a:gd name="T76" fmla="*/ 218 w 218"/>
                <a:gd name="T77" fmla="*/ 66 h 250"/>
                <a:gd name="T78" fmla="*/ 212 w 218"/>
                <a:gd name="T79" fmla="*/ 54 h 250"/>
                <a:gd name="T80" fmla="*/ 204 w 218"/>
                <a:gd name="T81" fmla="*/ 40 h 250"/>
                <a:gd name="T82" fmla="*/ 200 w 218"/>
                <a:gd name="T83" fmla="*/ 32 h 250"/>
                <a:gd name="T84" fmla="*/ 200 w 218"/>
                <a:gd name="T85" fmla="*/ 22 h 250"/>
                <a:gd name="T86" fmla="*/ 192 w 218"/>
                <a:gd name="T87" fmla="*/ 8 h 25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218"/>
                <a:gd name="T133" fmla="*/ 0 h 250"/>
                <a:gd name="T134" fmla="*/ 218 w 218"/>
                <a:gd name="T135" fmla="*/ 250 h 25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218" h="250">
                  <a:moveTo>
                    <a:pt x="188" y="0"/>
                  </a:moveTo>
                  <a:lnTo>
                    <a:pt x="188" y="2"/>
                  </a:lnTo>
                  <a:lnTo>
                    <a:pt x="186" y="4"/>
                  </a:lnTo>
                  <a:lnTo>
                    <a:pt x="184" y="8"/>
                  </a:lnTo>
                  <a:lnTo>
                    <a:pt x="180" y="12"/>
                  </a:lnTo>
                  <a:lnTo>
                    <a:pt x="174" y="16"/>
                  </a:lnTo>
                  <a:lnTo>
                    <a:pt x="168" y="20"/>
                  </a:lnTo>
                  <a:lnTo>
                    <a:pt x="160" y="22"/>
                  </a:lnTo>
                  <a:lnTo>
                    <a:pt x="28" y="22"/>
                  </a:lnTo>
                  <a:lnTo>
                    <a:pt x="28" y="84"/>
                  </a:lnTo>
                  <a:lnTo>
                    <a:pt x="28" y="82"/>
                  </a:lnTo>
                  <a:lnTo>
                    <a:pt x="24" y="82"/>
                  </a:lnTo>
                  <a:lnTo>
                    <a:pt x="20" y="82"/>
                  </a:lnTo>
                  <a:lnTo>
                    <a:pt x="18" y="82"/>
                  </a:lnTo>
                  <a:lnTo>
                    <a:pt x="14" y="84"/>
                  </a:lnTo>
                  <a:lnTo>
                    <a:pt x="10" y="86"/>
                  </a:lnTo>
                  <a:lnTo>
                    <a:pt x="10" y="90"/>
                  </a:lnTo>
                  <a:lnTo>
                    <a:pt x="8" y="94"/>
                  </a:lnTo>
                  <a:lnTo>
                    <a:pt x="8" y="98"/>
                  </a:lnTo>
                  <a:lnTo>
                    <a:pt x="6" y="100"/>
                  </a:lnTo>
                  <a:lnTo>
                    <a:pt x="6" y="102"/>
                  </a:lnTo>
                  <a:lnTo>
                    <a:pt x="4" y="104"/>
                  </a:lnTo>
                  <a:lnTo>
                    <a:pt x="2" y="106"/>
                  </a:lnTo>
                  <a:lnTo>
                    <a:pt x="0" y="108"/>
                  </a:lnTo>
                  <a:lnTo>
                    <a:pt x="0" y="110"/>
                  </a:lnTo>
                  <a:lnTo>
                    <a:pt x="0" y="114"/>
                  </a:lnTo>
                  <a:lnTo>
                    <a:pt x="2" y="118"/>
                  </a:lnTo>
                  <a:lnTo>
                    <a:pt x="4" y="122"/>
                  </a:lnTo>
                  <a:lnTo>
                    <a:pt x="6" y="124"/>
                  </a:lnTo>
                  <a:lnTo>
                    <a:pt x="6" y="128"/>
                  </a:lnTo>
                  <a:lnTo>
                    <a:pt x="6" y="132"/>
                  </a:lnTo>
                  <a:lnTo>
                    <a:pt x="6" y="136"/>
                  </a:lnTo>
                  <a:lnTo>
                    <a:pt x="4" y="140"/>
                  </a:lnTo>
                  <a:lnTo>
                    <a:pt x="4" y="146"/>
                  </a:lnTo>
                  <a:lnTo>
                    <a:pt x="6" y="152"/>
                  </a:lnTo>
                  <a:lnTo>
                    <a:pt x="12" y="170"/>
                  </a:lnTo>
                  <a:lnTo>
                    <a:pt x="14" y="174"/>
                  </a:lnTo>
                  <a:lnTo>
                    <a:pt x="16" y="178"/>
                  </a:lnTo>
                  <a:lnTo>
                    <a:pt x="20" y="182"/>
                  </a:lnTo>
                  <a:lnTo>
                    <a:pt x="24" y="186"/>
                  </a:lnTo>
                  <a:lnTo>
                    <a:pt x="26" y="190"/>
                  </a:lnTo>
                  <a:lnTo>
                    <a:pt x="30" y="194"/>
                  </a:lnTo>
                  <a:lnTo>
                    <a:pt x="32" y="196"/>
                  </a:lnTo>
                  <a:lnTo>
                    <a:pt x="38" y="204"/>
                  </a:lnTo>
                  <a:lnTo>
                    <a:pt x="44" y="214"/>
                  </a:lnTo>
                  <a:lnTo>
                    <a:pt x="50" y="222"/>
                  </a:lnTo>
                  <a:lnTo>
                    <a:pt x="54" y="228"/>
                  </a:lnTo>
                  <a:lnTo>
                    <a:pt x="54" y="230"/>
                  </a:lnTo>
                  <a:lnTo>
                    <a:pt x="56" y="230"/>
                  </a:lnTo>
                  <a:lnTo>
                    <a:pt x="60" y="234"/>
                  </a:lnTo>
                  <a:lnTo>
                    <a:pt x="62" y="236"/>
                  </a:lnTo>
                  <a:lnTo>
                    <a:pt x="66" y="238"/>
                  </a:lnTo>
                  <a:lnTo>
                    <a:pt x="72" y="240"/>
                  </a:lnTo>
                  <a:lnTo>
                    <a:pt x="76" y="240"/>
                  </a:lnTo>
                  <a:lnTo>
                    <a:pt x="78" y="240"/>
                  </a:lnTo>
                  <a:lnTo>
                    <a:pt x="80" y="242"/>
                  </a:lnTo>
                  <a:lnTo>
                    <a:pt x="84" y="244"/>
                  </a:lnTo>
                  <a:lnTo>
                    <a:pt x="88" y="250"/>
                  </a:lnTo>
                  <a:lnTo>
                    <a:pt x="92" y="250"/>
                  </a:lnTo>
                  <a:lnTo>
                    <a:pt x="102" y="250"/>
                  </a:lnTo>
                  <a:lnTo>
                    <a:pt x="114" y="250"/>
                  </a:lnTo>
                  <a:lnTo>
                    <a:pt x="122" y="250"/>
                  </a:lnTo>
                  <a:lnTo>
                    <a:pt x="126" y="250"/>
                  </a:lnTo>
                  <a:lnTo>
                    <a:pt x="138" y="250"/>
                  </a:lnTo>
                  <a:lnTo>
                    <a:pt x="152" y="248"/>
                  </a:lnTo>
                  <a:lnTo>
                    <a:pt x="168" y="246"/>
                  </a:lnTo>
                  <a:lnTo>
                    <a:pt x="180" y="244"/>
                  </a:lnTo>
                  <a:lnTo>
                    <a:pt x="184" y="240"/>
                  </a:lnTo>
                  <a:lnTo>
                    <a:pt x="182" y="222"/>
                  </a:lnTo>
                  <a:lnTo>
                    <a:pt x="180" y="222"/>
                  </a:lnTo>
                  <a:lnTo>
                    <a:pt x="178" y="218"/>
                  </a:lnTo>
                  <a:lnTo>
                    <a:pt x="176" y="214"/>
                  </a:lnTo>
                  <a:lnTo>
                    <a:pt x="172" y="210"/>
                  </a:lnTo>
                  <a:lnTo>
                    <a:pt x="168" y="204"/>
                  </a:lnTo>
                  <a:lnTo>
                    <a:pt x="164" y="200"/>
                  </a:lnTo>
                  <a:lnTo>
                    <a:pt x="160" y="196"/>
                  </a:lnTo>
                  <a:lnTo>
                    <a:pt x="158" y="194"/>
                  </a:lnTo>
                  <a:lnTo>
                    <a:pt x="156" y="194"/>
                  </a:lnTo>
                  <a:lnTo>
                    <a:pt x="154" y="192"/>
                  </a:lnTo>
                  <a:lnTo>
                    <a:pt x="152" y="190"/>
                  </a:lnTo>
                  <a:lnTo>
                    <a:pt x="152" y="188"/>
                  </a:lnTo>
                  <a:lnTo>
                    <a:pt x="152" y="184"/>
                  </a:lnTo>
                  <a:lnTo>
                    <a:pt x="156" y="182"/>
                  </a:lnTo>
                  <a:lnTo>
                    <a:pt x="156" y="180"/>
                  </a:lnTo>
                  <a:lnTo>
                    <a:pt x="156" y="176"/>
                  </a:lnTo>
                  <a:lnTo>
                    <a:pt x="156" y="172"/>
                  </a:lnTo>
                  <a:lnTo>
                    <a:pt x="156" y="166"/>
                  </a:lnTo>
                  <a:lnTo>
                    <a:pt x="156" y="158"/>
                  </a:lnTo>
                  <a:lnTo>
                    <a:pt x="158" y="154"/>
                  </a:lnTo>
                  <a:lnTo>
                    <a:pt x="160" y="150"/>
                  </a:lnTo>
                  <a:lnTo>
                    <a:pt x="164" y="144"/>
                  </a:lnTo>
                  <a:lnTo>
                    <a:pt x="168" y="136"/>
                  </a:lnTo>
                  <a:lnTo>
                    <a:pt x="176" y="130"/>
                  </a:lnTo>
                  <a:lnTo>
                    <a:pt x="178" y="128"/>
                  </a:lnTo>
                  <a:lnTo>
                    <a:pt x="182" y="118"/>
                  </a:lnTo>
                  <a:lnTo>
                    <a:pt x="188" y="108"/>
                  </a:lnTo>
                  <a:lnTo>
                    <a:pt x="188" y="98"/>
                  </a:lnTo>
                  <a:lnTo>
                    <a:pt x="190" y="96"/>
                  </a:lnTo>
                  <a:lnTo>
                    <a:pt x="192" y="94"/>
                  </a:lnTo>
                  <a:lnTo>
                    <a:pt x="194" y="90"/>
                  </a:lnTo>
                  <a:lnTo>
                    <a:pt x="198" y="86"/>
                  </a:lnTo>
                  <a:lnTo>
                    <a:pt x="200" y="82"/>
                  </a:lnTo>
                  <a:lnTo>
                    <a:pt x="204" y="80"/>
                  </a:lnTo>
                  <a:lnTo>
                    <a:pt x="206" y="78"/>
                  </a:lnTo>
                  <a:lnTo>
                    <a:pt x="208" y="78"/>
                  </a:lnTo>
                  <a:lnTo>
                    <a:pt x="212" y="76"/>
                  </a:lnTo>
                  <a:lnTo>
                    <a:pt x="214" y="72"/>
                  </a:lnTo>
                  <a:lnTo>
                    <a:pt x="216" y="70"/>
                  </a:lnTo>
                  <a:lnTo>
                    <a:pt x="218" y="68"/>
                  </a:lnTo>
                  <a:lnTo>
                    <a:pt x="218" y="66"/>
                  </a:lnTo>
                  <a:lnTo>
                    <a:pt x="216" y="64"/>
                  </a:lnTo>
                  <a:lnTo>
                    <a:pt x="214" y="60"/>
                  </a:lnTo>
                  <a:lnTo>
                    <a:pt x="212" y="54"/>
                  </a:lnTo>
                  <a:lnTo>
                    <a:pt x="210" y="50"/>
                  </a:lnTo>
                  <a:lnTo>
                    <a:pt x="206" y="44"/>
                  </a:lnTo>
                  <a:lnTo>
                    <a:pt x="204" y="40"/>
                  </a:lnTo>
                  <a:lnTo>
                    <a:pt x="204" y="38"/>
                  </a:lnTo>
                  <a:lnTo>
                    <a:pt x="202" y="34"/>
                  </a:lnTo>
                  <a:lnTo>
                    <a:pt x="200" y="32"/>
                  </a:lnTo>
                  <a:lnTo>
                    <a:pt x="200" y="28"/>
                  </a:lnTo>
                  <a:lnTo>
                    <a:pt x="200" y="22"/>
                  </a:lnTo>
                  <a:lnTo>
                    <a:pt x="198" y="18"/>
                  </a:lnTo>
                  <a:lnTo>
                    <a:pt x="196" y="12"/>
                  </a:lnTo>
                  <a:lnTo>
                    <a:pt x="192" y="8"/>
                  </a:lnTo>
                  <a:lnTo>
                    <a:pt x="188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20" name="Freeform 282"/>
            <p:cNvSpPr>
              <a:spLocks/>
            </p:cNvSpPr>
            <p:nvPr/>
          </p:nvSpPr>
          <p:spPr bwMode="gray">
            <a:xfrm>
              <a:off x="1023" y="2986"/>
              <a:ext cx="148" cy="84"/>
            </a:xfrm>
            <a:custGeom>
              <a:avLst/>
              <a:gdLst>
                <a:gd name="T0" fmla="*/ 106 w 148"/>
                <a:gd name="T1" fmla="*/ 0 h 84"/>
                <a:gd name="T2" fmla="*/ 98 w 148"/>
                <a:gd name="T3" fmla="*/ 2 h 84"/>
                <a:gd name="T4" fmla="*/ 90 w 148"/>
                <a:gd name="T5" fmla="*/ 6 h 84"/>
                <a:gd name="T6" fmla="*/ 84 w 148"/>
                <a:gd name="T7" fmla="*/ 12 h 84"/>
                <a:gd name="T8" fmla="*/ 82 w 148"/>
                <a:gd name="T9" fmla="*/ 22 h 84"/>
                <a:gd name="T10" fmla="*/ 76 w 148"/>
                <a:gd name="T11" fmla="*/ 28 h 84"/>
                <a:gd name="T12" fmla="*/ 70 w 148"/>
                <a:gd name="T13" fmla="*/ 28 h 84"/>
                <a:gd name="T14" fmla="*/ 64 w 148"/>
                <a:gd name="T15" fmla="*/ 26 h 84"/>
                <a:gd name="T16" fmla="*/ 60 w 148"/>
                <a:gd name="T17" fmla="*/ 26 h 84"/>
                <a:gd name="T18" fmla="*/ 58 w 148"/>
                <a:gd name="T19" fmla="*/ 26 h 84"/>
                <a:gd name="T20" fmla="*/ 54 w 148"/>
                <a:gd name="T21" fmla="*/ 28 h 84"/>
                <a:gd name="T22" fmla="*/ 48 w 148"/>
                <a:gd name="T23" fmla="*/ 30 h 84"/>
                <a:gd name="T24" fmla="*/ 36 w 148"/>
                <a:gd name="T25" fmla="*/ 34 h 84"/>
                <a:gd name="T26" fmla="*/ 26 w 148"/>
                <a:gd name="T27" fmla="*/ 36 h 84"/>
                <a:gd name="T28" fmla="*/ 10 w 148"/>
                <a:gd name="T29" fmla="*/ 38 h 84"/>
                <a:gd name="T30" fmla="*/ 6 w 148"/>
                <a:gd name="T31" fmla="*/ 46 h 84"/>
                <a:gd name="T32" fmla="*/ 4 w 148"/>
                <a:gd name="T33" fmla="*/ 50 h 84"/>
                <a:gd name="T34" fmla="*/ 0 w 148"/>
                <a:gd name="T35" fmla="*/ 50 h 84"/>
                <a:gd name="T36" fmla="*/ 2 w 148"/>
                <a:gd name="T37" fmla="*/ 52 h 84"/>
                <a:gd name="T38" fmla="*/ 4 w 148"/>
                <a:gd name="T39" fmla="*/ 54 h 84"/>
                <a:gd name="T40" fmla="*/ 6 w 148"/>
                <a:gd name="T41" fmla="*/ 60 h 84"/>
                <a:gd name="T42" fmla="*/ 10 w 148"/>
                <a:gd name="T43" fmla="*/ 70 h 84"/>
                <a:gd name="T44" fmla="*/ 26 w 148"/>
                <a:gd name="T45" fmla="*/ 84 h 84"/>
                <a:gd name="T46" fmla="*/ 38 w 148"/>
                <a:gd name="T47" fmla="*/ 74 h 84"/>
                <a:gd name="T48" fmla="*/ 42 w 148"/>
                <a:gd name="T49" fmla="*/ 68 h 84"/>
                <a:gd name="T50" fmla="*/ 48 w 148"/>
                <a:gd name="T51" fmla="*/ 62 h 84"/>
                <a:gd name="T52" fmla="*/ 58 w 148"/>
                <a:gd name="T53" fmla="*/ 60 h 84"/>
                <a:gd name="T54" fmla="*/ 60 w 148"/>
                <a:gd name="T55" fmla="*/ 62 h 84"/>
                <a:gd name="T56" fmla="*/ 62 w 148"/>
                <a:gd name="T57" fmla="*/ 68 h 84"/>
                <a:gd name="T58" fmla="*/ 64 w 148"/>
                <a:gd name="T59" fmla="*/ 70 h 84"/>
                <a:gd name="T60" fmla="*/ 74 w 148"/>
                <a:gd name="T61" fmla="*/ 68 h 84"/>
                <a:gd name="T62" fmla="*/ 86 w 148"/>
                <a:gd name="T63" fmla="*/ 68 h 84"/>
                <a:gd name="T64" fmla="*/ 118 w 148"/>
                <a:gd name="T65" fmla="*/ 62 h 84"/>
                <a:gd name="T66" fmla="*/ 146 w 148"/>
                <a:gd name="T67" fmla="*/ 52 h 84"/>
                <a:gd name="T68" fmla="*/ 132 w 148"/>
                <a:gd name="T69" fmla="*/ 34 h 84"/>
                <a:gd name="T70" fmla="*/ 122 w 148"/>
                <a:gd name="T71" fmla="*/ 22 h 84"/>
                <a:gd name="T72" fmla="*/ 118 w 148"/>
                <a:gd name="T73" fmla="*/ 16 h 84"/>
                <a:gd name="T74" fmla="*/ 112 w 148"/>
                <a:gd name="T75" fmla="*/ 8 h 84"/>
                <a:gd name="T76" fmla="*/ 106 w 148"/>
                <a:gd name="T77" fmla="*/ 0 h 8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48"/>
                <a:gd name="T118" fmla="*/ 0 h 84"/>
                <a:gd name="T119" fmla="*/ 148 w 148"/>
                <a:gd name="T120" fmla="*/ 84 h 8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48" h="84">
                  <a:moveTo>
                    <a:pt x="106" y="0"/>
                  </a:moveTo>
                  <a:lnTo>
                    <a:pt x="106" y="0"/>
                  </a:lnTo>
                  <a:lnTo>
                    <a:pt x="102" y="0"/>
                  </a:lnTo>
                  <a:lnTo>
                    <a:pt x="98" y="2"/>
                  </a:lnTo>
                  <a:lnTo>
                    <a:pt x="94" y="4"/>
                  </a:lnTo>
                  <a:lnTo>
                    <a:pt x="90" y="6"/>
                  </a:lnTo>
                  <a:lnTo>
                    <a:pt x="86" y="10"/>
                  </a:lnTo>
                  <a:lnTo>
                    <a:pt x="84" y="12"/>
                  </a:lnTo>
                  <a:lnTo>
                    <a:pt x="84" y="18"/>
                  </a:lnTo>
                  <a:lnTo>
                    <a:pt x="82" y="22"/>
                  </a:lnTo>
                  <a:lnTo>
                    <a:pt x="78" y="26"/>
                  </a:lnTo>
                  <a:lnTo>
                    <a:pt x="76" y="28"/>
                  </a:lnTo>
                  <a:lnTo>
                    <a:pt x="74" y="28"/>
                  </a:lnTo>
                  <a:lnTo>
                    <a:pt x="70" y="28"/>
                  </a:lnTo>
                  <a:lnTo>
                    <a:pt x="68" y="28"/>
                  </a:lnTo>
                  <a:lnTo>
                    <a:pt x="64" y="26"/>
                  </a:lnTo>
                  <a:lnTo>
                    <a:pt x="62" y="26"/>
                  </a:lnTo>
                  <a:lnTo>
                    <a:pt x="60" y="26"/>
                  </a:lnTo>
                  <a:lnTo>
                    <a:pt x="60" y="24"/>
                  </a:lnTo>
                  <a:lnTo>
                    <a:pt x="58" y="26"/>
                  </a:lnTo>
                  <a:lnTo>
                    <a:pt x="56" y="28"/>
                  </a:lnTo>
                  <a:lnTo>
                    <a:pt x="54" y="28"/>
                  </a:lnTo>
                  <a:lnTo>
                    <a:pt x="52" y="28"/>
                  </a:lnTo>
                  <a:lnTo>
                    <a:pt x="48" y="30"/>
                  </a:lnTo>
                  <a:lnTo>
                    <a:pt x="42" y="32"/>
                  </a:lnTo>
                  <a:lnTo>
                    <a:pt x="36" y="34"/>
                  </a:lnTo>
                  <a:lnTo>
                    <a:pt x="30" y="36"/>
                  </a:lnTo>
                  <a:lnTo>
                    <a:pt x="26" y="36"/>
                  </a:lnTo>
                  <a:lnTo>
                    <a:pt x="10" y="36"/>
                  </a:lnTo>
                  <a:lnTo>
                    <a:pt x="10" y="38"/>
                  </a:lnTo>
                  <a:lnTo>
                    <a:pt x="8" y="42"/>
                  </a:lnTo>
                  <a:lnTo>
                    <a:pt x="6" y="46"/>
                  </a:lnTo>
                  <a:lnTo>
                    <a:pt x="4" y="50"/>
                  </a:lnTo>
                  <a:lnTo>
                    <a:pt x="2" y="50"/>
                  </a:lnTo>
                  <a:lnTo>
                    <a:pt x="0" y="50"/>
                  </a:lnTo>
                  <a:lnTo>
                    <a:pt x="2" y="52"/>
                  </a:lnTo>
                  <a:lnTo>
                    <a:pt x="4" y="52"/>
                  </a:lnTo>
                  <a:lnTo>
                    <a:pt x="4" y="54"/>
                  </a:lnTo>
                  <a:lnTo>
                    <a:pt x="4" y="56"/>
                  </a:lnTo>
                  <a:lnTo>
                    <a:pt x="6" y="60"/>
                  </a:lnTo>
                  <a:lnTo>
                    <a:pt x="6" y="66"/>
                  </a:lnTo>
                  <a:lnTo>
                    <a:pt x="10" y="70"/>
                  </a:lnTo>
                  <a:lnTo>
                    <a:pt x="14" y="74"/>
                  </a:lnTo>
                  <a:lnTo>
                    <a:pt x="26" y="84"/>
                  </a:lnTo>
                  <a:lnTo>
                    <a:pt x="38" y="74"/>
                  </a:lnTo>
                  <a:lnTo>
                    <a:pt x="40" y="72"/>
                  </a:lnTo>
                  <a:lnTo>
                    <a:pt x="42" y="68"/>
                  </a:lnTo>
                  <a:lnTo>
                    <a:pt x="44" y="66"/>
                  </a:lnTo>
                  <a:lnTo>
                    <a:pt x="48" y="62"/>
                  </a:lnTo>
                  <a:lnTo>
                    <a:pt x="52" y="60"/>
                  </a:lnTo>
                  <a:lnTo>
                    <a:pt x="58" y="60"/>
                  </a:lnTo>
                  <a:lnTo>
                    <a:pt x="60" y="62"/>
                  </a:lnTo>
                  <a:lnTo>
                    <a:pt x="60" y="66"/>
                  </a:lnTo>
                  <a:lnTo>
                    <a:pt x="62" y="68"/>
                  </a:lnTo>
                  <a:lnTo>
                    <a:pt x="64" y="70"/>
                  </a:lnTo>
                  <a:lnTo>
                    <a:pt x="68" y="70"/>
                  </a:lnTo>
                  <a:lnTo>
                    <a:pt x="74" y="68"/>
                  </a:lnTo>
                  <a:lnTo>
                    <a:pt x="80" y="68"/>
                  </a:lnTo>
                  <a:lnTo>
                    <a:pt x="86" y="68"/>
                  </a:lnTo>
                  <a:lnTo>
                    <a:pt x="90" y="68"/>
                  </a:lnTo>
                  <a:lnTo>
                    <a:pt x="118" y="62"/>
                  </a:lnTo>
                  <a:lnTo>
                    <a:pt x="148" y="56"/>
                  </a:lnTo>
                  <a:lnTo>
                    <a:pt x="146" y="52"/>
                  </a:lnTo>
                  <a:lnTo>
                    <a:pt x="140" y="44"/>
                  </a:lnTo>
                  <a:lnTo>
                    <a:pt x="132" y="34"/>
                  </a:lnTo>
                  <a:lnTo>
                    <a:pt x="124" y="22"/>
                  </a:lnTo>
                  <a:lnTo>
                    <a:pt x="122" y="22"/>
                  </a:lnTo>
                  <a:lnTo>
                    <a:pt x="120" y="20"/>
                  </a:lnTo>
                  <a:lnTo>
                    <a:pt x="118" y="16"/>
                  </a:lnTo>
                  <a:lnTo>
                    <a:pt x="114" y="12"/>
                  </a:lnTo>
                  <a:lnTo>
                    <a:pt x="112" y="8"/>
                  </a:lnTo>
                  <a:lnTo>
                    <a:pt x="108" y="2"/>
                  </a:lnTo>
                  <a:lnTo>
                    <a:pt x="106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21" name="Freeform 283"/>
            <p:cNvSpPr>
              <a:spLocks/>
            </p:cNvSpPr>
            <p:nvPr/>
          </p:nvSpPr>
          <p:spPr bwMode="gray">
            <a:xfrm>
              <a:off x="953" y="3082"/>
              <a:ext cx="74" cy="82"/>
            </a:xfrm>
            <a:custGeom>
              <a:avLst/>
              <a:gdLst>
                <a:gd name="T0" fmla="*/ 52 w 74"/>
                <a:gd name="T1" fmla="*/ 0 h 82"/>
                <a:gd name="T2" fmla="*/ 52 w 74"/>
                <a:gd name="T3" fmla="*/ 6 h 82"/>
                <a:gd name="T4" fmla="*/ 54 w 74"/>
                <a:gd name="T5" fmla="*/ 12 h 82"/>
                <a:gd name="T6" fmla="*/ 60 w 74"/>
                <a:gd name="T7" fmla="*/ 12 h 82"/>
                <a:gd name="T8" fmla="*/ 68 w 74"/>
                <a:gd name="T9" fmla="*/ 12 h 82"/>
                <a:gd name="T10" fmla="*/ 72 w 74"/>
                <a:gd name="T11" fmla="*/ 12 h 82"/>
                <a:gd name="T12" fmla="*/ 72 w 74"/>
                <a:gd name="T13" fmla="*/ 14 h 82"/>
                <a:gd name="T14" fmla="*/ 74 w 74"/>
                <a:gd name="T15" fmla="*/ 22 h 82"/>
                <a:gd name="T16" fmla="*/ 72 w 74"/>
                <a:gd name="T17" fmla="*/ 26 h 82"/>
                <a:gd name="T18" fmla="*/ 68 w 74"/>
                <a:gd name="T19" fmla="*/ 26 h 82"/>
                <a:gd name="T20" fmla="*/ 68 w 74"/>
                <a:gd name="T21" fmla="*/ 30 h 82"/>
                <a:gd name="T22" fmla="*/ 68 w 74"/>
                <a:gd name="T23" fmla="*/ 36 h 82"/>
                <a:gd name="T24" fmla="*/ 74 w 74"/>
                <a:gd name="T25" fmla="*/ 38 h 82"/>
                <a:gd name="T26" fmla="*/ 74 w 74"/>
                <a:gd name="T27" fmla="*/ 42 h 82"/>
                <a:gd name="T28" fmla="*/ 74 w 74"/>
                <a:gd name="T29" fmla="*/ 52 h 82"/>
                <a:gd name="T30" fmla="*/ 70 w 74"/>
                <a:gd name="T31" fmla="*/ 60 h 82"/>
                <a:gd name="T32" fmla="*/ 62 w 74"/>
                <a:gd name="T33" fmla="*/ 64 h 82"/>
                <a:gd name="T34" fmla="*/ 52 w 74"/>
                <a:gd name="T35" fmla="*/ 66 h 82"/>
                <a:gd name="T36" fmla="*/ 46 w 74"/>
                <a:gd name="T37" fmla="*/ 68 h 82"/>
                <a:gd name="T38" fmla="*/ 42 w 74"/>
                <a:gd name="T39" fmla="*/ 68 h 82"/>
                <a:gd name="T40" fmla="*/ 32 w 74"/>
                <a:gd name="T41" fmla="*/ 72 h 82"/>
                <a:gd name="T42" fmla="*/ 28 w 74"/>
                <a:gd name="T43" fmla="*/ 78 h 82"/>
                <a:gd name="T44" fmla="*/ 24 w 74"/>
                <a:gd name="T45" fmla="*/ 82 h 82"/>
                <a:gd name="T46" fmla="*/ 22 w 74"/>
                <a:gd name="T47" fmla="*/ 74 h 82"/>
                <a:gd name="T48" fmla="*/ 20 w 74"/>
                <a:gd name="T49" fmla="*/ 72 h 82"/>
                <a:gd name="T50" fmla="*/ 16 w 74"/>
                <a:gd name="T51" fmla="*/ 68 h 82"/>
                <a:gd name="T52" fmla="*/ 14 w 74"/>
                <a:gd name="T53" fmla="*/ 66 h 82"/>
                <a:gd name="T54" fmla="*/ 6 w 74"/>
                <a:gd name="T55" fmla="*/ 58 h 82"/>
                <a:gd name="T56" fmla="*/ 0 w 74"/>
                <a:gd name="T57" fmla="*/ 46 h 82"/>
                <a:gd name="T58" fmla="*/ 0 w 74"/>
                <a:gd name="T59" fmla="*/ 46 h 82"/>
                <a:gd name="T60" fmla="*/ 6 w 74"/>
                <a:gd name="T61" fmla="*/ 18 h 82"/>
                <a:gd name="T62" fmla="*/ 26 w 74"/>
                <a:gd name="T63" fmla="*/ 18 h 82"/>
                <a:gd name="T64" fmla="*/ 30 w 74"/>
                <a:gd name="T65" fmla="*/ 18 h 82"/>
                <a:gd name="T66" fmla="*/ 32 w 74"/>
                <a:gd name="T67" fmla="*/ 2 h 8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74"/>
                <a:gd name="T103" fmla="*/ 0 h 82"/>
                <a:gd name="T104" fmla="*/ 74 w 74"/>
                <a:gd name="T105" fmla="*/ 82 h 8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74" h="82">
                  <a:moveTo>
                    <a:pt x="32" y="2"/>
                  </a:moveTo>
                  <a:lnTo>
                    <a:pt x="52" y="0"/>
                  </a:lnTo>
                  <a:lnTo>
                    <a:pt x="52" y="2"/>
                  </a:lnTo>
                  <a:lnTo>
                    <a:pt x="52" y="6"/>
                  </a:lnTo>
                  <a:lnTo>
                    <a:pt x="52" y="10"/>
                  </a:lnTo>
                  <a:lnTo>
                    <a:pt x="54" y="12"/>
                  </a:lnTo>
                  <a:lnTo>
                    <a:pt x="56" y="12"/>
                  </a:lnTo>
                  <a:lnTo>
                    <a:pt x="60" y="12"/>
                  </a:lnTo>
                  <a:lnTo>
                    <a:pt x="64" y="12"/>
                  </a:lnTo>
                  <a:lnTo>
                    <a:pt x="68" y="12"/>
                  </a:lnTo>
                  <a:lnTo>
                    <a:pt x="72" y="12"/>
                  </a:lnTo>
                  <a:lnTo>
                    <a:pt x="72" y="14"/>
                  </a:lnTo>
                  <a:lnTo>
                    <a:pt x="74" y="18"/>
                  </a:lnTo>
                  <a:lnTo>
                    <a:pt x="74" y="22"/>
                  </a:lnTo>
                  <a:lnTo>
                    <a:pt x="72" y="26"/>
                  </a:lnTo>
                  <a:lnTo>
                    <a:pt x="70" y="26"/>
                  </a:lnTo>
                  <a:lnTo>
                    <a:pt x="68" y="26"/>
                  </a:lnTo>
                  <a:lnTo>
                    <a:pt x="68" y="28"/>
                  </a:lnTo>
                  <a:lnTo>
                    <a:pt x="68" y="30"/>
                  </a:lnTo>
                  <a:lnTo>
                    <a:pt x="68" y="34"/>
                  </a:lnTo>
                  <a:lnTo>
                    <a:pt x="68" y="36"/>
                  </a:lnTo>
                  <a:lnTo>
                    <a:pt x="74" y="38"/>
                  </a:lnTo>
                  <a:lnTo>
                    <a:pt x="74" y="42"/>
                  </a:lnTo>
                  <a:lnTo>
                    <a:pt x="74" y="46"/>
                  </a:lnTo>
                  <a:lnTo>
                    <a:pt x="74" y="52"/>
                  </a:lnTo>
                  <a:lnTo>
                    <a:pt x="72" y="56"/>
                  </a:lnTo>
                  <a:lnTo>
                    <a:pt x="70" y="60"/>
                  </a:lnTo>
                  <a:lnTo>
                    <a:pt x="68" y="62"/>
                  </a:lnTo>
                  <a:lnTo>
                    <a:pt x="62" y="64"/>
                  </a:lnTo>
                  <a:lnTo>
                    <a:pt x="56" y="66"/>
                  </a:lnTo>
                  <a:lnTo>
                    <a:pt x="52" y="66"/>
                  </a:lnTo>
                  <a:lnTo>
                    <a:pt x="48" y="68"/>
                  </a:lnTo>
                  <a:lnTo>
                    <a:pt x="46" y="68"/>
                  </a:lnTo>
                  <a:lnTo>
                    <a:pt x="44" y="62"/>
                  </a:lnTo>
                  <a:lnTo>
                    <a:pt x="42" y="68"/>
                  </a:lnTo>
                  <a:lnTo>
                    <a:pt x="32" y="72"/>
                  </a:lnTo>
                  <a:lnTo>
                    <a:pt x="30" y="74"/>
                  </a:lnTo>
                  <a:lnTo>
                    <a:pt x="28" y="78"/>
                  </a:lnTo>
                  <a:lnTo>
                    <a:pt x="26" y="80"/>
                  </a:lnTo>
                  <a:lnTo>
                    <a:pt x="24" y="82"/>
                  </a:lnTo>
                  <a:lnTo>
                    <a:pt x="22" y="74"/>
                  </a:lnTo>
                  <a:lnTo>
                    <a:pt x="20" y="72"/>
                  </a:lnTo>
                  <a:lnTo>
                    <a:pt x="20" y="68"/>
                  </a:lnTo>
                  <a:lnTo>
                    <a:pt x="16" y="68"/>
                  </a:lnTo>
                  <a:lnTo>
                    <a:pt x="16" y="66"/>
                  </a:lnTo>
                  <a:lnTo>
                    <a:pt x="14" y="66"/>
                  </a:lnTo>
                  <a:lnTo>
                    <a:pt x="10" y="62"/>
                  </a:lnTo>
                  <a:lnTo>
                    <a:pt x="6" y="58"/>
                  </a:lnTo>
                  <a:lnTo>
                    <a:pt x="2" y="54"/>
                  </a:lnTo>
                  <a:lnTo>
                    <a:pt x="0" y="46"/>
                  </a:lnTo>
                  <a:lnTo>
                    <a:pt x="0" y="44"/>
                  </a:lnTo>
                  <a:lnTo>
                    <a:pt x="6" y="18"/>
                  </a:lnTo>
                  <a:lnTo>
                    <a:pt x="26" y="18"/>
                  </a:lnTo>
                  <a:lnTo>
                    <a:pt x="28" y="18"/>
                  </a:lnTo>
                  <a:lnTo>
                    <a:pt x="30" y="18"/>
                  </a:lnTo>
                  <a:lnTo>
                    <a:pt x="30" y="14"/>
                  </a:lnTo>
                  <a:lnTo>
                    <a:pt x="32" y="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22" name="Freeform 284"/>
            <p:cNvSpPr>
              <a:spLocks/>
            </p:cNvSpPr>
            <p:nvPr/>
          </p:nvSpPr>
          <p:spPr bwMode="gray">
            <a:xfrm>
              <a:off x="959" y="3084"/>
              <a:ext cx="26" cy="16"/>
            </a:xfrm>
            <a:custGeom>
              <a:avLst/>
              <a:gdLst>
                <a:gd name="T0" fmla="*/ 20 w 26"/>
                <a:gd name="T1" fmla="*/ 0 h 16"/>
                <a:gd name="T2" fmla="*/ 20 w 26"/>
                <a:gd name="T3" fmla="*/ 0 h 16"/>
                <a:gd name="T4" fmla="*/ 18 w 26"/>
                <a:gd name="T5" fmla="*/ 0 h 16"/>
                <a:gd name="T6" fmla="*/ 14 w 26"/>
                <a:gd name="T7" fmla="*/ 0 h 16"/>
                <a:gd name="T8" fmla="*/ 10 w 26"/>
                <a:gd name="T9" fmla="*/ 2 h 16"/>
                <a:gd name="T10" fmla="*/ 6 w 26"/>
                <a:gd name="T11" fmla="*/ 4 h 16"/>
                <a:gd name="T12" fmla="*/ 4 w 26"/>
                <a:gd name="T13" fmla="*/ 8 h 16"/>
                <a:gd name="T14" fmla="*/ 0 w 26"/>
                <a:gd name="T15" fmla="*/ 16 h 16"/>
                <a:gd name="T16" fmla="*/ 22 w 26"/>
                <a:gd name="T17" fmla="*/ 16 h 16"/>
                <a:gd name="T18" fmla="*/ 22 w 26"/>
                <a:gd name="T19" fmla="*/ 16 h 16"/>
                <a:gd name="T20" fmla="*/ 24 w 26"/>
                <a:gd name="T21" fmla="*/ 14 h 16"/>
                <a:gd name="T22" fmla="*/ 24 w 26"/>
                <a:gd name="T23" fmla="*/ 12 h 16"/>
                <a:gd name="T24" fmla="*/ 24 w 26"/>
                <a:gd name="T25" fmla="*/ 10 h 16"/>
                <a:gd name="T26" fmla="*/ 26 w 26"/>
                <a:gd name="T27" fmla="*/ 6 h 16"/>
                <a:gd name="T28" fmla="*/ 26 w 26"/>
                <a:gd name="T29" fmla="*/ 2 h 16"/>
                <a:gd name="T30" fmla="*/ 26 w 26"/>
                <a:gd name="T31" fmla="*/ 0 h 16"/>
                <a:gd name="T32" fmla="*/ 20 w 26"/>
                <a:gd name="T33" fmla="*/ 0 h 1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6"/>
                <a:gd name="T52" fmla="*/ 0 h 16"/>
                <a:gd name="T53" fmla="*/ 26 w 26"/>
                <a:gd name="T54" fmla="*/ 16 h 1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6" h="16">
                  <a:moveTo>
                    <a:pt x="20" y="0"/>
                  </a:moveTo>
                  <a:lnTo>
                    <a:pt x="20" y="0"/>
                  </a:lnTo>
                  <a:lnTo>
                    <a:pt x="18" y="0"/>
                  </a:lnTo>
                  <a:lnTo>
                    <a:pt x="14" y="0"/>
                  </a:lnTo>
                  <a:lnTo>
                    <a:pt x="10" y="2"/>
                  </a:lnTo>
                  <a:lnTo>
                    <a:pt x="6" y="4"/>
                  </a:lnTo>
                  <a:lnTo>
                    <a:pt x="4" y="8"/>
                  </a:lnTo>
                  <a:lnTo>
                    <a:pt x="0" y="16"/>
                  </a:lnTo>
                  <a:lnTo>
                    <a:pt x="22" y="16"/>
                  </a:lnTo>
                  <a:lnTo>
                    <a:pt x="24" y="14"/>
                  </a:lnTo>
                  <a:lnTo>
                    <a:pt x="24" y="12"/>
                  </a:lnTo>
                  <a:lnTo>
                    <a:pt x="24" y="10"/>
                  </a:lnTo>
                  <a:lnTo>
                    <a:pt x="26" y="6"/>
                  </a:lnTo>
                  <a:lnTo>
                    <a:pt x="26" y="2"/>
                  </a:lnTo>
                  <a:lnTo>
                    <a:pt x="26" y="0"/>
                  </a:lnTo>
                  <a:lnTo>
                    <a:pt x="20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23" name="Freeform 285"/>
            <p:cNvSpPr>
              <a:spLocks/>
            </p:cNvSpPr>
            <p:nvPr/>
          </p:nvSpPr>
          <p:spPr bwMode="gray">
            <a:xfrm>
              <a:off x="977" y="3060"/>
              <a:ext cx="88" cy="122"/>
            </a:xfrm>
            <a:custGeom>
              <a:avLst/>
              <a:gdLst>
                <a:gd name="T0" fmla="*/ 10 w 88"/>
                <a:gd name="T1" fmla="*/ 120 h 122"/>
                <a:gd name="T2" fmla="*/ 12 w 88"/>
                <a:gd name="T3" fmla="*/ 122 h 122"/>
                <a:gd name="T4" fmla="*/ 10 w 88"/>
                <a:gd name="T5" fmla="*/ 120 h 122"/>
                <a:gd name="T6" fmla="*/ 0 w 88"/>
                <a:gd name="T7" fmla="*/ 104 h 122"/>
                <a:gd name="T8" fmla="*/ 2 w 88"/>
                <a:gd name="T9" fmla="*/ 102 h 122"/>
                <a:gd name="T10" fmla="*/ 6 w 88"/>
                <a:gd name="T11" fmla="*/ 98 h 122"/>
                <a:gd name="T12" fmla="*/ 8 w 88"/>
                <a:gd name="T13" fmla="*/ 96 h 122"/>
                <a:gd name="T14" fmla="*/ 14 w 88"/>
                <a:gd name="T15" fmla="*/ 92 h 122"/>
                <a:gd name="T16" fmla="*/ 20 w 88"/>
                <a:gd name="T17" fmla="*/ 84 h 122"/>
                <a:gd name="T18" fmla="*/ 24 w 88"/>
                <a:gd name="T19" fmla="*/ 90 h 122"/>
                <a:gd name="T20" fmla="*/ 32 w 88"/>
                <a:gd name="T21" fmla="*/ 88 h 122"/>
                <a:gd name="T22" fmla="*/ 44 w 88"/>
                <a:gd name="T23" fmla="*/ 84 h 122"/>
                <a:gd name="T24" fmla="*/ 48 w 88"/>
                <a:gd name="T25" fmla="*/ 82 h 122"/>
                <a:gd name="T26" fmla="*/ 48 w 88"/>
                <a:gd name="T27" fmla="*/ 78 h 122"/>
                <a:gd name="T28" fmla="*/ 50 w 88"/>
                <a:gd name="T29" fmla="*/ 66 h 122"/>
                <a:gd name="T30" fmla="*/ 44 w 88"/>
                <a:gd name="T31" fmla="*/ 58 h 122"/>
                <a:gd name="T32" fmla="*/ 44 w 88"/>
                <a:gd name="T33" fmla="*/ 56 h 122"/>
                <a:gd name="T34" fmla="*/ 44 w 88"/>
                <a:gd name="T35" fmla="*/ 50 h 122"/>
                <a:gd name="T36" fmla="*/ 46 w 88"/>
                <a:gd name="T37" fmla="*/ 48 h 122"/>
                <a:gd name="T38" fmla="*/ 48 w 88"/>
                <a:gd name="T39" fmla="*/ 46 h 122"/>
                <a:gd name="T40" fmla="*/ 50 w 88"/>
                <a:gd name="T41" fmla="*/ 40 h 122"/>
                <a:gd name="T42" fmla="*/ 48 w 88"/>
                <a:gd name="T43" fmla="*/ 34 h 122"/>
                <a:gd name="T44" fmla="*/ 30 w 88"/>
                <a:gd name="T45" fmla="*/ 32 h 122"/>
                <a:gd name="T46" fmla="*/ 28 w 88"/>
                <a:gd name="T47" fmla="*/ 24 h 122"/>
                <a:gd name="T48" fmla="*/ 32 w 88"/>
                <a:gd name="T49" fmla="*/ 22 h 122"/>
                <a:gd name="T50" fmla="*/ 56 w 88"/>
                <a:gd name="T51" fmla="*/ 20 h 122"/>
                <a:gd name="T52" fmla="*/ 72 w 88"/>
                <a:gd name="T53" fmla="*/ 22 h 122"/>
                <a:gd name="T54" fmla="*/ 72 w 88"/>
                <a:gd name="T55" fmla="*/ 18 h 122"/>
                <a:gd name="T56" fmla="*/ 72 w 88"/>
                <a:gd name="T57" fmla="*/ 12 h 122"/>
                <a:gd name="T58" fmla="*/ 78 w 88"/>
                <a:gd name="T59" fmla="*/ 6 h 122"/>
                <a:gd name="T60" fmla="*/ 82 w 88"/>
                <a:gd name="T61" fmla="*/ 4 h 122"/>
                <a:gd name="T62" fmla="*/ 86 w 88"/>
                <a:gd name="T63" fmla="*/ 0 h 122"/>
                <a:gd name="T64" fmla="*/ 88 w 88"/>
                <a:gd name="T65" fmla="*/ 0 h 122"/>
                <a:gd name="T66" fmla="*/ 88 w 88"/>
                <a:gd name="T67" fmla="*/ 10 h 122"/>
                <a:gd name="T68" fmla="*/ 88 w 88"/>
                <a:gd name="T69" fmla="*/ 14 h 122"/>
                <a:gd name="T70" fmla="*/ 86 w 88"/>
                <a:gd name="T71" fmla="*/ 24 h 122"/>
                <a:gd name="T72" fmla="*/ 86 w 88"/>
                <a:gd name="T73" fmla="*/ 34 h 122"/>
                <a:gd name="T74" fmla="*/ 86 w 88"/>
                <a:gd name="T75" fmla="*/ 40 h 122"/>
                <a:gd name="T76" fmla="*/ 86 w 88"/>
                <a:gd name="T77" fmla="*/ 48 h 122"/>
                <a:gd name="T78" fmla="*/ 84 w 88"/>
                <a:gd name="T79" fmla="*/ 60 h 122"/>
                <a:gd name="T80" fmla="*/ 80 w 88"/>
                <a:gd name="T81" fmla="*/ 68 h 122"/>
                <a:gd name="T82" fmla="*/ 78 w 88"/>
                <a:gd name="T83" fmla="*/ 72 h 122"/>
                <a:gd name="T84" fmla="*/ 74 w 88"/>
                <a:gd name="T85" fmla="*/ 82 h 122"/>
                <a:gd name="T86" fmla="*/ 70 w 88"/>
                <a:gd name="T87" fmla="*/ 92 h 122"/>
                <a:gd name="T88" fmla="*/ 66 w 88"/>
                <a:gd name="T89" fmla="*/ 98 h 122"/>
                <a:gd name="T90" fmla="*/ 64 w 88"/>
                <a:gd name="T91" fmla="*/ 102 h 122"/>
                <a:gd name="T92" fmla="*/ 60 w 88"/>
                <a:gd name="T93" fmla="*/ 110 h 122"/>
                <a:gd name="T94" fmla="*/ 56 w 88"/>
                <a:gd name="T95" fmla="*/ 112 h 122"/>
                <a:gd name="T96" fmla="*/ 50 w 88"/>
                <a:gd name="T97" fmla="*/ 112 h 122"/>
                <a:gd name="T98" fmla="*/ 44 w 88"/>
                <a:gd name="T99" fmla="*/ 112 h 122"/>
                <a:gd name="T100" fmla="*/ 38 w 88"/>
                <a:gd name="T101" fmla="*/ 116 h 122"/>
                <a:gd name="T102" fmla="*/ 34 w 88"/>
                <a:gd name="T103" fmla="*/ 114 h 122"/>
                <a:gd name="T104" fmla="*/ 32 w 88"/>
                <a:gd name="T105" fmla="*/ 112 h 122"/>
                <a:gd name="T106" fmla="*/ 28 w 88"/>
                <a:gd name="T107" fmla="*/ 112 h 122"/>
                <a:gd name="T108" fmla="*/ 18 w 88"/>
                <a:gd name="T109" fmla="*/ 116 h 1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88"/>
                <a:gd name="T166" fmla="*/ 0 h 122"/>
                <a:gd name="T167" fmla="*/ 88 w 88"/>
                <a:gd name="T168" fmla="*/ 122 h 122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88" h="122">
                  <a:moveTo>
                    <a:pt x="10" y="120"/>
                  </a:moveTo>
                  <a:lnTo>
                    <a:pt x="10" y="120"/>
                  </a:lnTo>
                  <a:lnTo>
                    <a:pt x="12" y="122"/>
                  </a:lnTo>
                  <a:lnTo>
                    <a:pt x="10" y="120"/>
                  </a:lnTo>
                  <a:lnTo>
                    <a:pt x="0" y="108"/>
                  </a:lnTo>
                  <a:lnTo>
                    <a:pt x="0" y="104"/>
                  </a:lnTo>
                  <a:lnTo>
                    <a:pt x="2" y="102"/>
                  </a:lnTo>
                  <a:lnTo>
                    <a:pt x="4" y="100"/>
                  </a:lnTo>
                  <a:lnTo>
                    <a:pt x="6" y="98"/>
                  </a:lnTo>
                  <a:lnTo>
                    <a:pt x="6" y="96"/>
                  </a:lnTo>
                  <a:lnTo>
                    <a:pt x="8" y="96"/>
                  </a:lnTo>
                  <a:lnTo>
                    <a:pt x="10" y="92"/>
                  </a:lnTo>
                  <a:lnTo>
                    <a:pt x="14" y="92"/>
                  </a:lnTo>
                  <a:lnTo>
                    <a:pt x="18" y="90"/>
                  </a:lnTo>
                  <a:lnTo>
                    <a:pt x="20" y="84"/>
                  </a:lnTo>
                  <a:lnTo>
                    <a:pt x="22" y="90"/>
                  </a:lnTo>
                  <a:lnTo>
                    <a:pt x="24" y="90"/>
                  </a:lnTo>
                  <a:lnTo>
                    <a:pt x="28" y="90"/>
                  </a:lnTo>
                  <a:lnTo>
                    <a:pt x="32" y="88"/>
                  </a:lnTo>
                  <a:lnTo>
                    <a:pt x="38" y="86"/>
                  </a:lnTo>
                  <a:lnTo>
                    <a:pt x="44" y="84"/>
                  </a:lnTo>
                  <a:lnTo>
                    <a:pt x="46" y="82"/>
                  </a:lnTo>
                  <a:lnTo>
                    <a:pt x="48" y="82"/>
                  </a:lnTo>
                  <a:lnTo>
                    <a:pt x="48" y="80"/>
                  </a:lnTo>
                  <a:lnTo>
                    <a:pt x="48" y="78"/>
                  </a:lnTo>
                  <a:lnTo>
                    <a:pt x="50" y="74"/>
                  </a:lnTo>
                  <a:lnTo>
                    <a:pt x="50" y="66"/>
                  </a:lnTo>
                  <a:lnTo>
                    <a:pt x="50" y="58"/>
                  </a:lnTo>
                  <a:lnTo>
                    <a:pt x="44" y="58"/>
                  </a:lnTo>
                  <a:lnTo>
                    <a:pt x="44" y="56"/>
                  </a:lnTo>
                  <a:lnTo>
                    <a:pt x="44" y="52"/>
                  </a:lnTo>
                  <a:lnTo>
                    <a:pt x="44" y="50"/>
                  </a:lnTo>
                  <a:lnTo>
                    <a:pt x="44" y="48"/>
                  </a:lnTo>
                  <a:lnTo>
                    <a:pt x="46" y="48"/>
                  </a:lnTo>
                  <a:lnTo>
                    <a:pt x="48" y="48"/>
                  </a:lnTo>
                  <a:lnTo>
                    <a:pt x="48" y="46"/>
                  </a:lnTo>
                  <a:lnTo>
                    <a:pt x="48" y="42"/>
                  </a:lnTo>
                  <a:lnTo>
                    <a:pt x="50" y="40"/>
                  </a:lnTo>
                  <a:lnTo>
                    <a:pt x="50" y="36"/>
                  </a:lnTo>
                  <a:lnTo>
                    <a:pt x="48" y="34"/>
                  </a:lnTo>
                  <a:lnTo>
                    <a:pt x="30" y="32"/>
                  </a:lnTo>
                  <a:lnTo>
                    <a:pt x="28" y="28"/>
                  </a:lnTo>
                  <a:lnTo>
                    <a:pt x="28" y="24"/>
                  </a:lnTo>
                  <a:lnTo>
                    <a:pt x="28" y="22"/>
                  </a:lnTo>
                  <a:lnTo>
                    <a:pt x="32" y="22"/>
                  </a:lnTo>
                  <a:lnTo>
                    <a:pt x="42" y="22"/>
                  </a:lnTo>
                  <a:lnTo>
                    <a:pt x="56" y="20"/>
                  </a:lnTo>
                  <a:lnTo>
                    <a:pt x="66" y="20"/>
                  </a:lnTo>
                  <a:lnTo>
                    <a:pt x="72" y="22"/>
                  </a:lnTo>
                  <a:lnTo>
                    <a:pt x="72" y="20"/>
                  </a:lnTo>
                  <a:lnTo>
                    <a:pt x="72" y="18"/>
                  </a:lnTo>
                  <a:lnTo>
                    <a:pt x="70" y="16"/>
                  </a:lnTo>
                  <a:lnTo>
                    <a:pt x="72" y="12"/>
                  </a:lnTo>
                  <a:lnTo>
                    <a:pt x="74" y="8"/>
                  </a:lnTo>
                  <a:lnTo>
                    <a:pt x="78" y="6"/>
                  </a:lnTo>
                  <a:lnTo>
                    <a:pt x="80" y="6"/>
                  </a:lnTo>
                  <a:lnTo>
                    <a:pt x="82" y="4"/>
                  </a:lnTo>
                  <a:lnTo>
                    <a:pt x="84" y="2"/>
                  </a:lnTo>
                  <a:lnTo>
                    <a:pt x="86" y="0"/>
                  </a:lnTo>
                  <a:lnTo>
                    <a:pt x="88" y="0"/>
                  </a:lnTo>
                  <a:lnTo>
                    <a:pt x="88" y="4"/>
                  </a:lnTo>
                  <a:lnTo>
                    <a:pt x="88" y="10"/>
                  </a:lnTo>
                  <a:lnTo>
                    <a:pt x="88" y="14"/>
                  </a:lnTo>
                  <a:lnTo>
                    <a:pt x="88" y="18"/>
                  </a:lnTo>
                  <a:lnTo>
                    <a:pt x="86" y="24"/>
                  </a:lnTo>
                  <a:lnTo>
                    <a:pt x="86" y="28"/>
                  </a:lnTo>
                  <a:lnTo>
                    <a:pt x="86" y="34"/>
                  </a:lnTo>
                  <a:lnTo>
                    <a:pt x="86" y="38"/>
                  </a:lnTo>
                  <a:lnTo>
                    <a:pt x="86" y="40"/>
                  </a:lnTo>
                  <a:lnTo>
                    <a:pt x="86" y="44"/>
                  </a:lnTo>
                  <a:lnTo>
                    <a:pt x="86" y="48"/>
                  </a:lnTo>
                  <a:lnTo>
                    <a:pt x="84" y="54"/>
                  </a:lnTo>
                  <a:lnTo>
                    <a:pt x="84" y="60"/>
                  </a:lnTo>
                  <a:lnTo>
                    <a:pt x="82" y="66"/>
                  </a:lnTo>
                  <a:lnTo>
                    <a:pt x="80" y="68"/>
                  </a:lnTo>
                  <a:lnTo>
                    <a:pt x="80" y="70"/>
                  </a:lnTo>
                  <a:lnTo>
                    <a:pt x="78" y="72"/>
                  </a:lnTo>
                  <a:lnTo>
                    <a:pt x="76" y="78"/>
                  </a:lnTo>
                  <a:lnTo>
                    <a:pt x="74" y="82"/>
                  </a:lnTo>
                  <a:lnTo>
                    <a:pt x="72" y="88"/>
                  </a:lnTo>
                  <a:lnTo>
                    <a:pt x="70" y="92"/>
                  </a:lnTo>
                  <a:lnTo>
                    <a:pt x="68" y="96"/>
                  </a:lnTo>
                  <a:lnTo>
                    <a:pt x="66" y="98"/>
                  </a:lnTo>
                  <a:lnTo>
                    <a:pt x="66" y="100"/>
                  </a:lnTo>
                  <a:lnTo>
                    <a:pt x="64" y="102"/>
                  </a:lnTo>
                  <a:lnTo>
                    <a:pt x="62" y="106"/>
                  </a:lnTo>
                  <a:lnTo>
                    <a:pt x="60" y="110"/>
                  </a:lnTo>
                  <a:lnTo>
                    <a:pt x="56" y="112"/>
                  </a:lnTo>
                  <a:lnTo>
                    <a:pt x="54" y="112"/>
                  </a:lnTo>
                  <a:lnTo>
                    <a:pt x="50" y="112"/>
                  </a:lnTo>
                  <a:lnTo>
                    <a:pt x="46" y="110"/>
                  </a:lnTo>
                  <a:lnTo>
                    <a:pt x="44" y="112"/>
                  </a:lnTo>
                  <a:lnTo>
                    <a:pt x="42" y="112"/>
                  </a:lnTo>
                  <a:lnTo>
                    <a:pt x="38" y="116"/>
                  </a:lnTo>
                  <a:lnTo>
                    <a:pt x="34" y="114"/>
                  </a:lnTo>
                  <a:lnTo>
                    <a:pt x="34" y="112"/>
                  </a:lnTo>
                  <a:lnTo>
                    <a:pt x="32" y="112"/>
                  </a:lnTo>
                  <a:lnTo>
                    <a:pt x="30" y="112"/>
                  </a:lnTo>
                  <a:lnTo>
                    <a:pt x="28" y="112"/>
                  </a:lnTo>
                  <a:lnTo>
                    <a:pt x="24" y="114"/>
                  </a:lnTo>
                  <a:lnTo>
                    <a:pt x="18" y="116"/>
                  </a:lnTo>
                  <a:lnTo>
                    <a:pt x="10" y="12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24" name="Freeform 286"/>
            <p:cNvSpPr>
              <a:spLocks/>
            </p:cNvSpPr>
            <p:nvPr/>
          </p:nvSpPr>
          <p:spPr bwMode="gray">
            <a:xfrm>
              <a:off x="987" y="3200"/>
              <a:ext cx="130" cy="156"/>
            </a:xfrm>
            <a:custGeom>
              <a:avLst/>
              <a:gdLst>
                <a:gd name="T0" fmla="*/ 24 w 130"/>
                <a:gd name="T1" fmla="*/ 2 h 156"/>
                <a:gd name="T2" fmla="*/ 42 w 130"/>
                <a:gd name="T3" fmla="*/ 0 h 156"/>
                <a:gd name="T4" fmla="*/ 56 w 130"/>
                <a:gd name="T5" fmla="*/ 0 h 156"/>
                <a:gd name="T6" fmla="*/ 86 w 130"/>
                <a:gd name="T7" fmla="*/ 26 h 156"/>
                <a:gd name="T8" fmla="*/ 86 w 130"/>
                <a:gd name="T9" fmla="*/ 18 h 156"/>
                <a:gd name="T10" fmla="*/ 88 w 130"/>
                <a:gd name="T11" fmla="*/ 14 h 156"/>
                <a:gd name="T12" fmla="*/ 102 w 130"/>
                <a:gd name="T13" fmla="*/ 18 h 156"/>
                <a:gd name="T14" fmla="*/ 112 w 130"/>
                <a:gd name="T15" fmla="*/ 24 h 156"/>
                <a:gd name="T16" fmla="*/ 112 w 130"/>
                <a:gd name="T17" fmla="*/ 34 h 156"/>
                <a:gd name="T18" fmla="*/ 114 w 130"/>
                <a:gd name="T19" fmla="*/ 38 h 156"/>
                <a:gd name="T20" fmla="*/ 116 w 130"/>
                <a:gd name="T21" fmla="*/ 48 h 156"/>
                <a:gd name="T22" fmla="*/ 114 w 130"/>
                <a:gd name="T23" fmla="*/ 56 h 156"/>
                <a:gd name="T24" fmla="*/ 114 w 130"/>
                <a:gd name="T25" fmla="*/ 60 h 156"/>
                <a:gd name="T26" fmla="*/ 128 w 130"/>
                <a:gd name="T27" fmla="*/ 62 h 156"/>
                <a:gd name="T28" fmla="*/ 128 w 130"/>
                <a:gd name="T29" fmla="*/ 70 h 156"/>
                <a:gd name="T30" fmla="*/ 128 w 130"/>
                <a:gd name="T31" fmla="*/ 82 h 156"/>
                <a:gd name="T32" fmla="*/ 128 w 130"/>
                <a:gd name="T33" fmla="*/ 88 h 156"/>
                <a:gd name="T34" fmla="*/ 112 w 130"/>
                <a:gd name="T35" fmla="*/ 136 h 156"/>
                <a:gd name="T36" fmla="*/ 114 w 130"/>
                <a:gd name="T37" fmla="*/ 138 h 156"/>
                <a:gd name="T38" fmla="*/ 118 w 130"/>
                <a:gd name="T39" fmla="*/ 144 h 156"/>
                <a:gd name="T40" fmla="*/ 130 w 130"/>
                <a:gd name="T41" fmla="*/ 152 h 156"/>
                <a:gd name="T42" fmla="*/ 126 w 130"/>
                <a:gd name="T43" fmla="*/ 152 h 156"/>
                <a:gd name="T44" fmla="*/ 116 w 130"/>
                <a:gd name="T45" fmla="*/ 154 h 156"/>
                <a:gd name="T46" fmla="*/ 106 w 130"/>
                <a:gd name="T47" fmla="*/ 156 h 156"/>
                <a:gd name="T48" fmla="*/ 100 w 130"/>
                <a:gd name="T49" fmla="*/ 156 h 156"/>
                <a:gd name="T50" fmla="*/ 92 w 130"/>
                <a:gd name="T51" fmla="*/ 156 h 156"/>
                <a:gd name="T52" fmla="*/ 82 w 130"/>
                <a:gd name="T53" fmla="*/ 154 h 156"/>
                <a:gd name="T54" fmla="*/ 76 w 130"/>
                <a:gd name="T55" fmla="*/ 150 h 156"/>
                <a:gd name="T56" fmla="*/ 30 w 130"/>
                <a:gd name="T57" fmla="*/ 150 h 156"/>
                <a:gd name="T58" fmla="*/ 24 w 130"/>
                <a:gd name="T59" fmla="*/ 150 h 156"/>
                <a:gd name="T60" fmla="*/ 20 w 130"/>
                <a:gd name="T61" fmla="*/ 144 h 156"/>
                <a:gd name="T62" fmla="*/ 16 w 130"/>
                <a:gd name="T63" fmla="*/ 142 h 156"/>
                <a:gd name="T64" fmla="*/ 6 w 130"/>
                <a:gd name="T65" fmla="*/ 142 h 156"/>
                <a:gd name="T66" fmla="*/ 2 w 130"/>
                <a:gd name="T67" fmla="*/ 140 h 156"/>
                <a:gd name="T68" fmla="*/ 6 w 130"/>
                <a:gd name="T69" fmla="*/ 118 h 156"/>
                <a:gd name="T70" fmla="*/ 10 w 130"/>
                <a:gd name="T71" fmla="*/ 100 h 156"/>
                <a:gd name="T72" fmla="*/ 12 w 130"/>
                <a:gd name="T73" fmla="*/ 94 h 156"/>
                <a:gd name="T74" fmla="*/ 16 w 130"/>
                <a:gd name="T75" fmla="*/ 82 h 156"/>
                <a:gd name="T76" fmla="*/ 24 w 130"/>
                <a:gd name="T77" fmla="*/ 68 h 156"/>
                <a:gd name="T78" fmla="*/ 26 w 130"/>
                <a:gd name="T79" fmla="*/ 68 h 156"/>
                <a:gd name="T80" fmla="*/ 28 w 130"/>
                <a:gd name="T81" fmla="*/ 66 h 156"/>
                <a:gd name="T82" fmla="*/ 28 w 130"/>
                <a:gd name="T83" fmla="*/ 58 h 156"/>
                <a:gd name="T84" fmla="*/ 26 w 130"/>
                <a:gd name="T85" fmla="*/ 46 h 156"/>
                <a:gd name="T86" fmla="*/ 14 w 130"/>
                <a:gd name="T87" fmla="*/ 16 h 156"/>
                <a:gd name="T88" fmla="*/ 6 w 130"/>
                <a:gd name="T89" fmla="*/ 4 h 15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30"/>
                <a:gd name="T136" fmla="*/ 0 h 156"/>
                <a:gd name="T137" fmla="*/ 130 w 130"/>
                <a:gd name="T138" fmla="*/ 156 h 15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30" h="156">
                  <a:moveTo>
                    <a:pt x="6" y="4"/>
                  </a:moveTo>
                  <a:lnTo>
                    <a:pt x="24" y="2"/>
                  </a:lnTo>
                  <a:lnTo>
                    <a:pt x="32" y="0"/>
                  </a:lnTo>
                  <a:lnTo>
                    <a:pt x="42" y="0"/>
                  </a:lnTo>
                  <a:lnTo>
                    <a:pt x="52" y="0"/>
                  </a:lnTo>
                  <a:lnTo>
                    <a:pt x="56" y="0"/>
                  </a:lnTo>
                  <a:lnTo>
                    <a:pt x="64" y="24"/>
                  </a:lnTo>
                  <a:lnTo>
                    <a:pt x="86" y="26"/>
                  </a:lnTo>
                  <a:lnTo>
                    <a:pt x="86" y="22"/>
                  </a:lnTo>
                  <a:lnTo>
                    <a:pt x="86" y="18"/>
                  </a:lnTo>
                  <a:lnTo>
                    <a:pt x="88" y="14"/>
                  </a:lnTo>
                  <a:lnTo>
                    <a:pt x="102" y="12"/>
                  </a:lnTo>
                  <a:lnTo>
                    <a:pt x="102" y="18"/>
                  </a:lnTo>
                  <a:lnTo>
                    <a:pt x="112" y="18"/>
                  </a:lnTo>
                  <a:lnTo>
                    <a:pt x="112" y="24"/>
                  </a:lnTo>
                  <a:lnTo>
                    <a:pt x="112" y="28"/>
                  </a:lnTo>
                  <a:lnTo>
                    <a:pt x="112" y="34"/>
                  </a:lnTo>
                  <a:lnTo>
                    <a:pt x="114" y="38"/>
                  </a:lnTo>
                  <a:lnTo>
                    <a:pt x="116" y="42"/>
                  </a:lnTo>
                  <a:lnTo>
                    <a:pt x="116" y="48"/>
                  </a:lnTo>
                  <a:lnTo>
                    <a:pt x="116" y="52"/>
                  </a:lnTo>
                  <a:lnTo>
                    <a:pt x="114" y="56"/>
                  </a:lnTo>
                  <a:lnTo>
                    <a:pt x="114" y="60"/>
                  </a:lnTo>
                  <a:lnTo>
                    <a:pt x="128" y="62"/>
                  </a:lnTo>
                  <a:lnTo>
                    <a:pt x="128" y="66"/>
                  </a:lnTo>
                  <a:lnTo>
                    <a:pt x="128" y="70"/>
                  </a:lnTo>
                  <a:lnTo>
                    <a:pt x="128" y="76"/>
                  </a:lnTo>
                  <a:lnTo>
                    <a:pt x="128" y="82"/>
                  </a:lnTo>
                  <a:lnTo>
                    <a:pt x="128" y="86"/>
                  </a:lnTo>
                  <a:lnTo>
                    <a:pt x="128" y="88"/>
                  </a:lnTo>
                  <a:lnTo>
                    <a:pt x="112" y="90"/>
                  </a:lnTo>
                  <a:lnTo>
                    <a:pt x="112" y="136"/>
                  </a:lnTo>
                  <a:lnTo>
                    <a:pt x="114" y="138"/>
                  </a:lnTo>
                  <a:lnTo>
                    <a:pt x="116" y="140"/>
                  </a:lnTo>
                  <a:lnTo>
                    <a:pt x="118" y="144"/>
                  </a:lnTo>
                  <a:lnTo>
                    <a:pt x="124" y="148"/>
                  </a:lnTo>
                  <a:lnTo>
                    <a:pt x="130" y="152"/>
                  </a:lnTo>
                  <a:lnTo>
                    <a:pt x="126" y="152"/>
                  </a:lnTo>
                  <a:lnTo>
                    <a:pt x="122" y="152"/>
                  </a:lnTo>
                  <a:lnTo>
                    <a:pt x="116" y="154"/>
                  </a:lnTo>
                  <a:lnTo>
                    <a:pt x="110" y="154"/>
                  </a:lnTo>
                  <a:lnTo>
                    <a:pt x="106" y="156"/>
                  </a:lnTo>
                  <a:lnTo>
                    <a:pt x="102" y="156"/>
                  </a:lnTo>
                  <a:lnTo>
                    <a:pt x="100" y="156"/>
                  </a:lnTo>
                  <a:lnTo>
                    <a:pt x="98" y="156"/>
                  </a:lnTo>
                  <a:lnTo>
                    <a:pt x="92" y="156"/>
                  </a:lnTo>
                  <a:lnTo>
                    <a:pt x="88" y="154"/>
                  </a:lnTo>
                  <a:lnTo>
                    <a:pt x="82" y="154"/>
                  </a:lnTo>
                  <a:lnTo>
                    <a:pt x="78" y="152"/>
                  </a:lnTo>
                  <a:lnTo>
                    <a:pt x="76" y="150"/>
                  </a:lnTo>
                  <a:lnTo>
                    <a:pt x="32" y="150"/>
                  </a:lnTo>
                  <a:lnTo>
                    <a:pt x="30" y="150"/>
                  </a:lnTo>
                  <a:lnTo>
                    <a:pt x="28" y="150"/>
                  </a:lnTo>
                  <a:lnTo>
                    <a:pt x="24" y="150"/>
                  </a:lnTo>
                  <a:lnTo>
                    <a:pt x="22" y="148"/>
                  </a:lnTo>
                  <a:lnTo>
                    <a:pt x="20" y="144"/>
                  </a:lnTo>
                  <a:lnTo>
                    <a:pt x="18" y="144"/>
                  </a:lnTo>
                  <a:lnTo>
                    <a:pt x="16" y="142"/>
                  </a:lnTo>
                  <a:lnTo>
                    <a:pt x="12" y="142"/>
                  </a:lnTo>
                  <a:lnTo>
                    <a:pt x="6" y="142"/>
                  </a:lnTo>
                  <a:lnTo>
                    <a:pt x="0" y="144"/>
                  </a:lnTo>
                  <a:lnTo>
                    <a:pt x="2" y="140"/>
                  </a:lnTo>
                  <a:lnTo>
                    <a:pt x="4" y="130"/>
                  </a:lnTo>
                  <a:lnTo>
                    <a:pt x="6" y="118"/>
                  </a:lnTo>
                  <a:lnTo>
                    <a:pt x="10" y="108"/>
                  </a:lnTo>
                  <a:lnTo>
                    <a:pt x="10" y="100"/>
                  </a:lnTo>
                  <a:lnTo>
                    <a:pt x="10" y="98"/>
                  </a:lnTo>
                  <a:lnTo>
                    <a:pt x="12" y="94"/>
                  </a:lnTo>
                  <a:lnTo>
                    <a:pt x="14" y="90"/>
                  </a:lnTo>
                  <a:lnTo>
                    <a:pt x="16" y="82"/>
                  </a:lnTo>
                  <a:lnTo>
                    <a:pt x="20" y="76"/>
                  </a:lnTo>
                  <a:lnTo>
                    <a:pt x="24" y="68"/>
                  </a:lnTo>
                  <a:lnTo>
                    <a:pt x="26" y="68"/>
                  </a:lnTo>
                  <a:lnTo>
                    <a:pt x="28" y="66"/>
                  </a:lnTo>
                  <a:lnTo>
                    <a:pt x="28" y="62"/>
                  </a:lnTo>
                  <a:lnTo>
                    <a:pt x="28" y="58"/>
                  </a:lnTo>
                  <a:lnTo>
                    <a:pt x="28" y="54"/>
                  </a:lnTo>
                  <a:lnTo>
                    <a:pt x="26" y="46"/>
                  </a:lnTo>
                  <a:lnTo>
                    <a:pt x="24" y="38"/>
                  </a:lnTo>
                  <a:lnTo>
                    <a:pt x="14" y="16"/>
                  </a:lnTo>
                  <a:lnTo>
                    <a:pt x="6" y="10"/>
                  </a:lnTo>
                  <a:lnTo>
                    <a:pt x="6" y="4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25" name="Freeform 287"/>
            <p:cNvSpPr>
              <a:spLocks/>
            </p:cNvSpPr>
            <p:nvPr/>
          </p:nvSpPr>
          <p:spPr bwMode="gray">
            <a:xfrm>
              <a:off x="991" y="3042"/>
              <a:ext cx="254" cy="258"/>
            </a:xfrm>
            <a:custGeom>
              <a:avLst/>
              <a:gdLst>
                <a:gd name="T0" fmla="*/ 24 w 254"/>
                <a:gd name="T1" fmla="*/ 132 h 258"/>
                <a:gd name="T2" fmla="*/ 32 w 254"/>
                <a:gd name="T3" fmla="*/ 128 h 258"/>
                <a:gd name="T4" fmla="*/ 40 w 254"/>
                <a:gd name="T5" fmla="*/ 130 h 258"/>
                <a:gd name="T6" fmla="*/ 46 w 254"/>
                <a:gd name="T7" fmla="*/ 128 h 258"/>
                <a:gd name="T8" fmla="*/ 50 w 254"/>
                <a:gd name="T9" fmla="*/ 120 h 258"/>
                <a:gd name="T10" fmla="*/ 66 w 254"/>
                <a:gd name="T11" fmla="*/ 86 h 258"/>
                <a:gd name="T12" fmla="*/ 68 w 254"/>
                <a:gd name="T13" fmla="*/ 80 h 258"/>
                <a:gd name="T14" fmla="*/ 72 w 254"/>
                <a:gd name="T15" fmla="*/ 70 h 258"/>
                <a:gd name="T16" fmla="*/ 72 w 254"/>
                <a:gd name="T17" fmla="*/ 52 h 258"/>
                <a:gd name="T18" fmla="*/ 72 w 254"/>
                <a:gd name="T19" fmla="*/ 40 h 258"/>
                <a:gd name="T20" fmla="*/ 76 w 254"/>
                <a:gd name="T21" fmla="*/ 30 h 258"/>
                <a:gd name="T22" fmla="*/ 72 w 254"/>
                <a:gd name="T23" fmla="*/ 18 h 258"/>
                <a:gd name="T24" fmla="*/ 74 w 254"/>
                <a:gd name="T25" fmla="*/ 12 h 258"/>
                <a:gd name="T26" fmla="*/ 84 w 254"/>
                <a:gd name="T27" fmla="*/ 6 h 258"/>
                <a:gd name="T28" fmla="*/ 92 w 254"/>
                <a:gd name="T29" fmla="*/ 8 h 258"/>
                <a:gd name="T30" fmla="*/ 96 w 254"/>
                <a:gd name="T31" fmla="*/ 16 h 258"/>
                <a:gd name="T32" fmla="*/ 104 w 254"/>
                <a:gd name="T33" fmla="*/ 14 h 258"/>
                <a:gd name="T34" fmla="*/ 122 w 254"/>
                <a:gd name="T35" fmla="*/ 12 h 258"/>
                <a:gd name="T36" fmla="*/ 130 w 254"/>
                <a:gd name="T37" fmla="*/ 12 h 258"/>
                <a:gd name="T38" fmla="*/ 180 w 254"/>
                <a:gd name="T39" fmla="*/ 2 h 258"/>
                <a:gd name="T40" fmla="*/ 188 w 254"/>
                <a:gd name="T41" fmla="*/ 10 h 258"/>
                <a:gd name="T42" fmla="*/ 202 w 254"/>
                <a:gd name="T43" fmla="*/ 14 h 258"/>
                <a:gd name="T44" fmla="*/ 212 w 254"/>
                <a:gd name="T45" fmla="*/ 18 h 258"/>
                <a:gd name="T46" fmla="*/ 222 w 254"/>
                <a:gd name="T47" fmla="*/ 24 h 258"/>
                <a:gd name="T48" fmla="*/ 244 w 254"/>
                <a:gd name="T49" fmla="*/ 26 h 258"/>
                <a:gd name="T50" fmla="*/ 242 w 254"/>
                <a:gd name="T51" fmla="*/ 32 h 258"/>
                <a:gd name="T52" fmla="*/ 240 w 254"/>
                <a:gd name="T53" fmla="*/ 40 h 258"/>
                <a:gd name="T54" fmla="*/ 238 w 254"/>
                <a:gd name="T55" fmla="*/ 50 h 258"/>
                <a:gd name="T56" fmla="*/ 236 w 254"/>
                <a:gd name="T57" fmla="*/ 60 h 258"/>
                <a:gd name="T58" fmla="*/ 230 w 254"/>
                <a:gd name="T59" fmla="*/ 74 h 258"/>
                <a:gd name="T60" fmla="*/ 234 w 254"/>
                <a:gd name="T61" fmla="*/ 118 h 258"/>
                <a:gd name="T62" fmla="*/ 244 w 254"/>
                <a:gd name="T63" fmla="*/ 170 h 258"/>
                <a:gd name="T64" fmla="*/ 250 w 254"/>
                <a:gd name="T65" fmla="*/ 194 h 258"/>
                <a:gd name="T66" fmla="*/ 242 w 254"/>
                <a:gd name="T67" fmla="*/ 194 h 258"/>
                <a:gd name="T68" fmla="*/ 232 w 254"/>
                <a:gd name="T69" fmla="*/ 196 h 258"/>
                <a:gd name="T70" fmla="*/ 226 w 254"/>
                <a:gd name="T71" fmla="*/ 204 h 258"/>
                <a:gd name="T72" fmla="*/ 228 w 254"/>
                <a:gd name="T73" fmla="*/ 214 h 258"/>
                <a:gd name="T74" fmla="*/ 234 w 254"/>
                <a:gd name="T75" fmla="*/ 228 h 258"/>
                <a:gd name="T76" fmla="*/ 240 w 254"/>
                <a:gd name="T77" fmla="*/ 240 h 258"/>
                <a:gd name="T78" fmla="*/ 250 w 254"/>
                <a:gd name="T79" fmla="*/ 258 h 258"/>
                <a:gd name="T80" fmla="*/ 214 w 254"/>
                <a:gd name="T81" fmla="*/ 230 h 258"/>
                <a:gd name="T82" fmla="*/ 210 w 254"/>
                <a:gd name="T83" fmla="*/ 230 h 258"/>
                <a:gd name="T84" fmla="*/ 206 w 254"/>
                <a:gd name="T85" fmla="*/ 224 h 258"/>
                <a:gd name="T86" fmla="*/ 204 w 254"/>
                <a:gd name="T87" fmla="*/ 230 h 258"/>
                <a:gd name="T88" fmla="*/ 192 w 254"/>
                <a:gd name="T89" fmla="*/ 230 h 258"/>
                <a:gd name="T90" fmla="*/ 164 w 254"/>
                <a:gd name="T91" fmla="*/ 224 h 258"/>
                <a:gd name="T92" fmla="*/ 158 w 254"/>
                <a:gd name="T93" fmla="*/ 222 h 258"/>
                <a:gd name="T94" fmla="*/ 156 w 254"/>
                <a:gd name="T95" fmla="*/ 220 h 258"/>
                <a:gd name="T96" fmla="*/ 146 w 254"/>
                <a:gd name="T97" fmla="*/ 218 h 258"/>
                <a:gd name="T98" fmla="*/ 136 w 254"/>
                <a:gd name="T99" fmla="*/ 218 h 258"/>
                <a:gd name="T100" fmla="*/ 110 w 254"/>
                <a:gd name="T101" fmla="*/ 218 h 258"/>
                <a:gd name="T102" fmla="*/ 112 w 254"/>
                <a:gd name="T103" fmla="*/ 210 h 258"/>
                <a:gd name="T104" fmla="*/ 110 w 254"/>
                <a:gd name="T105" fmla="*/ 196 h 258"/>
                <a:gd name="T106" fmla="*/ 108 w 254"/>
                <a:gd name="T107" fmla="*/ 186 h 258"/>
                <a:gd name="T108" fmla="*/ 98 w 254"/>
                <a:gd name="T109" fmla="*/ 176 h 258"/>
                <a:gd name="T110" fmla="*/ 84 w 254"/>
                <a:gd name="T111" fmla="*/ 172 h 258"/>
                <a:gd name="T112" fmla="*/ 82 w 254"/>
                <a:gd name="T113" fmla="*/ 184 h 258"/>
                <a:gd name="T114" fmla="*/ 48 w 254"/>
                <a:gd name="T115" fmla="*/ 158 h 258"/>
                <a:gd name="T116" fmla="*/ 20 w 254"/>
                <a:gd name="T117" fmla="*/ 160 h 25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254"/>
                <a:gd name="T178" fmla="*/ 0 h 258"/>
                <a:gd name="T179" fmla="*/ 254 w 254"/>
                <a:gd name="T180" fmla="*/ 258 h 258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254" h="258">
                  <a:moveTo>
                    <a:pt x="0" y="152"/>
                  </a:moveTo>
                  <a:lnTo>
                    <a:pt x="24" y="134"/>
                  </a:lnTo>
                  <a:lnTo>
                    <a:pt x="24" y="132"/>
                  </a:lnTo>
                  <a:lnTo>
                    <a:pt x="26" y="132"/>
                  </a:lnTo>
                  <a:lnTo>
                    <a:pt x="28" y="130"/>
                  </a:lnTo>
                  <a:lnTo>
                    <a:pt x="32" y="128"/>
                  </a:lnTo>
                  <a:lnTo>
                    <a:pt x="38" y="130"/>
                  </a:lnTo>
                  <a:lnTo>
                    <a:pt x="40" y="130"/>
                  </a:lnTo>
                  <a:lnTo>
                    <a:pt x="42" y="130"/>
                  </a:lnTo>
                  <a:lnTo>
                    <a:pt x="44" y="130"/>
                  </a:lnTo>
                  <a:lnTo>
                    <a:pt x="46" y="128"/>
                  </a:lnTo>
                  <a:lnTo>
                    <a:pt x="48" y="124"/>
                  </a:lnTo>
                  <a:lnTo>
                    <a:pt x="50" y="124"/>
                  </a:lnTo>
                  <a:lnTo>
                    <a:pt x="50" y="120"/>
                  </a:lnTo>
                  <a:lnTo>
                    <a:pt x="54" y="114"/>
                  </a:lnTo>
                  <a:lnTo>
                    <a:pt x="58" y="106"/>
                  </a:lnTo>
                  <a:lnTo>
                    <a:pt x="66" y="86"/>
                  </a:lnTo>
                  <a:lnTo>
                    <a:pt x="68" y="84"/>
                  </a:lnTo>
                  <a:lnTo>
                    <a:pt x="68" y="80"/>
                  </a:lnTo>
                  <a:lnTo>
                    <a:pt x="70" y="74"/>
                  </a:lnTo>
                  <a:lnTo>
                    <a:pt x="70" y="72"/>
                  </a:lnTo>
                  <a:lnTo>
                    <a:pt x="72" y="70"/>
                  </a:lnTo>
                  <a:lnTo>
                    <a:pt x="72" y="64"/>
                  </a:lnTo>
                  <a:lnTo>
                    <a:pt x="72" y="58"/>
                  </a:lnTo>
                  <a:lnTo>
                    <a:pt x="72" y="52"/>
                  </a:lnTo>
                  <a:lnTo>
                    <a:pt x="72" y="46"/>
                  </a:lnTo>
                  <a:lnTo>
                    <a:pt x="72" y="40"/>
                  </a:lnTo>
                  <a:lnTo>
                    <a:pt x="74" y="34"/>
                  </a:lnTo>
                  <a:lnTo>
                    <a:pt x="74" y="32"/>
                  </a:lnTo>
                  <a:lnTo>
                    <a:pt x="76" y="30"/>
                  </a:lnTo>
                  <a:lnTo>
                    <a:pt x="76" y="24"/>
                  </a:lnTo>
                  <a:lnTo>
                    <a:pt x="74" y="20"/>
                  </a:lnTo>
                  <a:lnTo>
                    <a:pt x="72" y="18"/>
                  </a:lnTo>
                  <a:lnTo>
                    <a:pt x="72" y="16"/>
                  </a:lnTo>
                  <a:lnTo>
                    <a:pt x="72" y="14"/>
                  </a:lnTo>
                  <a:lnTo>
                    <a:pt x="74" y="12"/>
                  </a:lnTo>
                  <a:lnTo>
                    <a:pt x="76" y="10"/>
                  </a:lnTo>
                  <a:lnTo>
                    <a:pt x="80" y="6"/>
                  </a:lnTo>
                  <a:lnTo>
                    <a:pt x="84" y="6"/>
                  </a:lnTo>
                  <a:lnTo>
                    <a:pt x="90" y="4"/>
                  </a:lnTo>
                  <a:lnTo>
                    <a:pt x="90" y="6"/>
                  </a:lnTo>
                  <a:lnTo>
                    <a:pt x="92" y="8"/>
                  </a:lnTo>
                  <a:lnTo>
                    <a:pt x="94" y="10"/>
                  </a:lnTo>
                  <a:lnTo>
                    <a:pt x="96" y="14"/>
                  </a:lnTo>
                  <a:lnTo>
                    <a:pt x="96" y="16"/>
                  </a:lnTo>
                  <a:lnTo>
                    <a:pt x="98" y="16"/>
                  </a:lnTo>
                  <a:lnTo>
                    <a:pt x="100" y="14"/>
                  </a:lnTo>
                  <a:lnTo>
                    <a:pt x="104" y="14"/>
                  </a:lnTo>
                  <a:lnTo>
                    <a:pt x="110" y="12"/>
                  </a:lnTo>
                  <a:lnTo>
                    <a:pt x="116" y="12"/>
                  </a:lnTo>
                  <a:lnTo>
                    <a:pt x="122" y="12"/>
                  </a:lnTo>
                  <a:lnTo>
                    <a:pt x="126" y="12"/>
                  </a:lnTo>
                  <a:lnTo>
                    <a:pt x="130" y="12"/>
                  </a:lnTo>
                  <a:lnTo>
                    <a:pt x="134" y="10"/>
                  </a:lnTo>
                  <a:lnTo>
                    <a:pt x="180" y="0"/>
                  </a:lnTo>
                  <a:lnTo>
                    <a:pt x="180" y="2"/>
                  </a:lnTo>
                  <a:lnTo>
                    <a:pt x="182" y="4"/>
                  </a:lnTo>
                  <a:lnTo>
                    <a:pt x="184" y="6"/>
                  </a:lnTo>
                  <a:lnTo>
                    <a:pt x="188" y="10"/>
                  </a:lnTo>
                  <a:lnTo>
                    <a:pt x="194" y="12"/>
                  </a:lnTo>
                  <a:lnTo>
                    <a:pt x="200" y="14"/>
                  </a:lnTo>
                  <a:lnTo>
                    <a:pt x="202" y="14"/>
                  </a:lnTo>
                  <a:lnTo>
                    <a:pt x="204" y="16"/>
                  </a:lnTo>
                  <a:lnTo>
                    <a:pt x="208" y="16"/>
                  </a:lnTo>
                  <a:lnTo>
                    <a:pt x="212" y="18"/>
                  </a:lnTo>
                  <a:lnTo>
                    <a:pt x="216" y="24"/>
                  </a:lnTo>
                  <a:lnTo>
                    <a:pt x="218" y="24"/>
                  </a:lnTo>
                  <a:lnTo>
                    <a:pt x="222" y="24"/>
                  </a:lnTo>
                  <a:lnTo>
                    <a:pt x="228" y="24"/>
                  </a:lnTo>
                  <a:lnTo>
                    <a:pt x="236" y="26"/>
                  </a:lnTo>
                  <a:lnTo>
                    <a:pt x="244" y="26"/>
                  </a:lnTo>
                  <a:lnTo>
                    <a:pt x="244" y="28"/>
                  </a:lnTo>
                  <a:lnTo>
                    <a:pt x="242" y="32"/>
                  </a:lnTo>
                  <a:lnTo>
                    <a:pt x="242" y="36"/>
                  </a:lnTo>
                  <a:lnTo>
                    <a:pt x="242" y="38"/>
                  </a:lnTo>
                  <a:lnTo>
                    <a:pt x="240" y="40"/>
                  </a:lnTo>
                  <a:lnTo>
                    <a:pt x="238" y="42"/>
                  </a:lnTo>
                  <a:lnTo>
                    <a:pt x="238" y="46"/>
                  </a:lnTo>
                  <a:lnTo>
                    <a:pt x="238" y="50"/>
                  </a:lnTo>
                  <a:lnTo>
                    <a:pt x="238" y="52"/>
                  </a:lnTo>
                  <a:lnTo>
                    <a:pt x="238" y="56"/>
                  </a:lnTo>
                  <a:lnTo>
                    <a:pt x="236" y="60"/>
                  </a:lnTo>
                  <a:lnTo>
                    <a:pt x="234" y="64"/>
                  </a:lnTo>
                  <a:lnTo>
                    <a:pt x="232" y="70"/>
                  </a:lnTo>
                  <a:lnTo>
                    <a:pt x="230" y="74"/>
                  </a:lnTo>
                  <a:lnTo>
                    <a:pt x="230" y="102"/>
                  </a:lnTo>
                  <a:lnTo>
                    <a:pt x="230" y="106"/>
                  </a:lnTo>
                  <a:lnTo>
                    <a:pt x="234" y="118"/>
                  </a:lnTo>
                  <a:lnTo>
                    <a:pt x="238" y="134"/>
                  </a:lnTo>
                  <a:lnTo>
                    <a:pt x="240" y="152"/>
                  </a:lnTo>
                  <a:lnTo>
                    <a:pt x="244" y="170"/>
                  </a:lnTo>
                  <a:lnTo>
                    <a:pt x="248" y="184"/>
                  </a:lnTo>
                  <a:lnTo>
                    <a:pt x="250" y="192"/>
                  </a:lnTo>
                  <a:lnTo>
                    <a:pt x="250" y="194"/>
                  </a:lnTo>
                  <a:lnTo>
                    <a:pt x="248" y="194"/>
                  </a:lnTo>
                  <a:lnTo>
                    <a:pt x="246" y="194"/>
                  </a:lnTo>
                  <a:lnTo>
                    <a:pt x="242" y="194"/>
                  </a:lnTo>
                  <a:lnTo>
                    <a:pt x="240" y="194"/>
                  </a:lnTo>
                  <a:lnTo>
                    <a:pt x="236" y="194"/>
                  </a:lnTo>
                  <a:lnTo>
                    <a:pt x="232" y="196"/>
                  </a:lnTo>
                  <a:lnTo>
                    <a:pt x="230" y="198"/>
                  </a:lnTo>
                  <a:lnTo>
                    <a:pt x="228" y="200"/>
                  </a:lnTo>
                  <a:lnTo>
                    <a:pt x="226" y="204"/>
                  </a:lnTo>
                  <a:lnTo>
                    <a:pt x="226" y="210"/>
                  </a:lnTo>
                  <a:lnTo>
                    <a:pt x="228" y="214"/>
                  </a:lnTo>
                  <a:lnTo>
                    <a:pt x="230" y="218"/>
                  </a:lnTo>
                  <a:lnTo>
                    <a:pt x="232" y="224"/>
                  </a:lnTo>
                  <a:lnTo>
                    <a:pt x="234" y="228"/>
                  </a:lnTo>
                  <a:lnTo>
                    <a:pt x="236" y="234"/>
                  </a:lnTo>
                  <a:lnTo>
                    <a:pt x="238" y="238"/>
                  </a:lnTo>
                  <a:lnTo>
                    <a:pt x="240" y="240"/>
                  </a:lnTo>
                  <a:lnTo>
                    <a:pt x="254" y="242"/>
                  </a:lnTo>
                  <a:lnTo>
                    <a:pt x="254" y="256"/>
                  </a:lnTo>
                  <a:lnTo>
                    <a:pt x="250" y="258"/>
                  </a:lnTo>
                  <a:lnTo>
                    <a:pt x="238" y="254"/>
                  </a:lnTo>
                  <a:lnTo>
                    <a:pt x="222" y="244"/>
                  </a:lnTo>
                  <a:lnTo>
                    <a:pt x="214" y="230"/>
                  </a:lnTo>
                  <a:lnTo>
                    <a:pt x="214" y="232"/>
                  </a:lnTo>
                  <a:lnTo>
                    <a:pt x="212" y="232"/>
                  </a:lnTo>
                  <a:lnTo>
                    <a:pt x="210" y="230"/>
                  </a:lnTo>
                  <a:lnTo>
                    <a:pt x="208" y="230"/>
                  </a:lnTo>
                  <a:lnTo>
                    <a:pt x="206" y="228"/>
                  </a:lnTo>
                  <a:lnTo>
                    <a:pt x="206" y="224"/>
                  </a:lnTo>
                  <a:lnTo>
                    <a:pt x="206" y="226"/>
                  </a:lnTo>
                  <a:lnTo>
                    <a:pt x="204" y="228"/>
                  </a:lnTo>
                  <a:lnTo>
                    <a:pt x="204" y="230"/>
                  </a:lnTo>
                  <a:lnTo>
                    <a:pt x="200" y="230"/>
                  </a:lnTo>
                  <a:lnTo>
                    <a:pt x="198" y="230"/>
                  </a:lnTo>
                  <a:lnTo>
                    <a:pt x="192" y="230"/>
                  </a:lnTo>
                  <a:lnTo>
                    <a:pt x="182" y="228"/>
                  </a:lnTo>
                  <a:lnTo>
                    <a:pt x="170" y="226"/>
                  </a:lnTo>
                  <a:lnTo>
                    <a:pt x="164" y="224"/>
                  </a:lnTo>
                  <a:lnTo>
                    <a:pt x="162" y="224"/>
                  </a:lnTo>
                  <a:lnTo>
                    <a:pt x="160" y="222"/>
                  </a:lnTo>
                  <a:lnTo>
                    <a:pt x="158" y="222"/>
                  </a:lnTo>
                  <a:lnTo>
                    <a:pt x="158" y="220"/>
                  </a:lnTo>
                  <a:lnTo>
                    <a:pt x="156" y="220"/>
                  </a:lnTo>
                  <a:lnTo>
                    <a:pt x="154" y="218"/>
                  </a:lnTo>
                  <a:lnTo>
                    <a:pt x="150" y="218"/>
                  </a:lnTo>
                  <a:lnTo>
                    <a:pt x="146" y="218"/>
                  </a:lnTo>
                  <a:lnTo>
                    <a:pt x="144" y="218"/>
                  </a:lnTo>
                  <a:lnTo>
                    <a:pt x="140" y="218"/>
                  </a:lnTo>
                  <a:lnTo>
                    <a:pt x="136" y="218"/>
                  </a:lnTo>
                  <a:lnTo>
                    <a:pt x="130" y="218"/>
                  </a:lnTo>
                  <a:lnTo>
                    <a:pt x="124" y="220"/>
                  </a:lnTo>
                  <a:lnTo>
                    <a:pt x="110" y="218"/>
                  </a:lnTo>
                  <a:lnTo>
                    <a:pt x="110" y="214"/>
                  </a:lnTo>
                  <a:lnTo>
                    <a:pt x="112" y="210"/>
                  </a:lnTo>
                  <a:lnTo>
                    <a:pt x="112" y="206"/>
                  </a:lnTo>
                  <a:lnTo>
                    <a:pt x="112" y="200"/>
                  </a:lnTo>
                  <a:lnTo>
                    <a:pt x="110" y="196"/>
                  </a:lnTo>
                  <a:lnTo>
                    <a:pt x="108" y="192"/>
                  </a:lnTo>
                  <a:lnTo>
                    <a:pt x="108" y="186"/>
                  </a:lnTo>
                  <a:lnTo>
                    <a:pt x="108" y="182"/>
                  </a:lnTo>
                  <a:lnTo>
                    <a:pt x="108" y="176"/>
                  </a:lnTo>
                  <a:lnTo>
                    <a:pt x="98" y="176"/>
                  </a:lnTo>
                  <a:lnTo>
                    <a:pt x="98" y="170"/>
                  </a:lnTo>
                  <a:lnTo>
                    <a:pt x="84" y="172"/>
                  </a:lnTo>
                  <a:lnTo>
                    <a:pt x="82" y="176"/>
                  </a:lnTo>
                  <a:lnTo>
                    <a:pt x="82" y="180"/>
                  </a:lnTo>
                  <a:lnTo>
                    <a:pt x="82" y="184"/>
                  </a:lnTo>
                  <a:lnTo>
                    <a:pt x="60" y="182"/>
                  </a:lnTo>
                  <a:lnTo>
                    <a:pt x="52" y="158"/>
                  </a:lnTo>
                  <a:lnTo>
                    <a:pt x="48" y="158"/>
                  </a:lnTo>
                  <a:lnTo>
                    <a:pt x="38" y="158"/>
                  </a:lnTo>
                  <a:lnTo>
                    <a:pt x="28" y="158"/>
                  </a:lnTo>
                  <a:lnTo>
                    <a:pt x="20" y="160"/>
                  </a:lnTo>
                  <a:lnTo>
                    <a:pt x="2" y="162"/>
                  </a:lnTo>
                  <a:lnTo>
                    <a:pt x="0" y="15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26" name="Freeform 288"/>
            <p:cNvSpPr>
              <a:spLocks/>
            </p:cNvSpPr>
            <p:nvPr/>
          </p:nvSpPr>
          <p:spPr bwMode="gray">
            <a:xfrm>
              <a:off x="1099" y="3234"/>
              <a:ext cx="194" cy="120"/>
            </a:xfrm>
            <a:custGeom>
              <a:avLst/>
              <a:gdLst>
                <a:gd name="T0" fmla="*/ 142 w 194"/>
                <a:gd name="T1" fmla="*/ 2 h 120"/>
                <a:gd name="T2" fmla="*/ 138 w 194"/>
                <a:gd name="T3" fmla="*/ 2 h 120"/>
                <a:gd name="T4" fmla="*/ 132 w 194"/>
                <a:gd name="T5" fmla="*/ 2 h 120"/>
                <a:gd name="T6" fmla="*/ 124 w 194"/>
                <a:gd name="T7" fmla="*/ 4 h 120"/>
                <a:gd name="T8" fmla="*/ 120 w 194"/>
                <a:gd name="T9" fmla="*/ 8 h 120"/>
                <a:gd name="T10" fmla="*/ 118 w 194"/>
                <a:gd name="T11" fmla="*/ 18 h 120"/>
                <a:gd name="T12" fmla="*/ 120 w 194"/>
                <a:gd name="T13" fmla="*/ 22 h 120"/>
                <a:gd name="T14" fmla="*/ 124 w 194"/>
                <a:gd name="T15" fmla="*/ 32 h 120"/>
                <a:gd name="T16" fmla="*/ 128 w 194"/>
                <a:gd name="T17" fmla="*/ 42 h 120"/>
                <a:gd name="T18" fmla="*/ 132 w 194"/>
                <a:gd name="T19" fmla="*/ 48 h 120"/>
                <a:gd name="T20" fmla="*/ 146 w 194"/>
                <a:gd name="T21" fmla="*/ 64 h 120"/>
                <a:gd name="T22" fmla="*/ 130 w 194"/>
                <a:gd name="T23" fmla="*/ 62 h 120"/>
                <a:gd name="T24" fmla="*/ 106 w 194"/>
                <a:gd name="T25" fmla="*/ 38 h 120"/>
                <a:gd name="T26" fmla="*/ 104 w 194"/>
                <a:gd name="T27" fmla="*/ 40 h 120"/>
                <a:gd name="T28" fmla="*/ 100 w 194"/>
                <a:gd name="T29" fmla="*/ 38 h 120"/>
                <a:gd name="T30" fmla="*/ 98 w 194"/>
                <a:gd name="T31" fmla="*/ 32 h 120"/>
                <a:gd name="T32" fmla="*/ 96 w 194"/>
                <a:gd name="T33" fmla="*/ 36 h 120"/>
                <a:gd name="T34" fmla="*/ 92 w 194"/>
                <a:gd name="T35" fmla="*/ 38 h 120"/>
                <a:gd name="T36" fmla="*/ 84 w 194"/>
                <a:gd name="T37" fmla="*/ 38 h 120"/>
                <a:gd name="T38" fmla="*/ 62 w 194"/>
                <a:gd name="T39" fmla="*/ 34 h 120"/>
                <a:gd name="T40" fmla="*/ 54 w 194"/>
                <a:gd name="T41" fmla="*/ 32 h 120"/>
                <a:gd name="T42" fmla="*/ 50 w 194"/>
                <a:gd name="T43" fmla="*/ 30 h 120"/>
                <a:gd name="T44" fmla="*/ 48 w 194"/>
                <a:gd name="T45" fmla="*/ 28 h 120"/>
                <a:gd name="T46" fmla="*/ 46 w 194"/>
                <a:gd name="T47" fmla="*/ 26 h 120"/>
                <a:gd name="T48" fmla="*/ 38 w 194"/>
                <a:gd name="T49" fmla="*/ 26 h 120"/>
                <a:gd name="T50" fmla="*/ 32 w 194"/>
                <a:gd name="T51" fmla="*/ 26 h 120"/>
                <a:gd name="T52" fmla="*/ 22 w 194"/>
                <a:gd name="T53" fmla="*/ 26 h 120"/>
                <a:gd name="T54" fmla="*/ 16 w 194"/>
                <a:gd name="T55" fmla="*/ 28 h 120"/>
                <a:gd name="T56" fmla="*/ 16 w 194"/>
                <a:gd name="T57" fmla="*/ 38 h 120"/>
                <a:gd name="T58" fmla="*/ 14 w 194"/>
                <a:gd name="T59" fmla="*/ 48 h 120"/>
                <a:gd name="T60" fmla="*/ 16 w 194"/>
                <a:gd name="T61" fmla="*/ 54 h 120"/>
                <a:gd name="T62" fmla="*/ 0 w 194"/>
                <a:gd name="T63" fmla="*/ 102 h 120"/>
                <a:gd name="T64" fmla="*/ 2 w 194"/>
                <a:gd name="T65" fmla="*/ 104 h 120"/>
                <a:gd name="T66" fmla="*/ 8 w 194"/>
                <a:gd name="T67" fmla="*/ 112 h 120"/>
                <a:gd name="T68" fmla="*/ 18 w 194"/>
                <a:gd name="T69" fmla="*/ 118 h 120"/>
                <a:gd name="T70" fmla="*/ 24 w 194"/>
                <a:gd name="T71" fmla="*/ 116 h 120"/>
                <a:gd name="T72" fmla="*/ 36 w 194"/>
                <a:gd name="T73" fmla="*/ 116 h 120"/>
                <a:gd name="T74" fmla="*/ 48 w 194"/>
                <a:gd name="T75" fmla="*/ 116 h 120"/>
                <a:gd name="T76" fmla="*/ 60 w 194"/>
                <a:gd name="T77" fmla="*/ 118 h 120"/>
                <a:gd name="T78" fmla="*/ 72 w 194"/>
                <a:gd name="T79" fmla="*/ 120 h 120"/>
                <a:gd name="T80" fmla="*/ 82 w 194"/>
                <a:gd name="T81" fmla="*/ 120 h 120"/>
                <a:gd name="T82" fmla="*/ 102 w 194"/>
                <a:gd name="T83" fmla="*/ 118 h 120"/>
                <a:gd name="T84" fmla="*/ 114 w 194"/>
                <a:gd name="T85" fmla="*/ 104 h 120"/>
                <a:gd name="T86" fmla="*/ 192 w 194"/>
                <a:gd name="T87" fmla="*/ 64 h 120"/>
                <a:gd name="T88" fmla="*/ 194 w 194"/>
                <a:gd name="T89" fmla="*/ 50 h 120"/>
                <a:gd name="T90" fmla="*/ 190 w 194"/>
                <a:gd name="T91" fmla="*/ 34 h 120"/>
                <a:gd name="T92" fmla="*/ 174 w 194"/>
                <a:gd name="T93" fmla="*/ 10 h 120"/>
                <a:gd name="T94" fmla="*/ 142 w 194"/>
                <a:gd name="T95" fmla="*/ 0 h 12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94"/>
                <a:gd name="T145" fmla="*/ 0 h 120"/>
                <a:gd name="T146" fmla="*/ 194 w 194"/>
                <a:gd name="T147" fmla="*/ 120 h 12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94" h="120">
                  <a:moveTo>
                    <a:pt x="142" y="0"/>
                  </a:moveTo>
                  <a:lnTo>
                    <a:pt x="142" y="2"/>
                  </a:lnTo>
                  <a:lnTo>
                    <a:pt x="140" y="2"/>
                  </a:lnTo>
                  <a:lnTo>
                    <a:pt x="138" y="2"/>
                  </a:lnTo>
                  <a:lnTo>
                    <a:pt x="134" y="2"/>
                  </a:lnTo>
                  <a:lnTo>
                    <a:pt x="132" y="2"/>
                  </a:lnTo>
                  <a:lnTo>
                    <a:pt x="128" y="2"/>
                  </a:lnTo>
                  <a:lnTo>
                    <a:pt x="124" y="4"/>
                  </a:lnTo>
                  <a:lnTo>
                    <a:pt x="122" y="6"/>
                  </a:lnTo>
                  <a:lnTo>
                    <a:pt x="120" y="8"/>
                  </a:lnTo>
                  <a:lnTo>
                    <a:pt x="118" y="12"/>
                  </a:lnTo>
                  <a:lnTo>
                    <a:pt x="118" y="18"/>
                  </a:lnTo>
                  <a:lnTo>
                    <a:pt x="120" y="22"/>
                  </a:lnTo>
                  <a:lnTo>
                    <a:pt x="122" y="26"/>
                  </a:lnTo>
                  <a:lnTo>
                    <a:pt x="124" y="32"/>
                  </a:lnTo>
                  <a:lnTo>
                    <a:pt x="126" y="36"/>
                  </a:lnTo>
                  <a:lnTo>
                    <a:pt x="128" y="42"/>
                  </a:lnTo>
                  <a:lnTo>
                    <a:pt x="130" y="46"/>
                  </a:lnTo>
                  <a:lnTo>
                    <a:pt x="132" y="48"/>
                  </a:lnTo>
                  <a:lnTo>
                    <a:pt x="146" y="50"/>
                  </a:lnTo>
                  <a:lnTo>
                    <a:pt x="146" y="64"/>
                  </a:lnTo>
                  <a:lnTo>
                    <a:pt x="142" y="66"/>
                  </a:lnTo>
                  <a:lnTo>
                    <a:pt x="130" y="62"/>
                  </a:lnTo>
                  <a:lnTo>
                    <a:pt x="114" y="52"/>
                  </a:lnTo>
                  <a:lnTo>
                    <a:pt x="106" y="38"/>
                  </a:lnTo>
                  <a:lnTo>
                    <a:pt x="106" y="40"/>
                  </a:lnTo>
                  <a:lnTo>
                    <a:pt x="104" y="40"/>
                  </a:lnTo>
                  <a:lnTo>
                    <a:pt x="102" y="38"/>
                  </a:lnTo>
                  <a:lnTo>
                    <a:pt x="100" y="38"/>
                  </a:lnTo>
                  <a:lnTo>
                    <a:pt x="98" y="36"/>
                  </a:lnTo>
                  <a:lnTo>
                    <a:pt x="98" y="32"/>
                  </a:lnTo>
                  <a:lnTo>
                    <a:pt x="98" y="34"/>
                  </a:lnTo>
                  <a:lnTo>
                    <a:pt x="96" y="36"/>
                  </a:lnTo>
                  <a:lnTo>
                    <a:pt x="96" y="38"/>
                  </a:lnTo>
                  <a:lnTo>
                    <a:pt x="92" y="38"/>
                  </a:lnTo>
                  <a:lnTo>
                    <a:pt x="90" y="38"/>
                  </a:lnTo>
                  <a:lnTo>
                    <a:pt x="84" y="38"/>
                  </a:lnTo>
                  <a:lnTo>
                    <a:pt x="74" y="36"/>
                  </a:lnTo>
                  <a:lnTo>
                    <a:pt x="62" y="34"/>
                  </a:lnTo>
                  <a:lnTo>
                    <a:pt x="56" y="32"/>
                  </a:lnTo>
                  <a:lnTo>
                    <a:pt x="54" y="32"/>
                  </a:lnTo>
                  <a:lnTo>
                    <a:pt x="52" y="30"/>
                  </a:lnTo>
                  <a:lnTo>
                    <a:pt x="50" y="30"/>
                  </a:lnTo>
                  <a:lnTo>
                    <a:pt x="50" y="28"/>
                  </a:lnTo>
                  <a:lnTo>
                    <a:pt x="48" y="28"/>
                  </a:lnTo>
                  <a:lnTo>
                    <a:pt x="46" y="26"/>
                  </a:lnTo>
                  <a:lnTo>
                    <a:pt x="42" y="26"/>
                  </a:lnTo>
                  <a:lnTo>
                    <a:pt x="38" y="26"/>
                  </a:lnTo>
                  <a:lnTo>
                    <a:pt x="36" y="26"/>
                  </a:lnTo>
                  <a:lnTo>
                    <a:pt x="32" y="26"/>
                  </a:lnTo>
                  <a:lnTo>
                    <a:pt x="28" y="26"/>
                  </a:lnTo>
                  <a:lnTo>
                    <a:pt x="22" y="26"/>
                  </a:lnTo>
                  <a:lnTo>
                    <a:pt x="16" y="28"/>
                  </a:lnTo>
                  <a:lnTo>
                    <a:pt x="16" y="32"/>
                  </a:lnTo>
                  <a:lnTo>
                    <a:pt x="16" y="38"/>
                  </a:lnTo>
                  <a:lnTo>
                    <a:pt x="14" y="42"/>
                  </a:lnTo>
                  <a:lnTo>
                    <a:pt x="14" y="48"/>
                  </a:lnTo>
                  <a:lnTo>
                    <a:pt x="16" y="52"/>
                  </a:lnTo>
                  <a:lnTo>
                    <a:pt x="16" y="54"/>
                  </a:lnTo>
                  <a:lnTo>
                    <a:pt x="0" y="56"/>
                  </a:lnTo>
                  <a:lnTo>
                    <a:pt x="0" y="102"/>
                  </a:lnTo>
                  <a:lnTo>
                    <a:pt x="2" y="104"/>
                  </a:lnTo>
                  <a:lnTo>
                    <a:pt x="4" y="108"/>
                  </a:lnTo>
                  <a:lnTo>
                    <a:pt x="8" y="112"/>
                  </a:lnTo>
                  <a:lnTo>
                    <a:pt x="12" y="114"/>
                  </a:lnTo>
                  <a:lnTo>
                    <a:pt x="18" y="118"/>
                  </a:lnTo>
                  <a:lnTo>
                    <a:pt x="20" y="118"/>
                  </a:lnTo>
                  <a:lnTo>
                    <a:pt x="24" y="116"/>
                  </a:lnTo>
                  <a:lnTo>
                    <a:pt x="30" y="116"/>
                  </a:lnTo>
                  <a:lnTo>
                    <a:pt x="36" y="116"/>
                  </a:lnTo>
                  <a:lnTo>
                    <a:pt x="46" y="116"/>
                  </a:lnTo>
                  <a:lnTo>
                    <a:pt x="48" y="116"/>
                  </a:lnTo>
                  <a:lnTo>
                    <a:pt x="54" y="116"/>
                  </a:lnTo>
                  <a:lnTo>
                    <a:pt x="60" y="118"/>
                  </a:lnTo>
                  <a:lnTo>
                    <a:pt x="66" y="118"/>
                  </a:lnTo>
                  <a:lnTo>
                    <a:pt x="72" y="120"/>
                  </a:lnTo>
                  <a:lnTo>
                    <a:pt x="78" y="120"/>
                  </a:lnTo>
                  <a:lnTo>
                    <a:pt x="82" y="120"/>
                  </a:lnTo>
                  <a:lnTo>
                    <a:pt x="90" y="120"/>
                  </a:lnTo>
                  <a:lnTo>
                    <a:pt x="102" y="118"/>
                  </a:lnTo>
                  <a:lnTo>
                    <a:pt x="110" y="114"/>
                  </a:lnTo>
                  <a:lnTo>
                    <a:pt x="114" y="104"/>
                  </a:lnTo>
                  <a:lnTo>
                    <a:pt x="192" y="88"/>
                  </a:lnTo>
                  <a:lnTo>
                    <a:pt x="192" y="64"/>
                  </a:lnTo>
                  <a:lnTo>
                    <a:pt x="190" y="56"/>
                  </a:lnTo>
                  <a:lnTo>
                    <a:pt x="194" y="50"/>
                  </a:lnTo>
                  <a:lnTo>
                    <a:pt x="194" y="46"/>
                  </a:lnTo>
                  <a:lnTo>
                    <a:pt x="190" y="34"/>
                  </a:lnTo>
                  <a:lnTo>
                    <a:pt x="184" y="20"/>
                  </a:lnTo>
                  <a:lnTo>
                    <a:pt x="174" y="10"/>
                  </a:lnTo>
                  <a:lnTo>
                    <a:pt x="160" y="4"/>
                  </a:lnTo>
                  <a:lnTo>
                    <a:pt x="142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27" name="Freeform 289"/>
            <p:cNvSpPr>
              <a:spLocks/>
            </p:cNvSpPr>
            <p:nvPr/>
          </p:nvSpPr>
          <p:spPr bwMode="gray">
            <a:xfrm>
              <a:off x="985" y="3342"/>
              <a:ext cx="192" cy="166"/>
            </a:xfrm>
            <a:custGeom>
              <a:avLst/>
              <a:gdLst>
                <a:gd name="T0" fmla="*/ 130 w 192"/>
                <a:gd name="T1" fmla="*/ 10 h 166"/>
                <a:gd name="T2" fmla="*/ 122 w 192"/>
                <a:gd name="T3" fmla="*/ 10 h 166"/>
                <a:gd name="T4" fmla="*/ 112 w 192"/>
                <a:gd name="T5" fmla="*/ 12 h 166"/>
                <a:gd name="T6" fmla="*/ 104 w 192"/>
                <a:gd name="T7" fmla="*/ 14 h 166"/>
                <a:gd name="T8" fmla="*/ 98 w 192"/>
                <a:gd name="T9" fmla="*/ 14 h 166"/>
                <a:gd name="T10" fmla="*/ 88 w 192"/>
                <a:gd name="T11" fmla="*/ 12 h 166"/>
                <a:gd name="T12" fmla="*/ 80 w 192"/>
                <a:gd name="T13" fmla="*/ 10 h 166"/>
                <a:gd name="T14" fmla="*/ 34 w 192"/>
                <a:gd name="T15" fmla="*/ 8 h 166"/>
                <a:gd name="T16" fmla="*/ 30 w 192"/>
                <a:gd name="T17" fmla="*/ 8 h 166"/>
                <a:gd name="T18" fmla="*/ 24 w 192"/>
                <a:gd name="T19" fmla="*/ 6 h 166"/>
                <a:gd name="T20" fmla="*/ 20 w 192"/>
                <a:gd name="T21" fmla="*/ 2 h 166"/>
                <a:gd name="T22" fmla="*/ 14 w 192"/>
                <a:gd name="T23" fmla="*/ 0 h 166"/>
                <a:gd name="T24" fmla="*/ 2 w 192"/>
                <a:gd name="T25" fmla="*/ 2 h 166"/>
                <a:gd name="T26" fmla="*/ 2 w 192"/>
                <a:gd name="T27" fmla="*/ 12 h 166"/>
                <a:gd name="T28" fmla="*/ 12 w 192"/>
                <a:gd name="T29" fmla="*/ 32 h 166"/>
                <a:gd name="T30" fmla="*/ 18 w 192"/>
                <a:gd name="T31" fmla="*/ 54 h 166"/>
                <a:gd name="T32" fmla="*/ 24 w 192"/>
                <a:gd name="T33" fmla="*/ 72 h 166"/>
                <a:gd name="T34" fmla="*/ 34 w 192"/>
                <a:gd name="T35" fmla="*/ 110 h 166"/>
                <a:gd name="T36" fmla="*/ 46 w 192"/>
                <a:gd name="T37" fmla="*/ 136 h 166"/>
                <a:gd name="T38" fmla="*/ 48 w 192"/>
                <a:gd name="T39" fmla="*/ 140 h 166"/>
                <a:gd name="T40" fmla="*/ 52 w 192"/>
                <a:gd name="T41" fmla="*/ 148 h 166"/>
                <a:gd name="T42" fmla="*/ 58 w 192"/>
                <a:gd name="T43" fmla="*/ 158 h 166"/>
                <a:gd name="T44" fmla="*/ 60 w 192"/>
                <a:gd name="T45" fmla="*/ 164 h 166"/>
                <a:gd name="T46" fmla="*/ 72 w 192"/>
                <a:gd name="T47" fmla="*/ 160 h 166"/>
                <a:gd name="T48" fmla="*/ 74 w 192"/>
                <a:gd name="T49" fmla="*/ 156 h 166"/>
                <a:gd name="T50" fmla="*/ 76 w 192"/>
                <a:gd name="T51" fmla="*/ 152 h 166"/>
                <a:gd name="T52" fmla="*/ 78 w 192"/>
                <a:gd name="T53" fmla="*/ 150 h 166"/>
                <a:gd name="T54" fmla="*/ 82 w 192"/>
                <a:gd name="T55" fmla="*/ 152 h 166"/>
                <a:gd name="T56" fmla="*/ 82 w 192"/>
                <a:gd name="T57" fmla="*/ 156 h 166"/>
                <a:gd name="T58" fmla="*/ 82 w 192"/>
                <a:gd name="T59" fmla="*/ 162 h 166"/>
                <a:gd name="T60" fmla="*/ 86 w 192"/>
                <a:gd name="T61" fmla="*/ 164 h 166"/>
                <a:gd name="T62" fmla="*/ 94 w 192"/>
                <a:gd name="T63" fmla="*/ 164 h 166"/>
                <a:gd name="T64" fmla="*/ 104 w 192"/>
                <a:gd name="T65" fmla="*/ 166 h 166"/>
                <a:gd name="T66" fmla="*/ 112 w 192"/>
                <a:gd name="T67" fmla="*/ 162 h 166"/>
                <a:gd name="T68" fmla="*/ 114 w 192"/>
                <a:gd name="T69" fmla="*/ 60 h 166"/>
                <a:gd name="T70" fmla="*/ 128 w 192"/>
                <a:gd name="T71" fmla="*/ 16 h 166"/>
                <a:gd name="T72" fmla="*/ 144 w 192"/>
                <a:gd name="T73" fmla="*/ 16 h 166"/>
                <a:gd name="T74" fmla="*/ 164 w 192"/>
                <a:gd name="T75" fmla="*/ 16 h 166"/>
                <a:gd name="T76" fmla="*/ 168 w 192"/>
                <a:gd name="T77" fmla="*/ 18 h 166"/>
                <a:gd name="T78" fmla="*/ 170 w 192"/>
                <a:gd name="T79" fmla="*/ 22 h 166"/>
                <a:gd name="T80" fmla="*/ 172 w 192"/>
                <a:gd name="T81" fmla="*/ 20 h 166"/>
                <a:gd name="T82" fmla="*/ 182 w 192"/>
                <a:gd name="T83" fmla="*/ 16 h 166"/>
                <a:gd name="T84" fmla="*/ 190 w 192"/>
                <a:gd name="T85" fmla="*/ 12 h 166"/>
                <a:gd name="T86" fmla="*/ 188 w 192"/>
                <a:gd name="T87" fmla="*/ 12 h 166"/>
                <a:gd name="T88" fmla="*/ 166 w 192"/>
                <a:gd name="T89" fmla="*/ 8 h 166"/>
                <a:gd name="T90" fmla="*/ 132 w 192"/>
                <a:gd name="T91" fmla="*/ 10 h 16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92"/>
                <a:gd name="T139" fmla="*/ 0 h 166"/>
                <a:gd name="T140" fmla="*/ 192 w 192"/>
                <a:gd name="T141" fmla="*/ 166 h 16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92" h="166">
                  <a:moveTo>
                    <a:pt x="132" y="10"/>
                  </a:moveTo>
                  <a:lnTo>
                    <a:pt x="130" y="10"/>
                  </a:lnTo>
                  <a:lnTo>
                    <a:pt x="128" y="10"/>
                  </a:lnTo>
                  <a:lnTo>
                    <a:pt x="122" y="10"/>
                  </a:lnTo>
                  <a:lnTo>
                    <a:pt x="118" y="12"/>
                  </a:lnTo>
                  <a:lnTo>
                    <a:pt x="112" y="12"/>
                  </a:lnTo>
                  <a:lnTo>
                    <a:pt x="106" y="14"/>
                  </a:lnTo>
                  <a:lnTo>
                    <a:pt x="104" y="14"/>
                  </a:lnTo>
                  <a:lnTo>
                    <a:pt x="102" y="14"/>
                  </a:lnTo>
                  <a:lnTo>
                    <a:pt x="98" y="14"/>
                  </a:lnTo>
                  <a:lnTo>
                    <a:pt x="94" y="14"/>
                  </a:lnTo>
                  <a:lnTo>
                    <a:pt x="88" y="12"/>
                  </a:lnTo>
                  <a:lnTo>
                    <a:pt x="84" y="12"/>
                  </a:lnTo>
                  <a:lnTo>
                    <a:pt x="80" y="10"/>
                  </a:lnTo>
                  <a:lnTo>
                    <a:pt x="76" y="8"/>
                  </a:lnTo>
                  <a:lnTo>
                    <a:pt x="34" y="8"/>
                  </a:lnTo>
                  <a:lnTo>
                    <a:pt x="32" y="8"/>
                  </a:lnTo>
                  <a:lnTo>
                    <a:pt x="30" y="8"/>
                  </a:lnTo>
                  <a:lnTo>
                    <a:pt x="26" y="8"/>
                  </a:lnTo>
                  <a:lnTo>
                    <a:pt x="24" y="6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4" y="0"/>
                  </a:lnTo>
                  <a:lnTo>
                    <a:pt x="8" y="0"/>
                  </a:lnTo>
                  <a:lnTo>
                    <a:pt x="2" y="2"/>
                  </a:lnTo>
                  <a:lnTo>
                    <a:pt x="0" y="10"/>
                  </a:lnTo>
                  <a:lnTo>
                    <a:pt x="2" y="12"/>
                  </a:lnTo>
                  <a:lnTo>
                    <a:pt x="6" y="20"/>
                  </a:lnTo>
                  <a:lnTo>
                    <a:pt x="12" y="32"/>
                  </a:lnTo>
                  <a:lnTo>
                    <a:pt x="16" y="42"/>
                  </a:lnTo>
                  <a:lnTo>
                    <a:pt x="18" y="54"/>
                  </a:lnTo>
                  <a:lnTo>
                    <a:pt x="20" y="58"/>
                  </a:lnTo>
                  <a:lnTo>
                    <a:pt x="24" y="72"/>
                  </a:lnTo>
                  <a:lnTo>
                    <a:pt x="28" y="90"/>
                  </a:lnTo>
                  <a:lnTo>
                    <a:pt x="34" y="110"/>
                  </a:lnTo>
                  <a:lnTo>
                    <a:pt x="42" y="126"/>
                  </a:lnTo>
                  <a:lnTo>
                    <a:pt x="46" y="136"/>
                  </a:lnTo>
                  <a:lnTo>
                    <a:pt x="48" y="136"/>
                  </a:lnTo>
                  <a:lnTo>
                    <a:pt x="48" y="140"/>
                  </a:lnTo>
                  <a:lnTo>
                    <a:pt x="50" y="144"/>
                  </a:lnTo>
                  <a:lnTo>
                    <a:pt x="52" y="148"/>
                  </a:lnTo>
                  <a:lnTo>
                    <a:pt x="56" y="152"/>
                  </a:lnTo>
                  <a:lnTo>
                    <a:pt x="58" y="158"/>
                  </a:lnTo>
                  <a:lnTo>
                    <a:pt x="60" y="162"/>
                  </a:lnTo>
                  <a:lnTo>
                    <a:pt x="60" y="164"/>
                  </a:lnTo>
                  <a:lnTo>
                    <a:pt x="72" y="160"/>
                  </a:lnTo>
                  <a:lnTo>
                    <a:pt x="74" y="158"/>
                  </a:lnTo>
                  <a:lnTo>
                    <a:pt x="74" y="156"/>
                  </a:lnTo>
                  <a:lnTo>
                    <a:pt x="76" y="154"/>
                  </a:lnTo>
                  <a:lnTo>
                    <a:pt x="76" y="152"/>
                  </a:lnTo>
                  <a:lnTo>
                    <a:pt x="78" y="150"/>
                  </a:lnTo>
                  <a:lnTo>
                    <a:pt x="80" y="152"/>
                  </a:lnTo>
                  <a:lnTo>
                    <a:pt x="82" y="152"/>
                  </a:lnTo>
                  <a:lnTo>
                    <a:pt x="82" y="154"/>
                  </a:lnTo>
                  <a:lnTo>
                    <a:pt x="82" y="156"/>
                  </a:lnTo>
                  <a:lnTo>
                    <a:pt x="82" y="160"/>
                  </a:lnTo>
                  <a:lnTo>
                    <a:pt x="82" y="162"/>
                  </a:lnTo>
                  <a:lnTo>
                    <a:pt x="84" y="164"/>
                  </a:lnTo>
                  <a:lnTo>
                    <a:pt x="86" y="164"/>
                  </a:lnTo>
                  <a:lnTo>
                    <a:pt x="88" y="164"/>
                  </a:lnTo>
                  <a:lnTo>
                    <a:pt x="94" y="164"/>
                  </a:lnTo>
                  <a:lnTo>
                    <a:pt x="98" y="166"/>
                  </a:lnTo>
                  <a:lnTo>
                    <a:pt x="104" y="166"/>
                  </a:lnTo>
                  <a:lnTo>
                    <a:pt x="108" y="164"/>
                  </a:lnTo>
                  <a:lnTo>
                    <a:pt x="112" y="162"/>
                  </a:lnTo>
                  <a:lnTo>
                    <a:pt x="114" y="160"/>
                  </a:lnTo>
                  <a:lnTo>
                    <a:pt x="114" y="60"/>
                  </a:lnTo>
                  <a:lnTo>
                    <a:pt x="128" y="60"/>
                  </a:lnTo>
                  <a:lnTo>
                    <a:pt x="128" y="16"/>
                  </a:lnTo>
                  <a:lnTo>
                    <a:pt x="132" y="16"/>
                  </a:lnTo>
                  <a:lnTo>
                    <a:pt x="144" y="16"/>
                  </a:lnTo>
                  <a:lnTo>
                    <a:pt x="156" y="14"/>
                  </a:lnTo>
                  <a:lnTo>
                    <a:pt x="164" y="16"/>
                  </a:lnTo>
                  <a:lnTo>
                    <a:pt x="168" y="18"/>
                  </a:lnTo>
                  <a:lnTo>
                    <a:pt x="168" y="20"/>
                  </a:lnTo>
                  <a:lnTo>
                    <a:pt x="170" y="22"/>
                  </a:lnTo>
                  <a:lnTo>
                    <a:pt x="172" y="20"/>
                  </a:lnTo>
                  <a:lnTo>
                    <a:pt x="176" y="18"/>
                  </a:lnTo>
                  <a:lnTo>
                    <a:pt x="182" y="16"/>
                  </a:lnTo>
                  <a:lnTo>
                    <a:pt x="186" y="14"/>
                  </a:lnTo>
                  <a:lnTo>
                    <a:pt x="190" y="12"/>
                  </a:lnTo>
                  <a:lnTo>
                    <a:pt x="192" y="12"/>
                  </a:lnTo>
                  <a:lnTo>
                    <a:pt x="188" y="12"/>
                  </a:lnTo>
                  <a:lnTo>
                    <a:pt x="178" y="10"/>
                  </a:lnTo>
                  <a:lnTo>
                    <a:pt x="166" y="8"/>
                  </a:lnTo>
                  <a:lnTo>
                    <a:pt x="156" y="8"/>
                  </a:lnTo>
                  <a:lnTo>
                    <a:pt x="132" y="1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28" name="Freeform 290"/>
            <p:cNvSpPr>
              <a:spLocks/>
            </p:cNvSpPr>
            <p:nvPr/>
          </p:nvSpPr>
          <p:spPr bwMode="gray">
            <a:xfrm>
              <a:off x="1099" y="3356"/>
              <a:ext cx="120" cy="138"/>
            </a:xfrm>
            <a:custGeom>
              <a:avLst/>
              <a:gdLst>
                <a:gd name="T0" fmla="*/ 98 w 120"/>
                <a:gd name="T1" fmla="*/ 48 h 138"/>
                <a:gd name="T2" fmla="*/ 98 w 120"/>
                <a:gd name="T3" fmla="*/ 44 h 138"/>
                <a:gd name="T4" fmla="*/ 96 w 120"/>
                <a:gd name="T5" fmla="*/ 38 h 138"/>
                <a:gd name="T6" fmla="*/ 90 w 120"/>
                <a:gd name="T7" fmla="*/ 32 h 138"/>
                <a:gd name="T8" fmla="*/ 88 w 120"/>
                <a:gd name="T9" fmla="*/ 28 h 138"/>
                <a:gd name="T10" fmla="*/ 84 w 120"/>
                <a:gd name="T11" fmla="*/ 22 h 138"/>
                <a:gd name="T12" fmla="*/ 80 w 120"/>
                <a:gd name="T13" fmla="*/ 10 h 138"/>
                <a:gd name="T14" fmla="*/ 78 w 120"/>
                <a:gd name="T15" fmla="*/ 0 h 138"/>
                <a:gd name="T16" fmla="*/ 76 w 120"/>
                <a:gd name="T17" fmla="*/ 0 h 138"/>
                <a:gd name="T18" fmla="*/ 68 w 120"/>
                <a:gd name="T19" fmla="*/ 2 h 138"/>
                <a:gd name="T20" fmla="*/ 60 w 120"/>
                <a:gd name="T21" fmla="*/ 6 h 138"/>
                <a:gd name="T22" fmla="*/ 56 w 120"/>
                <a:gd name="T23" fmla="*/ 10 h 138"/>
                <a:gd name="T24" fmla="*/ 46 w 120"/>
                <a:gd name="T25" fmla="*/ 2 h 138"/>
                <a:gd name="T26" fmla="*/ 26 w 120"/>
                <a:gd name="T27" fmla="*/ 2 h 138"/>
                <a:gd name="T28" fmla="*/ 14 w 120"/>
                <a:gd name="T29" fmla="*/ 4 h 138"/>
                <a:gd name="T30" fmla="*/ 0 w 120"/>
                <a:gd name="T31" fmla="*/ 48 h 138"/>
                <a:gd name="T32" fmla="*/ 2 w 120"/>
                <a:gd name="T33" fmla="*/ 102 h 138"/>
                <a:gd name="T34" fmla="*/ 6 w 120"/>
                <a:gd name="T35" fmla="*/ 104 h 138"/>
                <a:gd name="T36" fmla="*/ 12 w 120"/>
                <a:gd name="T37" fmla="*/ 112 h 138"/>
                <a:gd name="T38" fmla="*/ 12 w 120"/>
                <a:gd name="T39" fmla="*/ 126 h 138"/>
                <a:gd name="T40" fmla="*/ 10 w 120"/>
                <a:gd name="T41" fmla="*/ 128 h 138"/>
                <a:gd name="T42" fmla="*/ 8 w 120"/>
                <a:gd name="T43" fmla="*/ 134 h 138"/>
                <a:gd name="T44" fmla="*/ 12 w 120"/>
                <a:gd name="T45" fmla="*/ 138 h 138"/>
                <a:gd name="T46" fmla="*/ 20 w 120"/>
                <a:gd name="T47" fmla="*/ 136 h 138"/>
                <a:gd name="T48" fmla="*/ 32 w 120"/>
                <a:gd name="T49" fmla="*/ 130 h 138"/>
                <a:gd name="T50" fmla="*/ 40 w 120"/>
                <a:gd name="T51" fmla="*/ 124 h 138"/>
                <a:gd name="T52" fmla="*/ 42 w 120"/>
                <a:gd name="T53" fmla="*/ 118 h 138"/>
                <a:gd name="T54" fmla="*/ 44 w 120"/>
                <a:gd name="T55" fmla="*/ 112 h 138"/>
                <a:gd name="T56" fmla="*/ 46 w 120"/>
                <a:gd name="T57" fmla="*/ 110 h 138"/>
                <a:gd name="T58" fmla="*/ 52 w 120"/>
                <a:gd name="T59" fmla="*/ 108 h 138"/>
                <a:gd name="T60" fmla="*/ 60 w 120"/>
                <a:gd name="T61" fmla="*/ 110 h 138"/>
                <a:gd name="T62" fmla="*/ 64 w 120"/>
                <a:gd name="T63" fmla="*/ 114 h 138"/>
                <a:gd name="T64" fmla="*/ 70 w 120"/>
                <a:gd name="T65" fmla="*/ 116 h 138"/>
                <a:gd name="T66" fmla="*/ 74 w 120"/>
                <a:gd name="T67" fmla="*/ 114 h 138"/>
                <a:gd name="T68" fmla="*/ 76 w 120"/>
                <a:gd name="T69" fmla="*/ 106 h 138"/>
                <a:gd name="T70" fmla="*/ 82 w 120"/>
                <a:gd name="T71" fmla="*/ 98 h 138"/>
                <a:gd name="T72" fmla="*/ 90 w 120"/>
                <a:gd name="T73" fmla="*/ 90 h 138"/>
                <a:gd name="T74" fmla="*/ 94 w 120"/>
                <a:gd name="T75" fmla="*/ 88 h 138"/>
                <a:gd name="T76" fmla="*/ 104 w 120"/>
                <a:gd name="T77" fmla="*/ 84 h 138"/>
                <a:gd name="T78" fmla="*/ 108 w 120"/>
                <a:gd name="T79" fmla="*/ 80 h 138"/>
                <a:gd name="T80" fmla="*/ 112 w 120"/>
                <a:gd name="T81" fmla="*/ 78 h 138"/>
                <a:gd name="T82" fmla="*/ 118 w 120"/>
                <a:gd name="T83" fmla="*/ 72 h 138"/>
                <a:gd name="T84" fmla="*/ 120 w 120"/>
                <a:gd name="T85" fmla="*/ 68 h 138"/>
                <a:gd name="T86" fmla="*/ 116 w 120"/>
                <a:gd name="T87" fmla="*/ 62 h 138"/>
                <a:gd name="T88" fmla="*/ 112 w 120"/>
                <a:gd name="T89" fmla="*/ 60 h 138"/>
                <a:gd name="T90" fmla="*/ 110 w 120"/>
                <a:gd name="T91" fmla="*/ 60 h 138"/>
                <a:gd name="T92" fmla="*/ 106 w 120"/>
                <a:gd name="T93" fmla="*/ 56 h 138"/>
                <a:gd name="T94" fmla="*/ 102 w 120"/>
                <a:gd name="T95" fmla="*/ 48 h 1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20"/>
                <a:gd name="T145" fmla="*/ 0 h 138"/>
                <a:gd name="T146" fmla="*/ 120 w 120"/>
                <a:gd name="T147" fmla="*/ 138 h 138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20" h="138">
                  <a:moveTo>
                    <a:pt x="102" y="48"/>
                  </a:moveTo>
                  <a:lnTo>
                    <a:pt x="98" y="48"/>
                  </a:lnTo>
                  <a:lnTo>
                    <a:pt x="100" y="46"/>
                  </a:lnTo>
                  <a:lnTo>
                    <a:pt x="98" y="44"/>
                  </a:lnTo>
                  <a:lnTo>
                    <a:pt x="98" y="40"/>
                  </a:lnTo>
                  <a:lnTo>
                    <a:pt x="96" y="38"/>
                  </a:lnTo>
                  <a:lnTo>
                    <a:pt x="92" y="34"/>
                  </a:lnTo>
                  <a:lnTo>
                    <a:pt x="90" y="32"/>
                  </a:lnTo>
                  <a:lnTo>
                    <a:pt x="90" y="30"/>
                  </a:lnTo>
                  <a:lnTo>
                    <a:pt x="88" y="28"/>
                  </a:lnTo>
                  <a:lnTo>
                    <a:pt x="86" y="26"/>
                  </a:lnTo>
                  <a:lnTo>
                    <a:pt x="84" y="22"/>
                  </a:lnTo>
                  <a:lnTo>
                    <a:pt x="82" y="16"/>
                  </a:lnTo>
                  <a:lnTo>
                    <a:pt x="80" y="10"/>
                  </a:lnTo>
                  <a:lnTo>
                    <a:pt x="80" y="4"/>
                  </a:lnTo>
                  <a:lnTo>
                    <a:pt x="78" y="0"/>
                  </a:lnTo>
                  <a:lnTo>
                    <a:pt x="76" y="0"/>
                  </a:lnTo>
                  <a:lnTo>
                    <a:pt x="72" y="0"/>
                  </a:lnTo>
                  <a:lnTo>
                    <a:pt x="68" y="2"/>
                  </a:lnTo>
                  <a:lnTo>
                    <a:pt x="64" y="4"/>
                  </a:lnTo>
                  <a:lnTo>
                    <a:pt x="60" y="6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2" y="4"/>
                  </a:lnTo>
                  <a:lnTo>
                    <a:pt x="46" y="2"/>
                  </a:lnTo>
                  <a:lnTo>
                    <a:pt x="36" y="0"/>
                  </a:lnTo>
                  <a:lnTo>
                    <a:pt x="26" y="2"/>
                  </a:lnTo>
                  <a:lnTo>
                    <a:pt x="18" y="2"/>
                  </a:lnTo>
                  <a:lnTo>
                    <a:pt x="14" y="4"/>
                  </a:lnTo>
                  <a:lnTo>
                    <a:pt x="14" y="46"/>
                  </a:lnTo>
                  <a:lnTo>
                    <a:pt x="0" y="48"/>
                  </a:lnTo>
                  <a:lnTo>
                    <a:pt x="0" y="100"/>
                  </a:lnTo>
                  <a:lnTo>
                    <a:pt x="2" y="102"/>
                  </a:lnTo>
                  <a:lnTo>
                    <a:pt x="4" y="102"/>
                  </a:lnTo>
                  <a:lnTo>
                    <a:pt x="6" y="104"/>
                  </a:lnTo>
                  <a:lnTo>
                    <a:pt x="10" y="108"/>
                  </a:lnTo>
                  <a:lnTo>
                    <a:pt x="12" y="112"/>
                  </a:lnTo>
                  <a:lnTo>
                    <a:pt x="14" y="118"/>
                  </a:lnTo>
                  <a:lnTo>
                    <a:pt x="12" y="126"/>
                  </a:lnTo>
                  <a:lnTo>
                    <a:pt x="10" y="128"/>
                  </a:lnTo>
                  <a:lnTo>
                    <a:pt x="8" y="130"/>
                  </a:lnTo>
                  <a:lnTo>
                    <a:pt x="8" y="134"/>
                  </a:lnTo>
                  <a:lnTo>
                    <a:pt x="10" y="136"/>
                  </a:lnTo>
                  <a:lnTo>
                    <a:pt x="12" y="138"/>
                  </a:lnTo>
                  <a:lnTo>
                    <a:pt x="16" y="138"/>
                  </a:lnTo>
                  <a:lnTo>
                    <a:pt x="20" y="136"/>
                  </a:lnTo>
                  <a:lnTo>
                    <a:pt x="26" y="134"/>
                  </a:lnTo>
                  <a:lnTo>
                    <a:pt x="32" y="130"/>
                  </a:lnTo>
                  <a:lnTo>
                    <a:pt x="38" y="124"/>
                  </a:lnTo>
                  <a:lnTo>
                    <a:pt x="40" y="124"/>
                  </a:lnTo>
                  <a:lnTo>
                    <a:pt x="40" y="122"/>
                  </a:lnTo>
                  <a:lnTo>
                    <a:pt x="42" y="118"/>
                  </a:lnTo>
                  <a:lnTo>
                    <a:pt x="44" y="116"/>
                  </a:lnTo>
                  <a:lnTo>
                    <a:pt x="44" y="112"/>
                  </a:lnTo>
                  <a:lnTo>
                    <a:pt x="46" y="110"/>
                  </a:lnTo>
                  <a:lnTo>
                    <a:pt x="50" y="110"/>
                  </a:lnTo>
                  <a:lnTo>
                    <a:pt x="52" y="108"/>
                  </a:lnTo>
                  <a:lnTo>
                    <a:pt x="56" y="108"/>
                  </a:lnTo>
                  <a:lnTo>
                    <a:pt x="60" y="110"/>
                  </a:lnTo>
                  <a:lnTo>
                    <a:pt x="64" y="114"/>
                  </a:lnTo>
                  <a:lnTo>
                    <a:pt x="68" y="116"/>
                  </a:lnTo>
                  <a:lnTo>
                    <a:pt x="70" y="116"/>
                  </a:lnTo>
                  <a:lnTo>
                    <a:pt x="74" y="116"/>
                  </a:lnTo>
                  <a:lnTo>
                    <a:pt x="74" y="114"/>
                  </a:lnTo>
                  <a:lnTo>
                    <a:pt x="74" y="112"/>
                  </a:lnTo>
                  <a:lnTo>
                    <a:pt x="76" y="106"/>
                  </a:lnTo>
                  <a:lnTo>
                    <a:pt x="80" y="102"/>
                  </a:lnTo>
                  <a:lnTo>
                    <a:pt x="82" y="98"/>
                  </a:lnTo>
                  <a:lnTo>
                    <a:pt x="86" y="94"/>
                  </a:lnTo>
                  <a:lnTo>
                    <a:pt x="90" y="90"/>
                  </a:lnTo>
                  <a:lnTo>
                    <a:pt x="94" y="88"/>
                  </a:lnTo>
                  <a:lnTo>
                    <a:pt x="98" y="86"/>
                  </a:lnTo>
                  <a:lnTo>
                    <a:pt x="104" y="84"/>
                  </a:lnTo>
                  <a:lnTo>
                    <a:pt x="106" y="82"/>
                  </a:lnTo>
                  <a:lnTo>
                    <a:pt x="108" y="80"/>
                  </a:lnTo>
                  <a:lnTo>
                    <a:pt x="110" y="78"/>
                  </a:lnTo>
                  <a:lnTo>
                    <a:pt x="112" y="78"/>
                  </a:lnTo>
                  <a:lnTo>
                    <a:pt x="116" y="76"/>
                  </a:lnTo>
                  <a:lnTo>
                    <a:pt x="118" y="72"/>
                  </a:lnTo>
                  <a:lnTo>
                    <a:pt x="120" y="70"/>
                  </a:lnTo>
                  <a:lnTo>
                    <a:pt x="120" y="68"/>
                  </a:lnTo>
                  <a:lnTo>
                    <a:pt x="120" y="66"/>
                  </a:lnTo>
                  <a:lnTo>
                    <a:pt x="116" y="62"/>
                  </a:lnTo>
                  <a:lnTo>
                    <a:pt x="112" y="60"/>
                  </a:lnTo>
                  <a:lnTo>
                    <a:pt x="110" y="60"/>
                  </a:lnTo>
                  <a:lnTo>
                    <a:pt x="108" y="58"/>
                  </a:lnTo>
                  <a:lnTo>
                    <a:pt x="106" y="56"/>
                  </a:lnTo>
                  <a:lnTo>
                    <a:pt x="104" y="54"/>
                  </a:lnTo>
                  <a:lnTo>
                    <a:pt x="102" y="4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29" name="Freeform 291"/>
            <p:cNvSpPr>
              <a:spLocks/>
            </p:cNvSpPr>
            <p:nvPr/>
          </p:nvSpPr>
          <p:spPr bwMode="gray">
            <a:xfrm>
              <a:off x="1377" y="2960"/>
              <a:ext cx="116" cy="164"/>
            </a:xfrm>
            <a:custGeom>
              <a:avLst/>
              <a:gdLst>
                <a:gd name="T0" fmla="*/ 4 w 116"/>
                <a:gd name="T1" fmla="*/ 164 h 164"/>
                <a:gd name="T2" fmla="*/ 28 w 116"/>
                <a:gd name="T3" fmla="*/ 148 h 164"/>
                <a:gd name="T4" fmla="*/ 32 w 116"/>
                <a:gd name="T5" fmla="*/ 144 h 164"/>
                <a:gd name="T6" fmla="*/ 38 w 116"/>
                <a:gd name="T7" fmla="*/ 136 h 164"/>
                <a:gd name="T8" fmla="*/ 50 w 116"/>
                <a:gd name="T9" fmla="*/ 126 h 164"/>
                <a:gd name="T10" fmla="*/ 62 w 116"/>
                <a:gd name="T11" fmla="*/ 112 h 164"/>
                <a:gd name="T12" fmla="*/ 72 w 116"/>
                <a:gd name="T13" fmla="*/ 98 h 164"/>
                <a:gd name="T14" fmla="*/ 82 w 116"/>
                <a:gd name="T15" fmla="*/ 84 h 164"/>
                <a:gd name="T16" fmla="*/ 92 w 116"/>
                <a:gd name="T17" fmla="*/ 66 h 164"/>
                <a:gd name="T18" fmla="*/ 100 w 116"/>
                <a:gd name="T19" fmla="*/ 50 h 164"/>
                <a:gd name="T20" fmla="*/ 106 w 116"/>
                <a:gd name="T21" fmla="*/ 36 h 164"/>
                <a:gd name="T22" fmla="*/ 108 w 116"/>
                <a:gd name="T23" fmla="*/ 32 h 164"/>
                <a:gd name="T24" fmla="*/ 116 w 116"/>
                <a:gd name="T25" fmla="*/ 18 h 164"/>
                <a:gd name="T26" fmla="*/ 116 w 116"/>
                <a:gd name="T27" fmla="*/ 0 h 164"/>
                <a:gd name="T28" fmla="*/ 108 w 116"/>
                <a:gd name="T29" fmla="*/ 0 h 164"/>
                <a:gd name="T30" fmla="*/ 108 w 116"/>
                <a:gd name="T31" fmla="*/ 0 h 164"/>
                <a:gd name="T32" fmla="*/ 106 w 116"/>
                <a:gd name="T33" fmla="*/ 2 h 164"/>
                <a:gd name="T34" fmla="*/ 102 w 116"/>
                <a:gd name="T35" fmla="*/ 2 h 164"/>
                <a:gd name="T36" fmla="*/ 98 w 116"/>
                <a:gd name="T37" fmla="*/ 4 h 164"/>
                <a:gd name="T38" fmla="*/ 92 w 116"/>
                <a:gd name="T39" fmla="*/ 4 h 164"/>
                <a:gd name="T40" fmla="*/ 80 w 116"/>
                <a:gd name="T41" fmla="*/ 6 h 164"/>
                <a:gd name="T42" fmla="*/ 66 w 116"/>
                <a:gd name="T43" fmla="*/ 8 h 164"/>
                <a:gd name="T44" fmla="*/ 54 w 116"/>
                <a:gd name="T45" fmla="*/ 10 h 164"/>
                <a:gd name="T46" fmla="*/ 50 w 116"/>
                <a:gd name="T47" fmla="*/ 10 h 164"/>
                <a:gd name="T48" fmla="*/ 28 w 116"/>
                <a:gd name="T49" fmla="*/ 14 h 164"/>
                <a:gd name="T50" fmla="*/ 28 w 116"/>
                <a:gd name="T51" fmla="*/ 14 h 164"/>
                <a:gd name="T52" fmla="*/ 26 w 116"/>
                <a:gd name="T53" fmla="*/ 12 h 164"/>
                <a:gd name="T54" fmla="*/ 24 w 116"/>
                <a:gd name="T55" fmla="*/ 12 h 164"/>
                <a:gd name="T56" fmla="*/ 20 w 116"/>
                <a:gd name="T57" fmla="*/ 10 h 164"/>
                <a:gd name="T58" fmla="*/ 14 w 116"/>
                <a:gd name="T59" fmla="*/ 20 h 164"/>
                <a:gd name="T60" fmla="*/ 16 w 116"/>
                <a:gd name="T61" fmla="*/ 22 h 164"/>
                <a:gd name="T62" fmla="*/ 14 w 116"/>
                <a:gd name="T63" fmla="*/ 28 h 164"/>
                <a:gd name="T64" fmla="*/ 24 w 116"/>
                <a:gd name="T65" fmla="*/ 34 h 164"/>
                <a:gd name="T66" fmla="*/ 56 w 116"/>
                <a:gd name="T67" fmla="*/ 52 h 164"/>
                <a:gd name="T68" fmla="*/ 70 w 116"/>
                <a:gd name="T69" fmla="*/ 54 h 164"/>
                <a:gd name="T70" fmla="*/ 40 w 116"/>
                <a:gd name="T71" fmla="*/ 96 h 164"/>
                <a:gd name="T72" fmla="*/ 24 w 116"/>
                <a:gd name="T73" fmla="*/ 102 h 164"/>
                <a:gd name="T74" fmla="*/ 22 w 116"/>
                <a:gd name="T75" fmla="*/ 108 h 164"/>
                <a:gd name="T76" fmla="*/ 6 w 116"/>
                <a:gd name="T77" fmla="*/ 108 h 164"/>
                <a:gd name="T78" fmla="*/ 0 w 116"/>
                <a:gd name="T79" fmla="*/ 122 h 164"/>
                <a:gd name="T80" fmla="*/ 0 w 116"/>
                <a:gd name="T81" fmla="*/ 156 h 164"/>
                <a:gd name="T82" fmla="*/ 4 w 116"/>
                <a:gd name="T83" fmla="*/ 164 h 16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16"/>
                <a:gd name="T127" fmla="*/ 0 h 164"/>
                <a:gd name="T128" fmla="*/ 116 w 116"/>
                <a:gd name="T129" fmla="*/ 164 h 16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16" h="164">
                  <a:moveTo>
                    <a:pt x="4" y="164"/>
                  </a:moveTo>
                  <a:lnTo>
                    <a:pt x="28" y="148"/>
                  </a:lnTo>
                  <a:lnTo>
                    <a:pt x="32" y="144"/>
                  </a:lnTo>
                  <a:lnTo>
                    <a:pt x="38" y="136"/>
                  </a:lnTo>
                  <a:lnTo>
                    <a:pt x="50" y="126"/>
                  </a:lnTo>
                  <a:lnTo>
                    <a:pt x="62" y="112"/>
                  </a:lnTo>
                  <a:lnTo>
                    <a:pt x="72" y="98"/>
                  </a:lnTo>
                  <a:lnTo>
                    <a:pt x="82" y="84"/>
                  </a:lnTo>
                  <a:lnTo>
                    <a:pt x="92" y="66"/>
                  </a:lnTo>
                  <a:lnTo>
                    <a:pt x="100" y="50"/>
                  </a:lnTo>
                  <a:lnTo>
                    <a:pt x="106" y="36"/>
                  </a:lnTo>
                  <a:lnTo>
                    <a:pt x="108" y="32"/>
                  </a:lnTo>
                  <a:lnTo>
                    <a:pt x="116" y="18"/>
                  </a:lnTo>
                  <a:lnTo>
                    <a:pt x="116" y="0"/>
                  </a:lnTo>
                  <a:lnTo>
                    <a:pt x="108" y="0"/>
                  </a:lnTo>
                  <a:lnTo>
                    <a:pt x="106" y="2"/>
                  </a:lnTo>
                  <a:lnTo>
                    <a:pt x="102" y="2"/>
                  </a:lnTo>
                  <a:lnTo>
                    <a:pt x="98" y="4"/>
                  </a:lnTo>
                  <a:lnTo>
                    <a:pt x="92" y="4"/>
                  </a:lnTo>
                  <a:lnTo>
                    <a:pt x="80" y="6"/>
                  </a:lnTo>
                  <a:lnTo>
                    <a:pt x="66" y="8"/>
                  </a:lnTo>
                  <a:lnTo>
                    <a:pt x="54" y="10"/>
                  </a:lnTo>
                  <a:lnTo>
                    <a:pt x="50" y="10"/>
                  </a:lnTo>
                  <a:lnTo>
                    <a:pt x="28" y="14"/>
                  </a:lnTo>
                  <a:lnTo>
                    <a:pt x="26" y="12"/>
                  </a:lnTo>
                  <a:lnTo>
                    <a:pt x="24" y="12"/>
                  </a:lnTo>
                  <a:lnTo>
                    <a:pt x="20" y="10"/>
                  </a:lnTo>
                  <a:lnTo>
                    <a:pt x="14" y="20"/>
                  </a:lnTo>
                  <a:lnTo>
                    <a:pt x="16" y="22"/>
                  </a:lnTo>
                  <a:lnTo>
                    <a:pt x="14" y="28"/>
                  </a:lnTo>
                  <a:lnTo>
                    <a:pt x="24" y="34"/>
                  </a:lnTo>
                  <a:lnTo>
                    <a:pt x="56" y="52"/>
                  </a:lnTo>
                  <a:lnTo>
                    <a:pt x="70" y="54"/>
                  </a:lnTo>
                  <a:lnTo>
                    <a:pt x="40" y="96"/>
                  </a:lnTo>
                  <a:lnTo>
                    <a:pt x="24" y="102"/>
                  </a:lnTo>
                  <a:lnTo>
                    <a:pt x="22" y="108"/>
                  </a:lnTo>
                  <a:lnTo>
                    <a:pt x="6" y="108"/>
                  </a:lnTo>
                  <a:lnTo>
                    <a:pt x="0" y="122"/>
                  </a:lnTo>
                  <a:lnTo>
                    <a:pt x="0" y="156"/>
                  </a:lnTo>
                  <a:lnTo>
                    <a:pt x="4" y="164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30" name="Freeform 292"/>
            <p:cNvSpPr>
              <a:spLocks/>
            </p:cNvSpPr>
            <p:nvPr/>
          </p:nvSpPr>
          <p:spPr bwMode="gray">
            <a:xfrm>
              <a:off x="1277" y="3056"/>
              <a:ext cx="106" cy="124"/>
            </a:xfrm>
            <a:custGeom>
              <a:avLst/>
              <a:gdLst>
                <a:gd name="T0" fmla="*/ 66 w 106"/>
                <a:gd name="T1" fmla="*/ 116 h 124"/>
                <a:gd name="T2" fmla="*/ 82 w 106"/>
                <a:gd name="T3" fmla="*/ 100 h 124"/>
                <a:gd name="T4" fmla="*/ 102 w 106"/>
                <a:gd name="T5" fmla="*/ 68 h 124"/>
                <a:gd name="T6" fmla="*/ 104 w 106"/>
                <a:gd name="T7" fmla="*/ 68 h 124"/>
                <a:gd name="T8" fmla="*/ 100 w 106"/>
                <a:gd name="T9" fmla="*/ 60 h 124"/>
                <a:gd name="T10" fmla="*/ 100 w 106"/>
                <a:gd name="T11" fmla="*/ 26 h 124"/>
                <a:gd name="T12" fmla="*/ 106 w 106"/>
                <a:gd name="T13" fmla="*/ 12 h 124"/>
                <a:gd name="T14" fmla="*/ 104 w 106"/>
                <a:gd name="T15" fmla="*/ 6 h 124"/>
                <a:gd name="T16" fmla="*/ 84 w 106"/>
                <a:gd name="T17" fmla="*/ 10 h 124"/>
                <a:gd name="T18" fmla="*/ 76 w 106"/>
                <a:gd name="T19" fmla="*/ 18 h 124"/>
                <a:gd name="T20" fmla="*/ 58 w 106"/>
                <a:gd name="T21" fmla="*/ 16 h 124"/>
                <a:gd name="T22" fmla="*/ 40 w 106"/>
                <a:gd name="T23" fmla="*/ 0 h 124"/>
                <a:gd name="T24" fmla="*/ 26 w 106"/>
                <a:gd name="T25" fmla="*/ 0 h 124"/>
                <a:gd name="T26" fmla="*/ 26 w 106"/>
                <a:gd name="T27" fmla="*/ 0 h 124"/>
                <a:gd name="T28" fmla="*/ 26 w 106"/>
                <a:gd name="T29" fmla="*/ 0 h 124"/>
                <a:gd name="T30" fmla="*/ 24 w 106"/>
                <a:gd name="T31" fmla="*/ 2 h 124"/>
                <a:gd name="T32" fmla="*/ 22 w 106"/>
                <a:gd name="T33" fmla="*/ 4 h 124"/>
                <a:gd name="T34" fmla="*/ 16 w 106"/>
                <a:gd name="T35" fmla="*/ 4 h 124"/>
                <a:gd name="T36" fmla="*/ 8 w 106"/>
                <a:gd name="T37" fmla="*/ 6 h 124"/>
                <a:gd name="T38" fmla="*/ 10 w 106"/>
                <a:gd name="T39" fmla="*/ 12 h 124"/>
                <a:gd name="T40" fmla="*/ 14 w 106"/>
                <a:gd name="T41" fmla="*/ 40 h 124"/>
                <a:gd name="T42" fmla="*/ 0 w 106"/>
                <a:gd name="T43" fmla="*/ 56 h 124"/>
                <a:gd name="T44" fmla="*/ 0 w 106"/>
                <a:gd name="T45" fmla="*/ 56 h 124"/>
                <a:gd name="T46" fmla="*/ 2 w 106"/>
                <a:gd name="T47" fmla="*/ 58 h 124"/>
                <a:gd name="T48" fmla="*/ 4 w 106"/>
                <a:gd name="T49" fmla="*/ 62 h 124"/>
                <a:gd name="T50" fmla="*/ 4 w 106"/>
                <a:gd name="T51" fmla="*/ 66 h 124"/>
                <a:gd name="T52" fmla="*/ 6 w 106"/>
                <a:gd name="T53" fmla="*/ 70 h 124"/>
                <a:gd name="T54" fmla="*/ 4 w 106"/>
                <a:gd name="T55" fmla="*/ 74 h 124"/>
                <a:gd name="T56" fmla="*/ 2 w 106"/>
                <a:gd name="T57" fmla="*/ 78 h 124"/>
                <a:gd name="T58" fmla="*/ 46 w 106"/>
                <a:gd name="T59" fmla="*/ 110 h 124"/>
                <a:gd name="T60" fmla="*/ 46 w 106"/>
                <a:gd name="T61" fmla="*/ 110 h 124"/>
                <a:gd name="T62" fmla="*/ 48 w 106"/>
                <a:gd name="T63" fmla="*/ 112 h 124"/>
                <a:gd name="T64" fmla="*/ 48 w 106"/>
                <a:gd name="T65" fmla="*/ 114 h 124"/>
                <a:gd name="T66" fmla="*/ 50 w 106"/>
                <a:gd name="T67" fmla="*/ 116 h 124"/>
                <a:gd name="T68" fmla="*/ 62 w 106"/>
                <a:gd name="T69" fmla="*/ 124 h 12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06"/>
                <a:gd name="T106" fmla="*/ 0 h 124"/>
                <a:gd name="T107" fmla="*/ 106 w 106"/>
                <a:gd name="T108" fmla="*/ 124 h 124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06" h="124">
                  <a:moveTo>
                    <a:pt x="66" y="116"/>
                  </a:moveTo>
                  <a:lnTo>
                    <a:pt x="82" y="100"/>
                  </a:lnTo>
                  <a:lnTo>
                    <a:pt x="102" y="68"/>
                  </a:lnTo>
                  <a:lnTo>
                    <a:pt x="104" y="68"/>
                  </a:lnTo>
                  <a:lnTo>
                    <a:pt x="100" y="60"/>
                  </a:lnTo>
                  <a:lnTo>
                    <a:pt x="100" y="26"/>
                  </a:lnTo>
                  <a:lnTo>
                    <a:pt x="106" y="12"/>
                  </a:lnTo>
                  <a:lnTo>
                    <a:pt x="104" y="6"/>
                  </a:lnTo>
                  <a:lnTo>
                    <a:pt x="84" y="10"/>
                  </a:lnTo>
                  <a:lnTo>
                    <a:pt x="76" y="18"/>
                  </a:lnTo>
                  <a:lnTo>
                    <a:pt x="58" y="16"/>
                  </a:lnTo>
                  <a:lnTo>
                    <a:pt x="40" y="0"/>
                  </a:lnTo>
                  <a:lnTo>
                    <a:pt x="26" y="0"/>
                  </a:lnTo>
                  <a:lnTo>
                    <a:pt x="24" y="2"/>
                  </a:lnTo>
                  <a:lnTo>
                    <a:pt x="22" y="4"/>
                  </a:lnTo>
                  <a:lnTo>
                    <a:pt x="16" y="4"/>
                  </a:lnTo>
                  <a:lnTo>
                    <a:pt x="8" y="6"/>
                  </a:lnTo>
                  <a:lnTo>
                    <a:pt x="10" y="12"/>
                  </a:lnTo>
                  <a:lnTo>
                    <a:pt x="14" y="40"/>
                  </a:lnTo>
                  <a:lnTo>
                    <a:pt x="0" y="56"/>
                  </a:lnTo>
                  <a:lnTo>
                    <a:pt x="2" y="58"/>
                  </a:lnTo>
                  <a:lnTo>
                    <a:pt x="4" y="62"/>
                  </a:lnTo>
                  <a:lnTo>
                    <a:pt x="4" y="66"/>
                  </a:lnTo>
                  <a:lnTo>
                    <a:pt x="6" y="70"/>
                  </a:lnTo>
                  <a:lnTo>
                    <a:pt x="4" y="74"/>
                  </a:lnTo>
                  <a:lnTo>
                    <a:pt x="2" y="78"/>
                  </a:lnTo>
                  <a:lnTo>
                    <a:pt x="46" y="110"/>
                  </a:lnTo>
                  <a:lnTo>
                    <a:pt x="48" y="112"/>
                  </a:lnTo>
                  <a:lnTo>
                    <a:pt x="48" y="114"/>
                  </a:lnTo>
                  <a:lnTo>
                    <a:pt x="50" y="116"/>
                  </a:lnTo>
                  <a:lnTo>
                    <a:pt x="62" y="124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31" name="Freeform 293"/>
            <p:cNvSpPr>
              <a:spLocks/>
            </p:cNvSpPr>
            <p:nvPr/>
          </p:nvSpPr>
          <p:spPr bwMode="gray">
            <a:xfrm>
              <a:off x="1219" y="3062"/>
              <a:ext cx="72" cy="76"/>
            </a:xfrm>
            <a:custGeom>
              <a:avLst/>
              <a:gdLst>
                <a:gd name="T0" fmla="*/ 16 w 72"/>
                <a:gd name="T1" fmla="*/ 6 h 76"/>
                <a:gd name="T2" fmla="*/ 16 w 72"/>
                <a:gd name="T3" fmla="*/ 6 h 76"/>
                <a:gd name="T4" fmla="*/ 14 w 72"/>
                <a:gd name="T5" fmla="*/ 8 h 76"/>
                <a:gd name="T6" fmla="*/ 14 w 72"/>
                <a:gd name="T7" fmla="*/ 12 h 76"/>
                <a:gd name="T8" fmla="*/ 14 w 72"/>
                <a:gd name="T9" fmla="*/ 16 h 76"/>
                <a:gd name="T10" fmla="*/ 14 w 72"/>
                <a:gd name="T11" fmla="*/ 18 h 76"/>
                <a:gd name="T12" fmla="*/ 12 w 72"/>
                <a:gd name="T13" fmla="*/ 20 h 76"/>
                <a:gd name="T14" fmla="*/ 10 w 72"/>
                <a:gd name="T15" fmla="*/ 22 h 76"/>
                <a:gd name="T16" fmla="*/ 10 w 72"/>
                <a:gd name="T17" fmla="*/ 26 h 76"/>
                <a:gd name="T18" fmla="*/ 10 w 72"/>
                <a:gd name="T19" fmla="*/ 30 h 76"/>
                <a:gd name="T20" fmla="*/ 10 w 72"/>
                <a:gd name="T21" fmla="*/ 32 h 76"/>
                <a:gd name="T22" fmla="*/ 8 w 72"/>
                <a:gd name="T23" fmla="*/ 34 h 76"/>
                <a:gd name="T24" fmla="*/ 8 w 72"/>
                <a:gd name="T25" fmla="*/ 38 h 76"/>
                <a:gd name="T26" fmla="*/ 6 w 72"/>
                <a:gd name="T27" fmla="*/ 44 h 76"/>
                <a:gd name="T28" fmla="*/ 4 w 72"/>
                <a:gd name="T29" fmla="*/ 48 h 76"/>
                <a:gd name="T30" fmla="*/ 2 w 72"/>
                <a:gd name="T31" fmla="*/ 52 h 76"/>
                <a:gd name="T32" fmla="*/ 2 w 72"/>
                <a:gd name="T33" fmla="*/ 54 h 76"/>
                <a:gd name="T34" fmla="*/ 0 w 72"/>
                <a:gd name="T35" fmla="*/ 58 h 76"/>
                <a:gd name="T36" fmla="*/ 0 w 72"/>
                <a:gd name="T37" fmla="*/ 62 h 76"/>
                <a:gd name="T38" fmla="*/ 0 w 72"/>
                <a:gd name="T39" fmla="*/ 68 h 76"/>
                <a:gd name="T40" fmla="*/ 2 w 72"/>
                <a:gd name="T41" fmla="*/ 72 h 76"/>
                <a:gd name="T42" fmla="*/ 2 w 72"/>
                <a:gd name="T43" fmla="*/ 76 h 76"/>
                <a:gd name="T44" fmla="*/ 4 w 72"/>
                <a:gd name="T45" fmla="*/ 76 h 76"/>
                <a:gd name="T46" fmla="*/ 8 w 72"/>
                <a:gd name="T47" fmla="*/ 74 h 76"/>
                <a:gd name="T48" fmla="*/ 12 w 72"/>
                <a:gd name="T49" fmla="*/ 74 h 76"/>
                <a:gd name="T50" fmla="*/ 18 w 72"/>
                <a:gd name="T51" fmla="*/ 72 h 76"/>
                <a:gd name="T52" fmla="*/ 24 w 72"/>
                <a:gd name="T53" fmla="*/ 70 h 76"/>
                <a:gd name="T54" fmla="*/ 28 w 72"/>
                <a:gd name="T55" fmla="*/ 68 h 76"/>
                <a:gd name="T56" fmla="*/ 44 w 72"/>
                <a:gd name="T57" fmla="*/ 56 h 76"/>
                <a:gd name="T58" fmla="*/ 44 w 72"/>
                <a:gd name="T59" fmla="*/ 54 h 76"/>
                <a:gd name="T60" fmla="*/ 44 w 72"/>
                <a:gd name="T61" fmla="*/ 54 h 76"/>
                <a:gd name="T62" fmla="*/ 44 w 72"/>
                <a:gd name="T63" fmla="*/ 52 h 76"/>
                <a:gd name="T64" fmla="*/ 46 w 72"/>
                <a:gd name="T65" fmla="*/ 50 h 76"/>
                <a:gd name="T66" fmla="*/ 50 w 72"/>
                <a:gd name="T67" fmla="*/ 50 h 76"/>
                <a:gd name="T68" fmla="*/ 56 w 72"/>
                <a:gd name="T69" fmla="*/ 50 h 76"/>
                <a:gd name="T70" fmla="*/ 72 w 72"/>
                <a:gd name="T71" fmla="*/ 34 h 76"/>
                <a:gd name="T72" fmla="*/ 68 w 72"/>
                <a:gd name="T73" fmla="*/ 10 h 76"/>
                <a:gd name="T74" fmla="*/ 68 w 72"/>
                <a:gd name="T75" fmla="*/ 8 h 76"/>
                <a:gd name="T76" fmla="*/ 68 w 72"/>
                <a:gd name="T77" fmla="*/ 6 h 76"/>
                <a:gd name="T78" fmla="*/ 68 w 72"/>
                <a:gd name="T79" fmla="*/ 4 h 76"/>
                <a:gd name="T80" fmla="*/ 66 w 72"/>
                <a:gd name="T81" fmla="*/ 2 h 76"/>
                <a:gd name="T82" fmla="*/ 64 w 72"/>
                <a:gd name="T83" fmla="*/ 0 h 76"/>
                <a:gd name="T84" fmla="*/ 64 w 72"/>
                <a:gd name="T85" fmla="*/ 0 h 76"/>
                <a:gd name="T86" fmla="*/ 60 w 72"/>
                <a:gd name="T87" fmla="*/ 2 h 76"/>
                <a:gd name="T88" fmla="*/ 54 w 72"/>
                <a:gd name="T89" fmla="*/ 2 h 76"/>
                <a:gd name="T90" fmla="*/ 48 w 72"/>
                <a:gd name="T91" fmla="*/ 2 h 76"/>
                <a:gd name="T92" fmla="*/ 44 w 72"/>
                <a:gd name="T93" fmla="*/ 4 h 76"/>
                <a:gd name="T94" fmla="*/ 42 w 72"/>
                <a:gd name="T95" fmla="*/ 4 h 76"/>
                <a:gd name="T96" fmla="*/ 22 w 72"/>
                <a:gd name="T97" fmla="*/ 4 h 76"/>
                <a:gd name="T98" fmla="*/ 16 w 72"/>
                <a:gd name="T99" fmla="*/ 6 h 7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72"/>
                <a:gd name="T151" fmla="*/ 0 h 76"/>
                <a:gd name="T152" fmla="*/ 72 w 72"/>
                <a:gd name="T153" fmla="*/ 76 h 7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72" h="76">
                  <a:moveTo>
                    <a:pt x="16" y="6"/>
                  </a:moveTo>
                  <a:lnTo>
                    <a:pt x="16" y="6"/>
                  </a:lnTo>
                  <a:lnTo>
                    <a:pt x="14" y="8"/>
                  </a:lnTo>
                  <a:lnTo>
                    <a:pt x="14" y="12"/>
                  </a:lnTo>
                  <a:lnTo>
                    <a:pt x="14" y="16"/>
                  </a:lnTo>
                  <a:lnTo>
                    <a:pt x="14" y="18"/>
                  </a:lnTo>
                  <a:lnTo>
                    <a:pt x="12" y="20"/>
                  </a:lnTo>
                  <a:lnTo>
                    <a:pt x="10" y="22"/>
                  </a:lnTo>
                  <a:lnTo>
                    <a:pt x="10" y="26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8" y="34"/>
                  </a:lnTo>
                  <a:lnTo>
                    <a:pt x="8" y="38"/>
                  </a:lnTo>
                  <a:lnTo>
                    <a:pt x="6" y="44"/>
                  </a:lnTo>
                  <a:lnTo>
                    <a:pt x="4" y="48"/>
                  </a:lnTo>
                  <a:lnTo>
                    <a:pt x="2" y="52"/>
                  </a:lnTo>
                  <a:lnTo>
                    <a:pt x="2" y="54"/>
                  </a:lnTo>
                  <a:lnTo>
                    <a:pt x="0" y="58"/>
                  </a:lnTo>
                  <a:lnTo>
                    <a:pt x="0" y="62"/>
                  </a:lnTo>
                  <a:lnTo>
                    <a:pt x="0" y="68"/>
                  </a:lnTo>
                  <a:lnTo>
                    <a:pt x="2" y="72"/>
                  </a:lnTo>
                  <a:lnTo>
                    <a:pt x="2" y="76"/>
                  </a:lnTo>
                  <a:lnTo>
                    <a:pt x="4" y="76"/>
                  </a:lnTo>
                  <a:lnTo>
                    <a:pt x="8" y="74"/>
                  </a:lnTo>
                  <a:lnTo>
                    <a:pt x="12" y="74"/>
                  </a:lnTo>
                  <a:lnTo>
                    <a:pt x="18" y="72"/>
                  </a:lnTo>
                  <a:lnTo>
                    <a:pt x="24" y="70"/>
                  </a:lnTo>
                  <a:lnTo>
                    <a:pt x="28" y="68"/>
                  </a:lnTo>
                  <a:lnTo>
                    <a:pt x="44" y="56"/>
                  </a:lnTo>
                  <a:lnTo>
                    <a:pt x="44" y="54"/>
                  </a:lnTo>
                  <a:lnTo>
                    <a:pt x="44" y="52"/>
                  </a:lnTo>
                  <a:lnTo>
                    <a:pt x="46" y="50"/>
                  </a:lnTo>
                  <a:lnTo>
                    <a:pt x="50" y="50"/>
                  </a:lnTo>
                  <a:lnTo>
                    <a:pt x="56" y="50"/>
                  </a:lnTo>
                  <a:lnTo>
                    <a:pt x="72" y="34"/>
                  </a:lnTo>
                  <a:lnTo>
                    <a:pt x="68" y="10"/>
                  </a:lnTo>
                  <a:lnTo>
                    <a:pt x="68" y="8"/>
                  </a:lnTo>
                  <a:lnTo>
                    <a:pt x="68" y="6"/>
                  </a:lnTo>
                  <a:lnTo>
                    <a:pt x="68" y="4"/>
                  </a:lnTo>
                  <a:lnTo>
                    <a:pt x="66" y="2"/>
                  </a:lnTo>
                  <a:lnTo>
                    <a:pt x="64" y="0"/>
                  </a:lnTo>
                  <a:lnTo>
                    <a:pt x="60" y="2"/>
                  </a:lnTo>
                  <a:lnTo>
                    <a:pt x="54" y="2"/>
                  </a:lnTo>
                  <a:lnTo>
                    <a:pt x="48" y="2"/>
                  </a:lnTo>
                  <a:lnTo>
                    <a:pt x="44" y="4"/>
                  </a:lnTo>
                  <a:lnTo>
                    <a:pt x="42" y="4"/>
                  </a:lnTo>
                  <a:lnTo>
                    <a:pt x="22" y="4"/>
                  </a:lnTo>
                  <a:lnTo>
                    <a:pt x="16" y="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32" name="Freeform 294"/>
            <p:cNvSpPr>
              <a:spLocks/>
            </p:cNvSpPr>
            <p:nvPr/>
          </p:nvSpPr>
          <p:spPr bwMode="gray">
            <a:xfrm>
              <a:off x="1271" y="2884"/>
              <a:ext cx="178" cy="190"/>
            </a:xfrm>
            <a:custGeom>
              <a:avLst/>
              <a:gdLst>
                <a:gd name="T0" fmla="*/ 66 w 178"/>
                <a:gd name="T1" fmla="*/ 0 h 190"/>
                <a:gd name="T2" fmla="*/ 62 w 178"/>
                <a:gd name="T3" fmla="*/ 4 h 190"/>
                <a:gd name="T4" fmla="*/ 56 w 178"/>
                <a:gd name="T5" fmla="*/ 10 h 190"/>
                <a:gd name="T6" fmla="*/ 52 w 178"/>
                <a:gd name="T7" fmla="*/ 12 h 190"/>
                <a:gd name="T8" fmla="*/ 46 w 178"/>
                <a:gd name="T9" fmla="*/ 18 h 190"/>
                <a:gd name="T10" fmla="*/ 40 w 178"/>
                <a:gd name="T11" fmla="*/ 26 h 190"/>
                <a:gd name="T12" fmla="*/ 36 w 178"/>
                <a:gd name="T13" fmla="*/ 30 h 190"/>
                <a:gd name="T14" fmla="*/ 30 w 178"/>
                <a:gd name="T15" fmla="*/ 50 h 190"/>
                <a:gd name="T16" fmla="*/ 24 w 178"/>
                <a:gd name="T17" fmla="*/ 62 h 190"/>
                <a:gd name="T18" fmla="*/ 12 w 178"/>
                <a:gd name="T19" fmla="*/ 76 h 190"/>
                <a:gd name="T20" fmla="*/ 6 w 178"/>
                <a:gd name="T21" fmla="*/ 86 h 190"/>
                <a:gd name="T22" fmla="*/ 4 w 178"/>
                <a:gd name="T23" fmla="*/ 90 h 190"/>
                <a:gd name="T24" fmla="*/ 4 w 178"/>
                <a:gd name="T25" fmla="*/ 104 h 190"/>
                <a:gd name="T26" fmla="*/ 4 w 178"/>
                <a:gd name="T27" fmla="*/ 112 h 190"/>
                <a:gd name="T28" fmla="*/ 0 w 178"/>
                <a:gd name="T29" fmla="*/ 116 h 190"/>
                <a:gd name="T30" fmla="*/ 0 w 178"/>
                <a:gd name="T31" fmla="*/ 122 h 190"/>
                <a:gd name="T32" fmla="*/ 4 w 178"/>
                <a:gd name="T33" fmla="*/ 126 h 190"/>
                <a:gd name="T34" fmla="*/ 8 w 178"/>
                <a:gd name="T35" fmla="*/ 128 h 190"/>
                <a:gd name="T36" fmla="*/ 14 w 178"/>
                <a:gd name="T37" fmla="*/ 134 h 190"/>
                <a:gd name="T38" fmla="*/ 22 w 178"/>
                <a:gd name="T39" fmla="*/ 144 h 190"/>
                <a:gd name="T40" fmla="*/ 28 w 178"/>
                <a:gd name="T41" fmla="*/ 152 h 190"/>
                <a:gd name="T42" fmla="*/ 30 w 178"/>
                <a:gd name="T43" fmla="*/ 154 h 190"/>
                <a:gd name="T44" fmla="*/ 46 w 178"/>
                <a:gd name="T45" fmla="*/ 172 h 190"/>
                <a:gd name="T46" fmla="*/ 82 w 178"/>
                <a:gd name="T47" fmla="*/ 190 h 190"/>
                <a:gd name="T48" fmla="*/ 110 w 178"/>
                <a:gd name="T49" fmla="*/ 178 h 190"/>
                <a:gd name="T50" fmla="*/ 128 w 178"/>
                <a:gd name="T51" fmla="*/ 184 h 190"/>
                <a:gd name="T52" fmla="*/ 146 w 178"/>
                <a:gd name="T53" fmla="*/ 172 h 190"/>
                <a:gd name="T54" fmla="*/ 162 w 178"/>
                <a:gd name="T55" fmla="*/ 128 h 190"/>
                <a:gd name="T56" fmla="*/ 120 w 178"/>
                <a:gd name="T57" fmla="*/ 104 h 190"/>
                <a:gd name="T58" fmla="*/ 120 w 178"/>
                <a:gd name="T59" fmla="*/ 96 h 190"/>
                <a:gd name="T60" fmla="*/ 104 w 178"/>
                <a:gd name="T61" fmla="*/ 80 h 190"/>
                <a:gd name="T62" fmla="*/ 114 w 178"/>
                <a:gd name="T63" fmla="*/ 74 h 190"/>
                <a:gd name="T64" fmla="*/ 118 w 178"/>
                <a:gd name="T65" fmla="*/ 68 h 190"/>
                <a:gd name="T66" fmla="*/ 118 w 178"/>
                <a:gd name="T67" fmla="*/ 66 h 190"/>
                <a:gd name="T68" fmla="*/ 114 w 178"/>
                <a:gd name="T69" fmla="*/ 60 h 190"/>
                <a:gd name="T70" fmla="*/ 104 w 178"/>
                <a:gd name="T71" fmla="*/ 50 h 190"/>
                <a:gd name="T72" fmla="*/ 96 w 178"/>
                <a:gd name="T73" fmla="*/ 42 h 190"/>
                <a:gd name="T74" fmla="*/ 90 w 178"/>
                <a:gd name="T75" fmla="*/ 38 h 190"/>
                <a:gd name="T76" fmla="*/ 82 w 178"/>
                <a:gd name="T77" fmla="*/ 30 h 190"/>
                <a:gd name="T78" fmla="*/ 76 w 178"/>
                <a:gd name="T79" fmla="*/ 20 h 190"/>
                <a:gd name="T80" fmla="*/ 72 w 178"/>
                <a:gd name="T81" fmla="*/ 14 h 190"/>
                <a:gd name="T82" fmla="*/ 70 w 178"/>
                <a:gd name="T83" fmla="*/ 10 h 190"/>
                <a:gd name="T84" fmla="*/ 66 w 178"/>
                <a:gd name="T85" fmla="*/ 0 h 19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78"/>
                <a:gd name="T130" fmla="*/ 0 h 190"/>
                <a:gd name="T131" fmla="*/ 178 w 178"/>
                <a:gd name="T132" fmla="*/ 190 h 19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78" h="190">
                  <a:moveTo>
                    <a:pt x="66" y="0"/>
                  </a:moveTo>
                  <a:lnTo>
                    <a:pt x="66" y="0"/>
                  </a:lnTo>
                  <a:lnTo>
                    <a:pt x="64" y="2"/>
                  </a:lnTo>
                  <a:lnTo>
                    <a:pt x="62" y="4"/>
                  </a:lnTo>
                  <a:lnTo>
                    <a:pt x="58" y="8"/>
                  </a:lnTo>
                  <a:lnTo>
                    <a:pt x="56" y="10"/>
                  </a:lnTo>
                  <a:lnTo>
                    <a:pt x="54" y="10"/>
                  </a:lnTo>
                  <a:lnTo>
                    <a:pt x="52" y="12"/>
                  </a:lnTo>
                  <a:lnTo>
                    <a:pt x="48" y="14"/>
                  </a:lnTo>
                  <a:lnTo>
                    <a:pt x="46" y="18"/>
                  </a:lnTo>
                  <a:lnTo>
                    <a:pt x="42" y="22"/>
                  </a:lnTo>
                  <a:lnTo>
                    <a:pt x="40" y="26"/>
                  </a:lnTo>
                  <a:lnTo>
                    <a:pt x="38" y="28"/>
                  </a:lnTo>
                  <a:lnTo>
                    <a:pt x="36" y="30"/>
                  </a:lnTo>
                  <a:lnTo>
                    <a:pt x="34" y="40"/>
                  </a:lnTo>
                  <a:lnTo>
                    <a:pt x="30" y="50"/>
                  </a:lnTo>
                  <a:lnTo>
                    <a:pt x="26" y="60"/>
                  </a:lnTo>
                  <a:lnTo>
                    <a:pt x="24" y="62"/>
                  </a:lnTo>
                  <a:lnTo>
                    <a:pt x="16" y="68"/>
                  </a:lnTo>
                  <a:lnTo>
                    <a:pt x="12" y="76"/>
                  </a:lnTo>
                  <a:lnTo>
                    <a:pt x="8" y="82"/>
                  </a:lnTo>
                  <a:lnTo>
                    <a:pt x="6" y="86"/>
                  </a:lnTo>
                  <a:lnTo>
                    <a:pt x="4" y="90"/>
                  </a:lnTo>
                  <a:lnTo>
                    <a:pt x="4" y="98"/>
                  </a:lnTo>
                  <a:lnTo>
                    <a:pt x="4" y="104"/>
                  </a:lnTo>
                  <a:lnTo>
                    <a:pt x="4" y="108"/>
                  </a:lnTo>
                  <a:lnTo>
                    <a:pt x="4" y="112"/>
                  </a:lnTo>
                  <a:lnTo>
                    <a:pt x="4" y="114"/>
                  </a:lnTo>
                  <a:lnTo>
                    <a:pt x="0" y="116"/>
                  </a:lnTo>
                  <a:lnTo>
                    <a:pt x="0" y="120"/>
                  </a:lnTo>
                  <a:lnTo>
                    <a:pt x="0" y="122"/>
                  </a:lnTo>
                  <a:lnTo>
                    <a:pt x="2" y="124"/>
                  </a:lnTo>
                  <a:lnTo>
                    <a:pt x="4" y="126"/>
                  </a:lnTo>
                  <a:lnTo>
                    <a:pt x="6" y="126"/>
                  </a:lnTo>
                  <a:lnTo>
                    <a:pt x="8" y="128"/>
                  </a:lnTo>
                  <a:lnTo>
                    <a:pt x="10" y="130"/>
                  </a:lnTo>
                  <a:lnTo>
                    <a:pt x="14" y="134"/>
                  </a:lnTo>
                  <a:lnTo>
                    <a:pt x="18" y="140"/>
                  </a:lnTo>
                  <a:lnTo>
                    <a:pt x="22" y="144"/>
                  </a:lnTo>
                  <a:lnTo>
                    <a:pt x="24" y="148"/>
                  </a:lnTo>
                  <a:lnTo>
                    <a:pt x="28" y="152"/>
                  </a:lnTo>
                  <a:lnTo>
                    <a:pt x="28" y="154"/>
                  </a:lnTo>
                  <a:lnTo>
                    <a:pt x="30" y="154"/>
                  </a:lnTo>
                  <a:lnTo>
                    <a:pt x="32" y="172"/>
                  </a:lnTo>
                  <a:lnTo>
                    <a:pt x="46" y="172"/>
                  </a:lnTo>
                  <a:lnTo>
                    <a:pt x="64" y="188"/>
                  </a:lnTo>
                  <a:lnTo>
                    <a:pt x="82" y="190"/>
                  </a:lnTo>
                  <a:lnTo>
                    <a:pt x="90" y="182"/>
                  </a:lnTo>
                  <a:lnTo>
                    <a:pt x="110" y="178"/>
                  </a:lnTo>
                  <a:lnTo>
                    <a:pt x="112" y="184"/>
                  </a:lnTo>
                  <a:lnTo>
                    <a:pt x="128" y="184"/>
                  </a:lnTo>
                  <a:lnTo>
                    <a:pt x="130" y="178"/>
                  </a:lnTo>
                  <a:lnTo>
                    <a:pt x="146" y="172"/>
                  </a:lnTo>
                  <a:lnTo>
                    <a:pt x="178" y="130"/>
                  </a:lnTo>
                  <a:lnTo>
                    <a:pt x="162" y="128"/>
                  </a:lnTo>
                  <a:lnTo>
                    <a:pt x="130" y="110"/>
                  </a:lnTo>
                  <a:lnTo>
                    <a:pt x="120" y="104"/>
                  </a:lnTo>
                  <a:lnTo>
                    <a:pt x="122" y="98"/>
                  </a:lnTo>
                  <a:lnTo>
                    <a:pt x="120" y="96"/>
                  </a:lnTo>
                  <a:lnTo>
                    <a:pt x="106" y="92"/>
                  </a:lnTo>
                  <a:lnTo>
                    <a:pt x="104" y="80"/>
                  </a:lnTo>
                  <a:lnTo>
                    <a:pt x="112" y="72"/>
                  </a:lnTo>
                  <a:lnTo>
                    <a:pt x="114" y="74"/>
                  </a:lnTo>
                  <a:lnTo>
                    <a:pt x="118" y="70"/>
                  </a:lnTo>
                  <a:lnTo>
                    <a:pt x="118" y="68"/>
                  </a:lnTo>
                  <a:lnTo>
                    <a:pt x="118" y="66"/>
                  </a:lnTo>
                  <a:lnTo>
                    <a:pt x="116" y="64"/>
                  </a:lnTo>
                  <a:lnTo>
                    <a:pt x="114" y="60"/>
                  </a:lnTo>
                  <a:lnTo>
                    <a:pt x="110" y="56"/>
                  </a:lnTo>
                  <a:lnTo>
                    <a:pt x="104" y="50"/>
                  </a:lnTo>
                  <a:lnTo>
                    <a:pt x="96" y="44"/>
                  </a:lnTo>
                  <a:lnTo>
                    <a:pt x="96" y="42"/>
                  </a:lnTo>
                  <a:lnTo>
                    <a:pt x="94" y="40"/>
                  </a:lnTo>
                  <a:lnTo>
                    <a:pt x="90" y="38"/>
                  </a:lnTo>
                  <a:lnTo>
                    <a:pt x="86" y="34"/>
                  </a:lnTo>
                  <a:lnTo>
                    <a:pt x="82" y="30"/>
                  </a:lnTo>
                  <a:lnTo>
                    <a:pt x="78" y="26"/>
                  </a:lnTo>
                  <a:lnTo>
                    <a:pt x="76" y="20"/>
                  </a:lnTo>
                  <a:lnTo>
                    <a:pt x="74" y="16"/>
                  </a:lnTo>
                  <a:lnTo>
                    <a:pt x="72" y="14"/>
                  </a:lnTo>
                  <a:lnTo>
                    <a:pt x="72" y="12"/>
                  </a:lnTo>
                  <a:lnTo>
                    <a:pt x="70" y="10"/>
                  </a:lnTo>
                  <a:lnTo>
                    <a:pt x="70" y="6"/>
                  </a:lnTo>
                  <a:lnTo>
                    <a:pt x="66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33" name="Freeform 295"/>
            <p:cNvSpPr>
              <a:spLocks/>
            </p:cNvSpPr>
            <p:nvPr/>
          </p:nvSpPr>
          <p:spPr bwMode="gray">
            <a:xfrm>
              <a:off x="1221" y="3132"/>
              <a:ext cx="22" cy="26"/>
            </a:xfrm>
            <a:custGeom>
              <a:avLst/>
              <a:gdLst>
                <a:gd name="T0" fmla="*/ 0 w 22"/>
                <a:gd name="T1" fmla="*/ 6 h 26"/>
                <a:gd name="T2" fmla="*/ 18 w 22"/>
                <a:gd name="T3" fmla="*/ 0 h 26"/>
                <a:gd name="T4" fmla="*/ 20 w 22"/>
                <a:gd name="T5" fmla="*/ 0 h 26"/>
                <a:gd name="T6" fmla="*/ 20 w 22"/>
                <a:gd name="T7" fmla="*/ 2 h 26"/>
                <a:gd name="T8" fmla="*/ 22 w 22"/>
                <a:gd name="T9" fmla="*/ 4 h 26"/>
                <a:gd name="T10" fmla="*/ 22 w 22"/>
                <a:gd name="T11" fmla="*/ 6 h 26"/>
                <a:gd name="T12" fmla="*/ 22 w 22"/>
                <a:gd name="T13" fmla="*/ 6 h 26"/>
                <a:gd name="T14" fmla="*/ 22 w 22"/>
                <a:gd name="T15" fmla="*/ 8 h 26"/>
                <a:gd name="T16" fmla="*/ 22 w 22"/>
                <a:gd name="T17" fmla="*/ 12 h 26"/>
                <a:gd name="T18" fmla="*/ 22 w 22"/>
                <a:gd name="T19" fmla="*/ 16 h 26"/>
                <a:gd name="T20" fmla="*/ 22 w 22"/>
                <a:gd name="T21" fmla="*/ 20 h 26"/>
                <a:gd name="T22" fmla="*/ 18 w 22"/>
                <a:gd name="T23" fmla="*/ 22 h 26"/>
                <a:gd name="T24" fmla="*/ 18 w 22"/>
                <a:gd name="T25" fmla="*/ 22 h 26"/>
                <a:gd name="T26" fmla="*/ 16 w 22"/>
                <a:gd name="T27" fmla="*/ 22 h 26"/>
                <a:gd name="T28" fmla="*/ 12 w 22"/>
                <a:gd name="T29" fmla="*/ 24 h 26"/>
                <a:gd name="T30" fmla="*/ 12 w 22"/>
                <a:gd name="T31" fmla="*/ 26 h 26"/>
                <a:gd name="T32" fmla="*/ 12 w 22"/>
                <a:gd name="T33" fmla="*/ 26 h 26"/>
                <a:gd name="T34" fmla="*/ 10 w 22"/>
                <a:gd name="T35" fmla="*/ 26 h 26"/>
                <a:gd name="T36" fmla="*/ 8 w 22"/>
                <a:gd name="T37" fmla="*/ 26 h 26"/>
                <a:gd name="T38" fmla="*/ 2 w 22"/>
                <a:gd name="T39" fmla="*/ 24 h 26"/>
                <a:gd name="T40" fmla="*/ 2 w 22"/>
                <a:gd name="T41" fmla="*/ 24 h 26"/>
                <a:gd name="T42" fmla="*/ 2 w 22"/>
                <a:gd name="T43" fmla="*/ 22 h 26"/>
                <a:gd name="T44" fmla="*/ 0 w 22"/>
                <a:gd name="T45" fmla="*/ 18 h 26"/>
                <a:gd name="T46" fmla="*/ 0 w 22"/>
                <a:gd name="T47" fmla="*/ 14 h 26"/>
                <a:gd name="T48" fmla="*/ 0 w 22"/>
                <a:gd name="T49" fmla="*/ 10 h 26"/>
                <a:gd name="T50" fmla="*/ 0 w 22"/>
                <a:gd name="T51" fmla="*/ 6 h 2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2"/>
                <a:gd name="T79" fmla="*/ 0 h 26"/>
                <a:gd name="T80" fmla="*/ 22 w 22"/>
                <a:gd name="T81" fmla="*/ 26 h 2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2" h="26">
                  <a:moveTo>
                    <a:pt x="0" y="6"/>
                  </a:moveTo>
                  <a:lnTo>
                    <a:pt x="18" y="0"/>
                  </a:lnTo>
                  <a:lnTo>
                    <a:pt x="20" y="0"/>
                  </a:lnTo>
                  <a:lnTo>
                    <a:pt x="20" y="2"/>
                  </a:lnTo>
                  <a:lnTo>
                    <a:pt x="22" y="4"/>
                  </a:lnTo>
                  <a:lnTo>
                    <a:pt x="22" y="6"/>
                  </a:lnTo>
                  <a:lnTo>
                    <a:pt x="22" y="8"/>
                  </a:lnTo>
                  <a:lnTo>
                    <a:pt x="22" y="12"/>
                  </a:lnTo>
                  <a:lnTo>
                    <a:pt x="22" y="16"/>
                  </a:lnTo>
                  <a:lnTo>
                    <a:pt x="22" y="20"/>
                  </a:lnTo>
                  <a:lnTo>
                    <a:pt x="18" y="22"/>
                  </a:lnTo>
                  <a:lnTo>
                    <a:pt x="16" y="22"/>
                  </a:lnTo>
                  <a:lnTo>
                    <a:pt x="12" y="24"/>
                  </a:lnTo>
                  <a:lnTo>
                    <a:pt x="12" y="26"/>
                  </a:lnTo>
                  <a:lnTo>
                    <a:pt x="10" y="26"/>
                  </a:lnTo>
                  <a:lnTo>
                    <a:pt x="8" y="26"/>
                  </a:lnTo>
                  <a:lnTo>
                    <a:pt x="2" y="24"/>
                  </a:lnTo>
                  <a:lnTo>
                    <a:pt x="2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0" y="10"/>
                  </a:lnTo>
                  <a:lnTo>
                    <a:pt x="0" y="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34" name="Freeform 296"/>
            <p:cNvSpPr>
              <a:spLocks/>
            </p:cNvSpPr>
            <p:nvPr/>
          </p:nvSpPr>
          <p:spPr bwMode="gray">
            <a:xfrm>
              <a:off x="1223" y="3150"/>
              <a:ext cx="24" cy="32"/>
            </a:xfrm>
            <a:custGeom>
              <a:avLst/>
              <a:gdLst>
                <a:gd name="T0" fmla="*/ 18 w 24"/>
                <a:gd name="T1" fmla="*/ 0 h 32"/>
                <a:gd name="T2" fmla="*/ 18 w 24"/>
                <a:gd name="T3" fmla="*/ 2 h 32"/>
                <a:gd name="T4" fmla="*/ 16 w 24"/>
                <a:gd name="T5" fmla="*/ 2 h 32"/>
                <a:gd name="T6" fmla="*/ 12 w 24"/>
                <a:gd name="T7" fmla="*/ 6 h 32"/>
                <a:gd name="T8" fmla="*/ 12 w 24"/>
                <a:gd name="T9" fmla="*/ 6 h 32"/>
                <a:gd name="T10" fmla="*/ 12 w 24"/>
                <a:gd name="T11" fmla="*/ 6 h 32"/>
                <a:gd name="T12" fmla="*/ 10 w 24"/>
                <a:gd name="T13" fmla="*/ 6 h 32"/>
                <a:gd name="T14" fmla="*/ 10 w 24"/>
                <a:gd name="T15" fmla="*/ 8 h 32"/>
                <a:gd name="T16" fmla="*/ 8 w 24"/>
                <a:gd name="T17" fmla="*/ 8 h 32"/>
                <a:gd name="T18" fmla="*/ 6 w 24"/>
                <a:gd name="T19" fmla="*/ 8 h 32"/>
                <a:gd name="T20" fmla="*/ 2 w 24"/>
                <a:gd name="T21" fmla="*/ 6 h 32"/>
                <a:gd name="T22" fmla="*/ 0 w 24"/>
                <a:gd name="T23" fmla="*/ 6 h 32"/>
                <a:gd name="T24" fmla="*/ 8 w 24"/>
                <a:gd name="T25" fmla="*/ 32 h 32"/>
                <a:gd name="T26" fmla="*/ 8 w 24"/>
                <a:gd name="T27" fmla="*/ 32 h 32"/>
                <a:gd name="T28" fmla="*/ 10 w 24"/>
                <a:gd name="T29" fmla="*/ 30 h 32"/>
                <a:gd name="T30" fmla="*/ 14 w 24"/>
                <a:gd name="T31" fmla="*/ 28 h 32"/>
                <a:gd name="T32" fmla="*/ 16 w 24"/>
                <a:gd name="T33" fmla="*/ 24 h 32"/>
                <a:gd name="T34" fmla="*/ 20 w 24"/>
                <a:gd name="T35" fmla="*/ 20 h 32"/>
                <a:gd name="T36" fmla="*/ 22 w 24"/>
                <a:gd name="T37" fmla="*/ 16 h 32"/>
                <a:gd name="T38" fmla="*/ 24 w 24"/>
                <a:gd name="T39" fmla="*/ 12 h 32"/>
                <a:gd name="T40" fmla="*/ 24 w 24"/>
                <a:gd name="T41" fmla="*/ 10 h 32"/>
                <a:gd name="T42" fmla="*/ 22 w 24"/>
                <a:gd name="T43" fmla="*/ 8 h 32"/>
                <a:gd name="T44" fmla="*/ 20 w 24"/>
                <a:gd name="T45" fmla="*/ 6 h 32"/>
                <a:gd name="T46" fmla="*/ 20 w 24"/>
                <a:gd name="T47" fmla="*/ 4 h 32"/>
                <a:gd name="T48" fmla="*/ 18 w 24"/>
                <a:gd name="T49" fmla="*/ 0 h 3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24"/>
                <a:gd name="T76" fmla="*/ 0 h 32"/>
                <a:gd name="T77" fmla="*/ 24 w 24"/>
                <a:gd name="T78" fmla="*/ 32 h 3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24" h="32">
                  <a:moveTo>
                    <a:pt x="18" y="0"/>
                  </a:moveTo>
                  <a:lnTo>
                    <a:pt x="18" y="2"/>
                  </a:lnTo>
                  <a:lnTo>
                    <a:pt x="16" y="2"/>
                  </a:lnTo>
                  <a:lnTo>
                    <a:pt x="12" y="6"/>
                  </a:lnTo>
                  <a:lnTo>
                    <a:pt x="10" y="6"/>
                  </a:lnTo>
                  <a:lnTo>
                    <a:pt x="10" y="8"/>
                  </a:lnTo>
                  <a:lnTo>
                    <a:pt x="8" y="8"/>
                  </a:lnTo>
                  <a:lnTo>
                    <a:pt x="6" y="8"/>
                  </a:lnTo>
                  <a:lnTo>
                    <a:pt x="2" y="6"/>
                  </a:lnTo>
                  <a:lnTo>
                    <a:pt x="0" y="6"/>
                  </a:lnTo>
                  <a:lnTo>
                    <a:pt x="8" y="32"/>
                  </a:lnTo>
                  <a:lnTo>
                    <a:pt x="10" y="30"/>
                  </a:lnTo>
                  <a:lnTo>
                    <a:pt x="14" y="28"/>
                  </a:lnTo>
                  <a:lnTo>
                    <a:pt x="16" y="24"/>
                  </a:lnTo>
                  <a:lnTo>
                    <a:pt x="20" y="20"/>
                  </a:lnTo>
                  <a:lnTo>
                    <a:pt x="22" y="16"/>
                  </a:lnTo>
                  <a:lnTo>
                    <a:pt x="24" y="12"/>
                  </a:lnTo>
                  <a:lnTo>
                    <a:pt x="24" y="10"/>
                  </a:lnTo>
                  <a:lnTo>
                    <a:pt x="22" y="8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18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35" name="Freeform 297"/>
            <p:cNvSpPr>
              <a:spLocks/>
            </p:cNvSpPr>
            <p:nvPr/>
          </p:nvSpPr>
          <p:spPr bwMode="gray">
            <a:xfrm>
              <a:off x="1231" y="3130"/>
              <a:ext cx="126" cy="142"/>
            </a:xfrm>
            <a:custGeom>
              <a:avLst/>
              <a:gdLst>
                <a:gd name="T0" fmla="*/ 40 w 126"/>
                <a:gd name="T1" fmla="*/ 4 h 142"/>
                <a:gd name="T2" fmla="*/ 40 w 126"/>
                <a:gd name="T3" fmla="*/ 6 h 142"/>
                <a:gd name="T4" fmla="*/ 38 w 126"/>
                <a:gd name="T5" fmla="*/ 12 h 142"/>
                <a:gd name="T6" fmla="*/ 32 w 126"/>
                <a:gd name="T7" fmla="*/ 18 h 142"/>
                <a:gd name="T8" fmla="*/ 28 w 126"/>
                <a:gd name="T9" fmla="*/ 18 h 142"/>
                <a:gd name="T10" fmla="*/ 22 w 126"/>
                <a:gd name="T11" fmla="*/ 12 h 142"/>
                <a:gd name="T12" fmla="*/ 18 w 126"/>
                <a:gd name="T13" fmla="*/ 6 h 142"/>
                <a:gd name="T14" fmla="*/ 10 w 126"/>
                <a:gd name="T15" fmla="*/ 2 h 142"/>
                <a:gd name="T16" fmla="*/ 10 w 126"/>
                <a:gd name="T17" fmla="*/ 6 h 142"/>
                <a:gd name="T18" fmla="*/ 12 w 126"/>
                <a:gd name="T19" fmla="*/ 14 h 142"/>
                <a:gd name="T20" fmla="*/ 14 w 126"/>
                <a:gd name="T21" fmla="*/ 16 h 142"/>
                <a:gd name="T22" fmla="*/ 12 w 126"/>
                <a:gd name="T23" fmla="*/ 22 h 142"/>
                <a:gd name="T24" fmla="*/ 12 w 126"/>
                <a:gd name="T25" fmla="*/ 26 h 142"/>
                <a:gd name="T26" fmla="*/ 16 w 126"/>
                <a:gd name="T27" fmla="*/ 32 h 142"/>
                <a:gd name="T28" fmla="*/ 16 w 126"/>
                <a:gd name="T29" fmla="*/ 34 h 142"/>
                <a:gd name="T30" fmla="*/ 14 w 126"/>
                <a:gd name="T31" fmla="*/ 38 h 142"/>
                <a:gd name="T32" fmla="*/ 6 w 126"/>
                <a:gd name="T33" fmla="*/ 48 h 142"/>
                <a:gd name="T34" fmla="*/ 10 w 126"/>
                <a:gd name="T35" fmla="*/ 104 h 142"/>
                <a:gd name="T36" fmla="*/ 14 w 126"/>
                <a:gd name="T37" fmla="*/ 104 h 142"/>
                <a:gd name="T38" fmla="*/ 22 w 126"/>
                <a:gd name="T39" fmla="*/ 106 h 142"/>
                <a:gd name="T40" fmla="*/ 30 w 126"/>
                <a:gd name="T41" fmla="*/ 108 h 142"/>
                <a:gd name="T42" fmla="*/ 34 w 126"/>
                <a:gd name="T43" fmla="*/ 108 h 142"/>
                <a:gd name="T44" fmla="*/ 40 w 126"/>
                <a:gd name="T45" fmla="*/ 108 h 142"/>
                <a:gd name="T46" fmla="*/ 48 w 126"/>
                <a:gd name="T47" fmla="*/ 108 h 142"/>
                <a:gd name="T48" fmla="*/ 56 w 126"/>
                <a:gd name="T49" fmla="*/ 116 h 142"/>
                <a:gd name="T50" fmla="*/ 60 w 126"/>
                <a:gd name="T51" fmla="*/ 126 h 142"/>
                <a:gd name="T52" fmla="*/ 62 w 126"/>
                <a:gd name="T53" fmla="*/ 132 h 142"/>
                <a:gd name="T54" fmla="*/ 68 w 126"/>
                <a:gd name="T55" fmla="*/ 142 h 142"/>
                <a:gd name="T56" fmla="*/ 84 w 126"/>
                <a:gd name="T57" fmla="*/ 140 h 142"/>
                <a:gd name="T58" fmla="*/ 106 w 126"/>
                <a:gd name="T59" fmla="*/ 142 h 142"/>
                <a:gd name="T60" fmla="*/ 110 w 126"/>
                <a:gd name="T61" fmla="*/ 108 h 142"/>
                <a:gd name="T62" fmla="*/ 106 w 126"/>
                <a:gd name="T63" fmla="*/ 90 h 142"/>
                <a:gd name="T64" fmla="*/ 102 w 126"/>
                <a:gd name="T65" fmla="*/ 84 h 142"/>
                <a:gd name="T66" fmla="*/ 100 w 126"/>
                <a:gd name="T67" fmla="*/ 76 h 142"/>
                <a:gd name="T68" fmla="*/ 110 w 126"/>
                <a:gd name="T69" fmla="*/ 50 h 142"/>
                <a:gd name="T70" fmla="*/ 96 w 126"/>
                <a:gd name="T71" fmla="*/ 42 h 142"/>
                <a:gd name="T72" fmla="*/ 94 w 126"/>
                <a:gd name="T73" fmla="*/ 38 h 142"/>
                <a:gd name="T74" fmla="*/ 48 w 126"/>
                <a:gd name="T75" fmla="*/ 4 h 14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26"/>
                <a:gd name="T115" fmla="*/ 0 h 142"/>
                <a:gd name="T116" fmla="*/ 126 w 126"/>
                <a:gd name="T117" fmla="*/ 142 h 14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26" h="142">
                  <a:moveTo>
                    <a:pt x="48" y="4"/>
                  </a:moveTo>
                  <a:lnTo>
                    <a:pt x="40" y="4"/>
                  </a:lnTo>
                  <a:lnTo>
                    <a:pt x="40" y="6"/>
                  </a:lnTo>
                  <a:lnTo>
                    <a:pt x="38" y="10"/>
                  </a:lnTo>
                  <a:lnTo>
                    <a:pt x="38" y="12"/>
                  </a:lnTo>
                  <a:lnTo>
                    <a:pt x="36" y="16"/>
                  </a:lnTo>
                  <a:lnTo>
                    <a:pt x="32" y="18"/>
                  </a:lnTo>
                  <a:lnTo>
                    <a:pt x="28" y="18"/>
                  </a:lnTo>
                  <a:lnTo>
                    <a:pt x="24" y="16"/>
                  </a:lnTo>
                  <a:lnTo>
                    <a:pt x="22" y="12"/>
                  </a:lnTo>
                  <a:lnTo>
                    <a:pt x="20" y="10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10" y="4"/>
                  </a:lnTo>
                  <a:lnTo>
                    <a:pt x="10" y="6"/>
                  </a:lnTo>
                  <a:lnTo>
                    <a:pt x="12" y="10"/>
                  </a:lnTo>
                  <a:lnTo>
                    <a:pt x="12" y="14"/>
                  </a:lnTo>
                  <a:lnTo>
                    <a:pt x="14" y="16"/>
                  </a:lnTo>
                  <a:lnTo>
                    <a:pt x="12" y="18"/>
                  </a:lnTo>
                  <a:lnTo>
                    <a:pt x="12" y="22"/>
                  </a:lnTo>
                  <a:lnTo>
                    <a:pt x="12" y="26"/>
                  </a:lnTo>
                  <a:lnTo>
                    <a:pt x="14" y="28"/>
                  </a:lnTo>
                  <a:lnTo>
                    <a:pt x="16" y="32"/>
                  </a:lnTo>
                  <a:lnTo>
                    <a:pt x="16" y="34"/>
                  </a:lnTo>
                  <a:lnTo>
                    <a:pt x="16" y="36"/>
                  </a:lnTo>
                  <a:lnTo>
                    <a:pt x="14" y="38"/>
                  </a:lnTo>
                  <a:lnTo>
                    <a:pt x="10" y="42"/>
                  </a:lnTo>
                  <a:lnTo>
                    <a:pt x="6" y="48"/>
                  </a:lnTo>
                  <a:lnTo>
                    <a:pt x="0" y="54"/>
                  </a:lnTo>
                  <a:lnTo>
                    <a:pt x="10" y="104"/>
                  </a:lnTo>
                  <a:lnTo>
                    <a:pt x="14" y="104"/>
                  </a:lnTo>
                  <a:lnTo>
                    <a:pt x="16" y="106"/>
                  </a:lnTo>
                  <a:lnTo>
                    <a:pt x="22" y="106"/>
                  </a:lnTo>
                  <a:lnTo>
                    <a:pt x="26" y="108"/>
                  </a:lnTo>
                  <a:lnTo>
                    <a:pt x="30" y="108"/>
                  </a:lnTo>
                  <a:lnTo>
                    <a:pt x="34" y="108"/>
                  </a:lnTo>
                  <a:lnTo>
                    <a:pt x="36" y="108"/>
                  </a:lnTo>
                  <a:lnTo>
                    <a:pt x="40" y="108"/>
                  </a:lnTo>
                  <a:lnTo>
                    <a:pt x="42" y="108"/>
                  </a:lnTo>
                  <a:lnTo>
                    <a:pt x="48" y="108"/>
                  </a:lnTo>
                  <a:lnTo>
                    <a:pt x="52" y="112"/>
                  </a:lnTo>
                  <a:lnTo>
                    <a:pt x="56" y="116"/>
                  </a:lnTo>
                  <a:lnTo>
                    <a:pt x="60" y="124"/>
                  </a:lnTo>
                  <a:lnTo>
                    <a:pt x="60" y="126"/>
                  </a:lnTo>
                  <a:lnTo>
                    <a:pt x="62" y="128"/>
                  </a:lnTo>
                  <a:lnTo>
                    <a:pt x="62" y="132"/>
                  </a:lnTo>
                  <a:lnTo>
                    <a:pt x="64" y="138"/>
                  </a:lnTo>
                  <a:lnTo>
                    <a:pt x="68" y="142"/>
                  </a:lnTo>
                  <a:lnTo>
                    <a:pt x="80" y="142"/>
                  </a:lnTo>
                  <a:lnTo>
                    <a:pt x="84" y="140"/>
                  </a:lnTo>
                  <a:lnTo>
                    <a:pt x="86" y="142"/>
                  </a:lnTo>
                  <a:lnTo>
                    <a:pt x="106" y="142"/>
                  </a:lnTo>
                  <a:lnTo>
                    <a:pt x="126" y="134"/>
                  </a:lnTo>
                  <a:lnTo>
                    <a:pt x="110" y="108"/>
                  </a:lnTo>
                  <a:lnTo>
                    <a:pt x="108" y="90"/>
                  </a:lnTo>
                  <a:lnTo>
                    <a:pt x="106" y="90"/>
                  </a:lnTo>
                  <a:lnTo>
                    <a:pt x="104" y="88"/>
                  </a:lnTo>
                  <a:lnTo>
                    <a:pt x="102" y="84"/>
                  </a:lnTo>
                  <a:lnTo>
                    <a:pt x="102" y="80"/>
                  </a:lnTo>
                  <a:lnTo>
                    <a:pt x="100" y="76"/>
                  </a:lnTo>
                  <a:lnTo>
                    <a:pt x="102" y="70"/>
                  </a:lnTo>
                  <a:lnTo>
                    <a:pt x="110" y="50"/>
                  </a:lnTo>
                  <a:lnTo>
                    <a:pt x="98" y="44"/>
                  </a:lnTo>
                  <a:lnTo>
                    <a:pt x="96" y="42"/>
                  </a:lnTo>
                  <a:lnTo>
                    <a:pt x="94" y="40"/>
                  </a:lnTo>
                  <a:lnTo>
                    <a:pt x="94" y="38"/>
                  </a:lnTo>
                  <a:lnTo>
                    <a:pt x="94" y="36"/>
                  </a:lnTo>
                  <a:lnTo>
                    <a:pt x="48" y="4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36" name="Freeform 298"/>
            <p:cNvSpPr>
              <a:spLocks/>
            </p:cNvSpPr>
            <p:nvPr/>
          </p:nvSpPr>
          <p:spPr bwMode="gray">
            <a:xfrm>
              <a:off x="1247" y="3264"/>
              <a:ext cx="112" cy="212"/>
            </a:xfrm>
            <a:custGeom>
              <a:avLst/>
              <a:gdLst>
                <a:gd name="T0" fmla="*/ 8 w 112"/>
                <a:gd name="T1" fmla="*/ 148 h 212"/>
                <a:gd name="T2" fmla="*/ 28 w 112"/>
                <a:gd name="T3" fmla="*/ 128 h 212"/>
                <a:gd name="T4" fmla="*/ 28 w 112"/>
                <a:gd name="T5" fmla="*/ 96 h 212"/>
                <a:gd name="T6" fmla="*/ 18 w 112"/>
                <a:gd name="T7" fmla="*/ 76 h 212"/>
                <a:gd name="T8" fmla="*/ 8 w 112"/>
                <a:gd name="T9" fmla="*/ 66 h 212"/>
                <a:gd name="T10" fmla="*/ 44 w 112"/>
                <a:gd name="T11" fmla="*/ 34 h 212"/>
                <a:gd name="T12" fmla="*/ 46 w 112"/>
                <a:gd name="T13" fmla="*/ 20 h 212"/>
                <a:gd name="T14" fmla="*/ 54 w 112"/>
                <a:gd name="T15" fmla="*/ 28 h 212"/>
                <a:gd name="T16" fmla="*/ 58 w 112"/>
                <a:gd name="T17" fmla="*/ 36 h 212"/>
                <a:gd name="T18" fmla="*/ 62 w 112"/>
                <a:gd name="T19" fmla="*/ 40 h 212"/>
                <a:gd name="T20" fmla="*/ 64 w 112"/>
                <a:gd name="T21" fmla="*/ 40 h 212"/>
                <a:gd name="T22" fmla="*/ 62 w 112"/>
                <a:gd name="T23" fmla="*/ 26 h 212"/>
                <a:gd name="T24" fmla="*/ 58 w 112"/>
                <a:gd name="T25" fmla="*/ 24 h 212"/>
                <a:gd name="T26" fmla="*/ 56 w 112"/>
                <a:gd name="T27" fmla="*/ 20 h 212"/>
                <a:gd name="T28" fmla="*/ 64 w 112"/>
                <a:gd name="T29" fmla="*/ 8 h 212"/>
                <a:gd name="T30" fmla="*/ 70 w 112"/>
                <a:gd name="T31" fmla="*/ 8 h 212"/>
                <a:gd name="T32" fmla="*/ 110 w 112"/>
                <a:gd name="T33" fmla="*/ 0 h 212"/>
                <a:gd name="T34" fmla="*/ 110 w 112"/>
                <a:gd name="T35" fmla="*/ 10 h 212"/>
                <a:gd name="T36" fmla="*/ 110 w 112"/>
                <a:gd name="T37" fmla="*/ 24 h 212"/>
                <a:gd name="T38" fmla="*/ 110 w 112"/>
                <a:gd name="T39" fmla="*/ 36 h 212"/>
                <a:gd name="T40" fmla="*/ 112 w 112"/>
                <a:gd name="T41" fmla="*/ 42 h 212"/>
                <a:gd name="T42" fmla="*/ 108 w 112"/>
                <a:gd name="T43" fmla="*/ 70 h 212"/>
                <a:gd name="T44" fmla="*/ 96 w 112"/>
                <a:gd name="T45" fmla="*/ 80 h 212"/>
                <a:gd name="T46" fmla="*/ 88 w 112"/>
                <a:gd name="T47" fmla="*/ 82 h 212"/>
                <a:gd name="T48" fmla="*/ 78 w 112"/>
                <a:gd name="T49" fmla="*/ 88 h 212"/>
                <a:gd name="T50" fmla="*/ 72 w 112"/>
                <a:gd name="T51" fmla="*/ 94 h 212"/>
                <a:gd name="T52" fmla="*/ 68 w 112"/>
                <a:gd name="T53" fmla="*/ 100 h 212"/>
                <a:gd name="T54" fmla="*/ 60 w 112"/>
                <a:gd name="T55" fmla="*/ 108 h 212"/>
                <a:gd name="T56" fmla="*/ 56 w 112"/>
                <a:gd name="T57" fmla="*/ 110 h 212"/>
                <a:gd name="T58" fmla="*/ 48 w 112"/>
                <a:gd name="T59" fmla="*/ 118 h 212"/>
                <a:gd name="T60" fmla="*/ 44 w 112"/>
                <a:gd name="T61" fmla="*/ 126 h 212"/>
                <a:gd name="T62" fmla="*/ 44 w 112"/>
                <a:gd name="T63" fmla="*/ 142 h 212"/>
                <a:gd name="T64" fmla="*/ 46 w 112"/>
                <a:gd name="T65" fmla="*/ 168 h 212"/>
                <a:gd name="T66" fmla="*/ 46 w 112"/>
                <a:gd name="T67" fmla="*/ 176 h 212"/>
                <a:gd name="T68" fmla="*/ 46 w 112"/>
                <a:gd name="T69" fmla="*/ 184 h 212"/>
                <a:gd name="T70" fmla="*/ 42 w 112"/>
                <a:gd name="T71" fmla="*/ 188 h 212"/>
                <a:gd name="T72" fmla="*/ 34 w 112"/>
                <a:gd name="T73" fmla="*/ 192 h 212"/>
                <a:gd name="T74" fmla="*/ 30 w 112"/>
                <a:gd name="T75" fmla="*/ 194 h 212"/>
                <a:gd name="T76" fmla="*/ 22 w 112"/>
                <a:gd name="T77" fmla="*/ 198 h 212"/>
                <a:gd name="T78" fmla="*/ 20 w 112"/>
                <a:gd name="T79" fmla="*/ 202 h 212"/>
                <a:gd name="T80" fmla="*/ 20 w 112"/>
                <a:gd name="T81" fmla="*/ 206 h 212"/>
                <a:gd name="T82" fmla="*/ 22 w 112"/>
                <a:gd name="T83" fmla="*/ 208 h 212"/>
                <a:gd name="T84" fmla="*/ 20 w 112"/>
                <a:gd name="T85" fmla="*/ 212 h 212"/>
                <a:gd name="T86" fmla="*/ 18 w 112"/>
                <a:gd name="T87" fmla="*/ 212 h 212"/>
                <a:gd name="T88" fmla="*/ 12 w 112"/>
                <a:gd name="T89" fmla="*/ 204 h 212"/>
                <a:gd name="T90" fmla="*/ 10 w 112"/>
                <a:gd name="T91" fmla="*/ 194 h 212"/>
                <a:gd name="T92" fmla="*/ 8 w 112"/>
                <a:gd name="T93" fmla="*/ 192 h 212"/>
                <a:gd name="T94" fmla="*/ 6 w 112"/>
                <a:gd name="T95" fmla="*/ 192 h 212"/>
                <a:gd name="T96" fmla="*/ 6 w 112"/>
                <a:gd name="T97" fmla="*/ 174 h 212"/>
                <a:gd name="T98" fmla="*/ 2 w 112"/>
                <a:gd name="T99" fmla="*/ 164 h 212"/>
                <a:gd name="T100" fmla="*/ 0 w 112"/>
                <a:gd name="T101" fmla="*/ 160 h 21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2"/>
                <a:gd name="T154" fmla="*/ 0 h 212"/>
                <a:gd name="T155" fmla="*/ 112 w 112"/>
                <a:gd name="T156" fmla="*/ 212 h 21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2" h="212">
                  <a:moveTo>
                    <a:pt x="2" y="156"/>
                  </a:moveTo>
                  <a:lnTo>
                    <a:pt x="8" y="148"/>
                  </a:lnTo>
                  <a:lnTo>
                    <a:pt x="20" y="140"/>
                  </a:lnTo>
                  <a:lnTo>
                    <a:pt x="28" y="128"/>
                  </a:lnTo>
                  <a:lnTo>
                    <a:pt x="30" y="112"/>
                  </a:lnTo>
                  <a:lnTo>
                    <a:pt x="28" y="96"/>
                  </a:lnTo>
                  <a:lnTo>
                    <a:pt x="30" y="82"/>
                  </a:lnTo>
                  <a:lnTo>
                    <a:pt x="18" y="76"/>
                  </a:lnTo>
                  <a:lnTo>
                    <a:pt x="8" y="72"/>
                  </a:lnTo>
                  <a:lnTo>
                    <a:pt x="8" y="66"/>
                  </a:lnTo>
                  <a:lnTo>
                    <a:pt x="44" y="58"/>
                  </a:lnTo>
                  <a:lnTo>
                    <a:pt x="44" y="34"/>
                  </a:lnTo>
                  <a:lnTo>
                    <a:pt x="42" y="26"/>
                  </a:lnTo>
                  <a:lnTo>
                    <a:pt x="46" y="20"/>
                  </a:lnTo>
                  <a:lnTo>
                    <a:pt x="50" y="28"/>
                  </a:lnTo>
                  <a:lnTo>
                    <a:pt x="54" y="28"/>
                  </a:lnTo>
                  <a:lnTo>
                    <a:pt x="56" y="34"/>
                  </a:lnTo>
                  <a:lnTo>
                    <a:pt x="58" y="36"/>
                  </a:lnTo>
                  <a:lnTo>
                    <a:pt x="60" y="38"/>
                  </a:lnTo>
                  <a:lnTo>
                    <a:pt x="62" y="40"/>
                  </a:lnTo>
                  <a:lnTo>
                    <a:pt x="64" y="40"/>
                  </a:lnTo>
                  <a:lnTo>
                    <a:pt x="64" y="32"/>
                  </a:lnTo>
                  <a:lnTo>
                    <a:pt x="62" y="26"/>
                  </a:lnTo>
                  <a:lnTo>
                    <a:pt x="60" y="26"/>
                  </a:lnTo>
                  <a:lnTo>
                    <a:pt x="58" y="24"/>
                  </a:lnTo>
                  <a:lnTo>
                    <a:pt x="56" y="22"/>
                  </a:lnTo>
                  <a:lnTo>
                    <a:pt x="56" y="20"/>
                  </a:lnTo>
                  <a:lnTo>
                    <a:pt x="52" y="8"/>
                  </a:lnTo>
                  <a:lnTo>
                    <a:pt x="64" y="8"/>
                  </a:lnTo>
                  <a:lnTo>
                    <a:pt x="68" y="6"/>
                  </a:lnTo>
                  <a:lnTo>
                    <a:pt x="70" y="8"/>
                  </a:lnTo>
                  <a:lnTo>
                    <a:pt x="92" y="8"/>
                  </a:lnTo>
                  <a:lnTo>
                    <a:pt x="110" y="0"/>
                  </a:lnTo>
                  <a:lnTo>
                    <a:pt x="110" y="4"/>
                  </a:lnTo>
                  <a:lnTo>
                    <a:pt x="110" y="10"/>
                  </a:lnTo>
                  <a:lnTo>
                    <a:pt x="110" y="18"/>
                  </a:lnTo>
                  <a:lnTo>
                    <a:pt x="110" y="24"/>
                  </a:lnTo>
                  <a:lnTo>
                    <a:pt x="110" y="32"/>
                  </a:lnTo>
                  <a:lnTo>
                    <a:pt x="110" y="36"/>
                  </a:lnTo>
                  <a:lnTo>
                    <a:pt x="112" y="40"/>
                  </a:lnTo>
                  <a:lnTo>
                    <a:pt x="112" y="42"/>
                  </a:lnTo>
                  <a:lnTo>
                    <a:pt x="112" y="58"/>
                  </a:lnTo>
                  <a:lnTo>
                    <a:pt x="108" y="70"/>
                  </a:lnTo>
                  <a:lnTo>
                    <a:pt x="102" y="76"/>
                  </a:lnTo>
                  <a:lnTo>
                    <a:pt x="96" y="80"/>
                  </a:lnTo>
                  <a:lnTo>
                    <a:pt x="90" y="82"/>
                  </a:lnTo>
                  <a:lnTo>
                    <a:pt x="88" y="82"/>
                  </a:lnTo>
                  <a:lnTo>
                    <a:pt x="82" y="86"/>
                  </a:lnTo>
                  <a:lnTo>
                    <a:pt x="78" y="88"/>
                  </a:lnTo>
                  <a:lnTo>
                    <a:pt x="74" y="92"/>
                  </a:lnTo>
                  <a:lnTo>
                    <a:pt x="72" y="94"/>
                  </a:lnTo>
                  <a:lnTo>
                    <a:pt x="68" y="100"/>
                  </a:lnTo>
                  <a:lnTo>
                    <a:pt x="62" y="106"/>
                  </a:lnTo>
                  <a:lnTo>
                    <a:pt x="60" y="108"/>
                  </a:lnTo>
                  <a:lnTo>
                    <a:pt x="56" y="110"/>
                  </a:lnTo>
                  <a:lnTo>
                    <a:pt x="50" y="114"/>
                  </a:lnTo>
                  <a:lnTo>
                    <a:pt x="48" y="118"/>
                  </a:lnTo>
                  <a:lnTo>
                    <a:pt x="46" y="122"/>
                  </a:lnTo>
                  <a:lnTo>
                    <a:pt x="44" y="126"/>
                  </a:lnTo>
                  <a:lnTo>
                    <a:pt x="44" y="142"/>
                  </a:lnTo>
                  <a:lnTo>
                    <a:pt x="44" y="158"/>
                  </a:lnTo>
                  <a:lnTo>
                    <a:pt x="46" y="168"/>
                  </a:lnTo>
                  <a:lnTo>
                    <a:pt x="46" y="172"/>
                  </a:lnTo>
                  <a:lnTo>
                    <a:pt x="46" y="176"/>
                  </a:lnTo>
                  <a:lnTo>
                    <a:pt x="46" y="180"/>
                  </a:lnTo>
                  <a:lnTo>
                    <a:pt x="46" y="184"/>
                  </a:lnTo>
                  <a:lnTo>
                    <a:pt x="42" y="188"/>
                  </a:lnTo>
                  <a:lnTo>
                    <a:pt x="38" y="190"/>
                  </a:lnTo>
                  <a:lnTo>
                    <a:pt x="34" y="192"/>
                  </a:lnTo>
                  <a:lnTo>
                    <a:pt x="30" y="194"/>
                  </a:lnTo>
                  <a:lnTo>
                    <a:pt x="24" y="196"/>
                  </a:lnTo>
                  <a:lnTo>
                    <a:pt x="22" y="198"/>
                  </a:lnTo>
                  <a:lnTo>
                    <a:pt x="20" y="200"/>
                  </a:lnTo>
                  <a:lnTo>
                    <a:pt x="20" y="202"/>
                  </a:lnTo>
                  <a:lnTo>
                    <a:pt x="20" y="206"/>
                  </a:lnTo>
                  <a:lnTo>
                    <a:pt x="22" y="208"/>
                  </a:lnTo>
                  <a:lnTo>
                    <a:pt x="22" y="210"/>
                  </a:lnTo>
                  <a:lnTo>
                    <a:pt x="20" y="212"/>
                  </a:lnTo>
                  <a:lnTo>
                    <a:pt x="18" y="212"/>
                  </a:lnTo>
                  <a:lnTo>
                    <a:pt x="14" y="212"/>
                  </a:lnTo>
                  <a:lnTo>
                    <a:pt x="12" y="204"/>
                  </a:lnTo>
                  <a:lnTo>
                    <a:pt x="10" y="198"/>
                  </a:lnTo>
                  <a:lnTo>
                    <a:pt x="10" y="194"/>
                  </a:lnTo>
                  <a:lnTo>
                    <a:pt x="8" y="192"/>
                  </a:lnTo>
                  <a:lnTo>
                    <a:pt x="6" y="192"/>
                  </a:lnTo>
                  <a:lnTo>
                    <a:pt x="8" y="182"/>
                  </a:lnTo>
                  <a:lnTo>
                    <a:pt x="6" y="174"/>
                  </a:lnTo>
                  <a:lnTo>
                    <a:pt x="4" y="168"/>
                  </a:lnTo>
                  <a:lnTo>
                    <a:pt x="2" y="164"/>
                  </a:lnTo>
                  <a:lnTo>
                    <a:pt x="0" y="162"/>
                  </a:lnTo>
                  <a:lnTo>
                    <a:pt x="0" y="160"/>
                  </a:lnTo>
                  <a:lnTo>
                    <a:pt x="2" y="15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37" name="Freeform 299"/>
            <p:cNvSpPr>
              <a:spLocks/>
            </p:cNvSpPr>
            <p:nvPr/>
          </p:nvSpPr>
          <p:spPr bwMode="gray">
            <a:xfrm>
              <a:off x="1045" y="3424"/>
              <a:ext cx="224" cy="176"/>
            </a:xfrm>
            <a:custGeom>
              <a:avLst/>
              <a:gdLst>
                <a:gd name="T0" fmla="*/ 170 w 224"/>
                <a:gd name="T1" fmla="*/ 6 h 176"/>
                <a:gd name="T2" fmla="*/ 162 w 224"/>
                <a:gd name="T3" fmla="*/ 10 h 176"/>
                <a:gd name="T4" fmla="*/ 152 w 224"/>
                <a:gd name="T5" fmla="*/ 18 h 176"/>
                <a:gd name="T6" fmla="*/ 144 w 224"/>
                <a:gd name="T7" fmla="*/ 22 h 176"/>
                <a:gd name="T8" fmla="*/ 134 w 224"/>
                <a:gd name="T9" fmla="*/ 34 h 176"/>
                <a:gd name="T10" fmla="*/ 128 w 224"/>
                <a:gd name="T11" fmla="*/ 46 h 176"/>
                <a:gd name="T12" fmla="*/ 122 w 224"/>
                <a:gd name="T13" fmla="*/ 46 h 176"/>
                <a:gd name="T14" fmla="*/ 114 w 224"/>
                <a:gd name="T15" fmla="*/ 40 h 176"/>
                <a:gd name="T16" fmla="*/ 102 w 224"/>
                <a:gd name="T17" fmla="*/ 42 h 176"/>
                <a:gd name="T18" fmla="*/ 98 w 224"/>
                <a:gd name="T19" fmla="*/ 46 h 176"/>
                <a:gd name="T20" fmla="*/ 94 w 224"/>
                <a:gd name="T21" fmla="*/ 54 h 176"/>
                <a:gd name="T22" fmla="*/ 80 w 224"/>
                <a:gd name="T23" fmla="*/ 66 h 176"/>
                <a:gd name="T24" fmla="*/ 66 w 224"/>
                <a:gd name="T25" fmla="*/ 68 h 176"/>
                <a:gd name="T26" fmla="*/ 64 w 224"/>
                <a:gd name="T27" fmla="*/ 62 h 176"/>
                <a:gd name="T28" fmla="*/ 68 w 224"/>
                <a:gd name="T29" fmla="*/ 56 h 176"/>
                <a:gd name="T30" fmla="*/ 64 w 224"/>
                <a:gd name="T31" fmla="*/ 38 h 176"/>
                <a:gd name="T32" fmla="*/ 56 w 224"/>
                <a:gd name="T33" fmla="*/ 32 h 176"/>
                <a:gd name="T34" fmla="*/ 54 w 224"/>
                <a:gd name="T35" fmla="*/ 78 h 176"/>
                <a:gd name="T36" fmla="*/ 50 w 224"/>
                <a:gd name="T37" fmla="*/ 82 h 176"/>
                <a:gd name="T38" fmla="*/ 28 w 224"/>
                <a:gd name="T39" fmla="*/ 82 h 176"/>
                <a:gd name="T40" fmla="*/ 24 w 224"/>
                <a:gd name="T41" fmla="*/ 80 h 176"/>
                <a:gd name="T42" fmla="*/ 22 w 224"/>
                <a:gd name="T43" fmla="*/ 70 h 176"/>
                <a:gd name="T44" fmla="*/ 18 w 224"/>
                <a:gd name="T45" fmla="*/ 68 h 176"/>
                <a:gd name="T46" fmla="*/ 0 w 224"/>
                <a:gd name="T47" fmla="*/ 82 h 176"/>
                <a:gd name="T48" fmla="*/ 20 w 224"/>
                <a:gd name="T49" fmla="*/ 160 h 176"/>
                <a:gd name="T50" fmla="*/ 38 w 224"/>
                <a:gd name="T51" fmla="*/ 172 h 176"/>
                <a:gd name="T52" fmla="*/ 70 w 224"/>
                <a:gd name="T53" fmla="*/ 172 h 176"/>
                <a:gd name="T54" fmla="*/ 100 w 224"/>
                <a:gd name="T55" fmla="*/ 164 h 176"/>
                <a:gd name="T56" fmla="*/ 128 w 224"/>
                <a:gd name="T57" fmla="*/ 160 h 176"/>
                <a:gd name="T58" fmla="*/ 146 w 224"/>
                <a:gd name="T59" fmla="*/ 150 h 176"/>
                <a:gd name="T60" fmla="*/ 154 w 224"/>
                <a:gd name="T61" fmla="*/ 142 h 176"/>
                <a:gd name="T62" fmla="*/ 166 w 224"/>
                <a:gd name="T63" fmla="*/ 126 h 176"/>
                <a:gd name="T64" fmla="*/ 186 w 224"/>
                <a:gd name="T65" fmla="*/ 104 h 176"/>
                <a:gd name="T66" fmla="*/ 190 w 224"/>
                <a:gd name="T67" fmla="*/ 96 h 176"/>
                <a:gd name="T68" fmla="*/ 198 w 224"/>
                <a:gd name="T69" fmla="*/ 88 h 176"/>
                <a:gd name="T70" fmla="*/ 202 w 224"/>
                <a:gd name="T71" fmla="*/ 84 h 176"/>
                <a:gd name="T72" fmla="*/ 212 w 224"/>
                <a:gd name="T73" fmla="*/ 76 h 176"/>
                <a:gd name="T74" fmla="*/ 216 w 224"/>
                <a:gd name="T75" fmla="*/ 70 h 176"/>
                <a:gd name="T76" fmla="*/ 222 w 224"/>
                <a:gd name="T77" fmla="*/ 58 h 176"/>
                <a:gd name="T78" fmla="*/ 216 w 224"/>
                <a:gd name="T79" fmla="*/ 52 h 176"/>
                <a:gd name="T80" fmla="*/ 214 w 224"/>
                <a:gd name="T81" fmla="*/ 44 h 176"/>
                <a:gd name="T82" fmla="*/ 210 w 224"/>
                <a:gd name="T83" fmla="*/ 32 h 176"/>
                <a:gd name="T84" fmla="*/ 210 w 224"/>
                <a:gd name="T85" fmla="*/ 26 h 176"/>
                <a:gd name="T86" fmla="*/ 208 w 224"/>
                <a:gd name="T87" fmla="*/ 8 h 176"/>
                <a:gd name="T88" fmla="*/ 176 w 224"/>
                <a:gd name="T89" fmla="*/ 0 h 17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24"/>
                <a:gd name="T136" fmla="*/ 0 h 176"/>
                <a:gd name="T137" fmla="*/ 224 w 224"/>
                <a:gd name="T138" fmla="*/ 176 h 17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24" h="176">
                  <a:moveTo>
                    <a:pt x="176" y="0"/>
                  </a:moveTo>
                  <a:lnTo>
                    <a:pt x="174" y="4"/>
                  </a:lnTo>
                  <a:lnTo>
                    <a:pt x="170" y="6"/>
                  </a:lnTo>
                  <a:lnTo>
                    <a:pt x="166" y="8"/>
                  </a:lnTo>
                  <a:lnTo>
                    <a:pt x="164" y="10"/>
                  </a:lnTo>
                  <a:lnTo>
                    <a:pt x="162" y="10"/>
                  </a:lnTo>
                  <a:lnTo>
                    <a:pt x="160" y="14"/>
                  </a:lnTo>
                  <a:lnTo>
                    <a:pt x="158" y="16"/>
                  </a:lnTo>
                  <a:lnTo>
                    <a:pt x="152" y="18"/>
                  </a:lnTo>
                  <a:lnTo>
                    <a:pt x="148" y="20"/>
                  </a:lnTo>
                  <a:lnTo>
                    <a:pt x="146" y="20"/>
                  </a:lnTo>
                  <a:lnTo>
                    <a:pt x="144" y="22"/>
                  </a:lnTo>
                  <a:lnTo>
                    <a:pt x="140" y="24"/>
                  </a:lnTo>
                  <a:lnTo>
                    <a:pt x="136" y="28"/>
                  </a:lnTo>
                  <a:lnTo>
                    <a:pt x="134" y="34"/>
                  </a:lnTo>
                  <a:lnTo>
                    <a:pt x="132" y="38"/>
                  </a:lnTo>
                  <a:lnTo>
                    <a:pt x="130" y="42"/>
                  </a:lnTo>
                  <a:lnTo>
                    <a:pt x="128" y="46"/>
                  </a:lnTo>
                  <a:lnTo>
                    <a:pt x="128" y="48"/>
                  </a:lnTo>
                  <a:lnTo>
                    <a:pt x="124" y="48"/>
                  </a:lnTo>
                  <a:lnTo>
                    <a:pt x="122" y="46"/>
                  </a:lnTo>
                  <a:lnTo>
                    <a:pt x="120" y="44"/>
                  </a:lnTo>
                  <a:lnTo>
                    <a:pt x="118" y="44"/>
                  </a:lnTo>
                  <a:lnTo>
                    <a:pt x="114" y="40"/>
                  </a:lnTo>
                  <a:lnTo>
                    <a:pt x="110" y="40"/>
                  </a:lnTo>
                  <a:lnTo>
                    <a:pt x="106" y="40"/>
                  </a:lnTo>
                  <a:lnTo>
                    <a:pt x="102" y="42"/>
                  </a:lnTo>
                  <a:lnTo>
                    <a:pt x="100" y="42"/>
                  </a:lnTo>
                  <a:lnTo>
                    <a:pt x="98" y="44"/>
                  </a:lnTo>
                  <a:lnTo>
                    <a:pt x="98" y="46"/>
                  </a:lnTo>
                  <a:lnTo>
                    <a:pt x="96" y="50"/>
                  </a:lnTo>
                  <a:lnTo>
                    <a:pt x="94" y="52"/>
                  </a:lnTo>
                  <a:lnTo>
                    <a:pt x="94" y="54"/>
                  </a:lnTo>
                  <a:lnTo>
                    <a:pt x="94" y="56"/>
                  </a:lnTo>
                  <a:lnTo>
                    <a:pt x="88" y="62"/>
                  </a:lnTo>
                  <a:lnTo>
                    <a:pt x="80" y="66"/>
                  </a:lnTo>
                  <a:lnTo>
                    <a:pt x="74" y="68"/>
                  </a:lnTo>
                  <a:lnTo>
                    <a:pt x="70" y="68"/>
                  </a:lnTo>
                  <a:lnTo>
                    <a:pt x="66" y="68"/>
                  </a:lnTo>
                  <a:lnTo>
                    <a:pt x="64" y="68"/>
                  </a:lnTo>
                  <a:lnTo>
                    <a:pt x="62" y="64"/>
                  </a:lnTo>
                  <a:lnTo>
                    <a:pt x="64" y="62"/>
                  </a:lnTo>
                  <a:lnTo>
                    <a:pt x="66" y="58"/>
                  </a:lnTo>
                  <a:lnTo>
                    <a:pt x="68" y="56"/>
                  </a:lnTo>
                  <a:lnTo>
                    <a:pt x="68" y="50"/>
                  </a:lnTo>
                  <a:lnTo>
                    <a:pt x="66" y="44"/>
                  </a:lnTo>
                  <a:lnTo>
                    <a:pt x="64" y="38"/>
                  </a:lnTo>
                  <a:lnTo>
                    <a:pt x="60" y="36"/>
                  </a:lnTo>
                  <a:lnTo>
                    <a:pt x="58" y="34"/>
                  </a:lnTo>
                  <a:lnTo>
                    <a:pt x="56" y="32"/>
                  </a:lnTo>
                  <a:lnTo>
                    <a:pt x="54" y="32"/>
                  </a:lnTo>
                  <a:lnTo>
                    <a:pt x="54" y="78"/>
                  </a:lnTo>
                  <a:lnTo>
                    <a:pt x="54" y="80"/>
                  </a:lnTo>
                  <a:lnTo>
                    <a:pt x="52" y="80"/>
                  </a:lnTo>
                  <a:lnTo>
                    <a:pt x="50" y="82"/>
                  </a:lnTo>
                  <a:lnTo>
                    <a:pt x="46" y="82"/>
                  </a:lnTo>
                  <a:lnTo>
                    <a:pt x="38" y="82"/>
                  </a:lnTo>
                  <a:lnTo>
                    <a:pt x="28" y="82"/>
                  </a:lnTo>
                  <a:lnTo>
                    <a:pt x="26" y="82"/>
                  </a:lnTo>
                  <a:lnTo>
                    <a:pt x="24" y="80"/>
                  </a:lnTo>
                  <a:lnTo>
                    <a:pt x="22" y="76"/>
                  </a:lnTo>
                  <a:lnTo>
                    <a:pt x="22" y="70"/>
                  </a:lnTo>
                  <a:lnTo>
                    <a:pt x="20" y="70"/>
                  </a:lnTo>
                  <a:lnTo>
                    <a:pt x="20" y="68"/>
                  </a:lnTo>
                  <a:lnTo>
                    <a:pt x="18" y="68"/>
                  </a:lnTo>
                  <a:lnTo>
                    <a:pt x="16" y="68"/>
                  </a:lnTo>
                  <a:lnTo>
                    <a:pt x="12" y="78"/>
                  </a:lnTo>
                  <a:lnTo>
                    <a:pt x="0" y="82"/>
                  </a:lnTo>
                  <a:lnTo>
                    <a:pt x="8" y="110"/>
                  </a:lnTo>
                  <a:lnTo>
                    <a:pt x="20" y="126"/>
                  </a:lnTo>
                  <a:lnTo>
                    <a:pt x="20" y="160"/>
                  </a:lnTo>
                  <a:lnTo>
                    <a:pt x="20" y="162"/>
                  </a:lnTo>
                  <a:lnTo>
                    <a:pt x="28" y="168"/>
                  </a:lnTo>
                  <a:lnTo>
                    <a:pt x="38" y="172"/>
                  </a:lnTo>
                  <a:lnTo>
                    <a:pt x="56" y="176"/>
                  </a:lnTo>
                  <a:lnTo>
                    <a:pt x="60" y="176"/>
                  </a:lnTo>
                  <a:lnTo>
                    <a:pt x="70" y="172"/>
                  </a:lnTo>
                  <a:lnTo>
                    <a:pt x="82" y="166"/>
                  </a:lnTo>
                  <a:lnTo>
                    <a:pt x="92" y="164"/>
                  </a:lnTo>
                  <a:lnTo>
                    <a:pt x="100" y="164"/>
                  </a:lnTo>
                  <a:lnTo>
                    <a:pt x="104" y="164"/>
                  </a:lnTo>
                  <a:lnTo>
                    <a:pt x="116" y="164"/>
                  </a:lnTo>
                  <a:lnTo>
                    <a:pt x="128" y="160"/>
                  </a:lnTo>
                  <a:lnTo>
                    <a:pt x="142" y="154"/>
                  </a:lnTo>
                  <a:lnTo>
                    <a:pt x="144" y="152"/>
                  </a:lnTo>
                  <a:lnTo>
                    <a:pt x="146" y="150"/>
                  </a:lnTo>
                  <a:lnTo>
                    <a:pt x="148" y="148"/>
                  </a:lnTo>
                  <a:lnTo>
                    <a:pt x="152" y="144"/>
                  </a:lnTo>
                  <a:lnTo>
                    <a:pt x="154" y="142"/>
                  </a:lnTo>
                  <a:lnTo>
                    <a:pt x="156" y="138"/>
                  </a:lnTo>
                  <a:lnTo>
                    <a:pt x="158" y="136"/>
                  </a:lnTo>
                  <a:lnTo>
                    <a:pt x="166" y="126"/>
                  </a:lnTo>
                  <a:lnTo>
                    <a:pt x="174" y="116"/>
                  </a:lnTo>
                  <a:lnTo>
                    <a:pt x="182" y="108"/>
                  </a:lnTo>
                  <a:lnTo>
                    <a:pt x="186" y="104"/>
                  </a:lnTo>
                  <a:lnTo>
                    <a:pt x="186" y="102"/>
                  </a:lnTo>
                  <a:lnTo>
                    <a:pt x="188" y="100"/>
                  </a:lnTo>
                  <a:lnTo>
                    <a:pt x="190" y="96"/>
                  </a:lnTo>
                  <a:lnTo>
                    <a:pt x="194" y="94"/>
                  </a:lnTo>
                  <a:lnTo>
                    <a:pt x="196" y="90"/>
                  </a:lnTo>
                  <a:lnTo>
                    <a:pt x="198" y="88"/>
                  </a:lnTo>
                  <a:lnTo>
                    <a:pt x="198" y="86"/>
                  </a:lnTo>
                  <a:lnTo>
                    <a:pt x="200" y="86"/>
                  </a:lnTo>
                  <a:lnTo>
                    <a:pt x="202" y="84"/>
                  </a:lnTo>
                  <a:lnTo>
                    <a:pt x="206" y="82"/>
                  </a:lnTo>
                  <a:lnTo>
                    <a:pt x="208" y="80"/>
                  </a:lnTo>
                  <a:lnTo>
                    <a:pt x="212" y="76"/>
                  </a:lnTo>
                  <a:lnTo>
                    <a:pt x="214" y="74"/>
                  </a:lnTo>
                  <a:lnTo>
                    <a:pt x="216" y="72"/>
                  </a:lnTo>
                  <a:lnTo>
                    <a:pt x="216" y="70"/>
                  </a:lnTo>
                  <a:lnTo>
                    <a:pt x="218" y="68"/>
                  </a:lnTo>
                  <a:lnTo>
                    <a:pt x="220" y="62"/>
                  </a:lnTo>
                  <a:lnTo>
                    <a:pt x="222" y="58"/>
                  </a:lnTo>
                  <a:lnTo>
                    <a:pt x="224" y="54"/>
                  </a:lnTo>
                  <a:lnTo>
                    <a:pt x="224" y="52"/>
                  </a:lnTo>
                  <a:lnTo>
                    <a:pt x="216" y="52"/>
                  </a:lnTo>
                  <a:lnTo>
                    <a:pt x="214" y="52"/>
                  </a:lnTo>
                  <a:lnTo>
                    <a:pt x="214" y="48"/>
                  </a:lnTo>
                  <a:lnTo>
                    <a:pt x="214" y="44"/>
                  </a:lnTo>
                  <a:lnTo>
                    <a:pt x="214" y="40"/>
                  </a:lnTo>
                  <a:lnTo>
                    <a:pt x="212" y="36"/>
                  </a:lnTo>
                  <a:lnTo>
                    <a:pt x="210" y="32"/>
                  </a:lnTo>
                  <a:lnTo>
                    <a:pt x="208" y="30"/>
                  </a:lnTo>
                  <a:lnTo>
                    <a:pt x="210" y="26"/>
                  </a:lnTo>
                  <a:lnTo>
                    <a:pt x="210" y="20"/>
                  </a:lnTo>
                  <a:lnTo>
                    <a:pt x="208" y="14"/>
                  </a:lnTo>
                  <a:lnTo>
                    <a:pt x="208" y="8"/>
                  </a:lnTo>
                  <a:lnTo>
                    <a:pt x="204" y="4"/>
                  </a:lnTo>
                  <a:lnTo>
                    <a:pt x="202" y="0"/>
                  </a:lnTo>
                  <a:lnTo>
                    <a:pt x="176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38" name="Freeform 300"/>
            <p:cNvSpPr>
              <a:spLocks/>
            </p:cNvSpPr>
            <p:nvPr/>
          </p:nvSpPr>
          <p:spPr bwMode="gray">
            <a:xfrm>
              <a:off x="1247" y="3454"/>
              <a:ext cx="14" cy="28"/>
            </a:xfrm>
            <a:custGeom>
              <a:avLst/>
              <a:gdLst>
                <a:gd name="T0" fmla="*/ 4 w 14"/>
                <a:gd name="T1" fmla="*/ 2 h 28"/>
                <a:gd name="T2" fmla="*/ 4 w 14"/>
                <a:gd name="T3" fmla="*/ 2 h 28"/>
                <a:gd name="T4" fmla="*/ 6 w 14"/>
                <a:gd name="T5" fmla="*/ 2 h 28"/>
                <a:gd name="T6" fmla="*/ 6 w 14"/>
                <a:gd name="T7" fmla="*/ 0 h 28"/>
                <a:gd name="T8" fmla="*/ 6 w 14"/>
                <a:gd name="T9" fmla="*/ 2 h 28"/>
                <a:gd name="T10" fmla="*/ 8 w 14"/>
                <a:gd name="T11" fmla="*/ 2 h 28"/>
                <a:gd name="T12" fmla="*/ 8 w 14"/>
                <a:gd name="T13" fmla="*/ 4 h 28"/>
                <a:gd name="T14" fmla="*/ 10 w 14"/>
                <a:gd name="T15" fmla="*/ 6 h 28"/>
                <a:gd name="T16" fmla="*/ 12 w 14"/>
                <a:gd name="T17" fmla="*/ 10 h 28"/>
                <a:gd name="T18" fmla="*/ 12 w 14"/>
                <a:gd name="T19" fmla="*/ 14 h 28"/>
                <a:gd name="T20" fmla="*/ 14 w 14"/>
                <a:gd name="T21" fmla="*/ 22 h 28"/>
                <a:gd name="T22" fmla="*/ 12 w 14"/>
                <a:gd name="T23" fmla="*/ 24 h 28"/>
                <a:gd name="T24" fmla="*/ 12 w 14"/>
                <a:gd name="T25" fmla="*/ 24 h 28"/>
                <a:gd name="T26" fmla="*/ 10 w 14"/>
                <a:gd name="T27" fmla="*/ 26 h 28"/>
                <a:gd name="T28" fmla="*/ 6 w 14"/>
                <a:gd name="T29" fmla="*/ 28 h 28"/>
                <a:gd name="T30" fmla="*/ 4 w 14"/>
                <a:gd name="T31" fmla="*/ 26 h 28"/>
                <a:gd name="T32" fmla="*/ 2 w 14"/>
                <a:gd name="T33" fmla="*/ 24 h 28"/>
                <a:gd name="T34" fmla="*/ 2 w 14"/>
                <a:gd name="T35" fmla="*/ 22 h 28"/>
                <a:gd name="T36" fmla="*/ 0 w 14"/>
                <a:gd name="T37" fmla="*/ 18 h 28"/>
                <a:gd name="T38" fmla="*/ 0 w 14"/>
                <a:gd name="T39" fmla="*/ 14 h 28"/>
                <a:gd name="T40" fmla="*/ 0 w 14"/>
                <a:gd name="T41" fmla="*/ 8 h 28"/>
                <a:gd name="T42" fmla="*/ 4 w 14"/>
                <a:gd name="T43" fmla="*/ 2 h 2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4"/>
                <a:gd name="T67" fmla="*/ 0 h 28"/>
                <a:gd name="T68" fmla="*/ 14 w 14"/>
                <a:gd name="T69" fmla="*/ 28 h 28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4" h="28">
                  <a:moveTo>
                    <a:pt x="4" y="2"/>
                  </a:moveTo>
                  <a:lnTo>
                    <a:pt x="4" y="2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2"/>
                  </a:lnTo>
                  <a:lnTo>
                    <a:pt x="8" y="2"/>
                  </a:lnTo>
                  <a:lnTo>
                    <a:pt x="8" y="4"/>
                  </a:lnTo>
                  <a:lnTo>
                    <a:pt x="10" y="6"/>
                  </a:lnTo>
                  <a:lnTo>
                    <a:pt x="12" y="10"/>
                  </a:lnTo>
                  <a:lnTo>
                    <a:pt x="12" y="14"/>
                  </a:lnTo>
                  <a:lnTo>
                    <a:pt x="14" y="22"/>
                  </a:lnTo>
                  <a:lnTo>
                    <a:pt x="12" y="24"/>
                  </a:lnTo>
                  <a:lnTo>
                    <a:pt x="10" y="26"/>
                  </a:lnTo>
                  <a:lnTo>
                    <a:pt x="6" y="28"/>
                  </a:lnTo>
                  <a:lnTo>
                    <a:pt x="4" y="26"/>
                  </a:lnTo>
                  <a:lnTo>
                    <a:pt x="2" y="24"/>
                  </a:lnTo>
                  <a:lnTo>
                    <a:pt x="2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0" y="8"/>
                  </a:lnTo>
                  <a:lnTo>
                    <a:pt x="4" y="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39" name="Freeform 301"/>
            <p:cNvSpPr>
              <a:spLocks/>
            </p:cNvSpPr>
            <p:nvPr/>
          </p:nvSpPr>
          <p:spPr bwMode="gray">
            <a:xfrm>
              <a:off x="1189" y="3500"/>
              <a:ext cx="22" cy="26"/>
            </a:xfrm>
            <a:custGeom>
              <a:avLst/>
              <a:gdLst>
                <a:gd name="T0" fmla="*/ 0 w 22"/>
                <a:gd name="T1" fmla="*/ 12 h 26"/>
                <a:gd name="T2" fmla="*/ 4 w 22"/>
                <a:gd name="T3" fmla="*/ 6 h 26"/>
                <a:gd name="T4" fmla="*/ 4 w 22"/>
                <a:gd name="T5" fmla="*/ 6 h 26"/>
                <a:gd name="T6" fmla="*/ 4 w 22"/>
                <a:gd name="T7" fmla="*/ 6 h 26"/>
                <a:gd name="T8" fmla="*/ 4 w 22"/>
                <a:gd name="T9" fmla="*/ 4 h 26"/>
                <a:gd name="T10" fmla="*/ 6 w 22"/>
                <a:gd name="T11" fmla="*/ 2 h 26"/>
                <a:gd name="T12" fmla="*/ 8 w 22"/>
                <a:gd name="T13" fmla="*/ 2 h 26"/>
                <a:gd name="T14" fmla="*/ 12 w 22"/>
                <a:gd name="T15" fmla="*/ 0 h 26"/>
                <a:gd name="T16" fmla="*/ 22 w 22"/>
                <a:gd name="T17" fmla="*/ 8 h 26"/>
                <a:gd name="T18" fmla="*/ 16 w 22"/>
                <a:gd name="T19" fmla="*/ 18 h 26"/>
                <a:gd name="T20" fmla="*/ 14 w 22"/>
                <a:gd name="T21" fmla="*/ 20 h 26"/>
                <a:gd name="T22" fmla="*/ 14 w 22"/>
                <a:gd name="T23" fmla="*/ 22 h 26"/>
                <a:gd name="T24" fmla="*/ 12 w 22"/>
                <a:gd name="T25" fmla="*/ 24 h 26"/>
                <a:gd name="T26" fmla="*/ 12 w 22"/>
                <a:gd name="T27" fmla="*/ 26 h 26"/>
                <a:gd name="T28" fmla="*/ 8 w 22"/>
                <a:gd name="T29" fmla="*/ 26 h 26"/>
                <a:gd name="T30" fmla="*/ 0 w 22"/>
                <a:gd name="T31" fmla="*/ 12 h 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2"/>
                <a:gd name="T49" fmla="*/ 0 h 26"/>
                <a:gd name="T50" fmla="*/ 22 w 22"/>
                <a:gd name="T51" fmla="*/ 26 h 2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2" h="26">
                  <a:moveTo>
                    <a:pt x="0" y="12"/>
                  </a:moveTo>
                  <a:lnTo>
                    <a:pt x="4" y="6"/>
                  </a:lnTo>
                  <a:lnTo>
                    <a:pt x="4" y="4"/>
                  </a:lnTo>
                  <a:lnTo>
                    <a:pt x="6" y="2"/>
                  </a:lnTo>
                  <a:lnTo>
                    <a:pt x="8" y="2"/>
                  </a:lnTo>
                  <a:lnTo>
                    <a:pt x="12" y="0"/>
                  </a:lnTo>
                  <a:lnTo>
                    <a:pt x="22" y="8"/>
                  </a:lnTo>
                  <a:lnTo>
                    <a:pt x="16" y="18"/>
                  </a:lnTo>
                  <a:lnTo>
                    <a:pt x="14" y="20"/>
                  </a:lnTo>
                  <a:lnTo>
                    <a:pt x="14" y="22"/>
                  </a:lnTo>
                  <a:lnTo>
                    <a:pt x="12" y="24"/>
                  </a:lnTo>
                  <a:lnTo>
                    <a:pt x="12" y="26"/>
                  </a:lnTo>
                  <a:lnTo>
                    <a:pt x="8" y="26"/>
                  </a:lnTo>
                  <a:lnTo>
                    <a:pt x="0" y="1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40" name="Freeform 302"/>
            <p:cNvSpPr>
              <a:spLocks/>
            </p:cNvSpPr>
            <p:nvPr/>
          </p:nvSpPr>
          <p:spPr bwMode="gray">
            <a:xfrm>
              <a:off x="1177" y="3328"/>
              <a:ext cx="100" cy="96"/>
            </a:xfrm>
            <a:custGeom>
              <a:avLst/>
              <a:gdLst>
                <a:gd name="T0" fmla="*/ 18 w 100"/>
                <a:gd name="T1" fmla="*/ 26 h 96"/>
                <a:gd name="T2" fmla="*/ 34 w 100"/>
                <a:gd name="T3" fmla="*/ 16 h 96"/>
                <a:gd name="T4" fmla="*/ 36 w 100"/>
                <a:gd name="T5" fmla="*/ 10 h 96"/>
                <a:gd name="T6" fmla="*/ 78 w 100"/>
                <a:gd name="T7" fmla="*/ 8 h 96"/>
                <a:gd name="T8" fmla="*/ 100 w 100"/>
                <a:gd name="T9" fmla="*/ 18 h 96"/>
                <a:gd name="T10" fmla="*/ 100 w 100"/>
                <a:gd name="T11" fmla="*/ 48 h 96"/>
                <a:gd name="T12" fmla="*/ 90 w 100"/>
                <a:gd name="T13" fmla="*/ 76 h 96"/>
                <a:gd name="T14" fmla="*/ 72 w 100"/>
                <a:gd name="T15" fmla="*/ 92 h 96"/>
                <a:gd name="T16" fmla="*/ 42 w 100"/>
                <a:gd name="T17" fmla="*/ 96 h 96"/>
                <a:gd name="T18" fmla="*/ 40 w 100"/>
                <a:gd name="T19" fmla="*/ 94 h 96"/>
                <a:gd name="T20" fmla="*/ 34 w 100"/>
                <a:gd name="T21" fmla="*/ 88 h 96"/>
                <a:gd name="T22" fmla="*/ 32 w 100"/>
                <a:gd name="T23" fmla="*/ 88 h 96"/>
                <a:gd name="T24" fmla="*/ 28 w 100"/>
                <a:gd name="T25" fmla="*/ 86 h 96"/>
                <a:gd name="T26" fmla="*/ 26 w 100"/>
                <a:gd name="T27" fmla="*/ 80 h 96"/>
                <a:gd name="T28" fmla="*/ 20 w 100"/>
                <a:gd name="T29" fmla="*/ 74 h 96"/>
                <a:gd name="T30" fmla="*/ 20 w 100"/>
                <a:gd name="T31" fmla="*/ 74 h 96"/>
                <a:gd name="T32" fmla="*/ 18 w 100"/>
                <a:gd name="T33" fmla="*/ 68 h 96"/>
                <a:gd name="T34" fmla="*/ 12 w 100"/>
                <a:gd name="T35" fmla="*/ 58 h 96"/>
                <a:gd name="T36" fmla="*/ 4 w 100"/>
                <a:gd name="T37" fmla="*/ 46 h 96"/>
                <a:gd name="T38" fmla="*/ 0 w 100"/>
                <a:gd name="T39" fmla="*/ 28 h 96"/>
                <a:gd name="T40" fmla="*/ 2 w 100"/>
                <a:gd name="T41" fmla="*/ 38 h 96"/>
                <a:gd name="T42" fmla="*/ 6 w 100"/>
                <a:gd name="T43" fmla="*/ 50 h 96"/>
                <a:gd name="T44" fmla="*/ 10 w 100"/>
                <a:gd name="T45" fmla="*/ 56 h 96"/>
                <a:gd name="T46" fmla="*/ 12 w 100"/>
                <a:gd name="T47" fmla="*/ 58 h 96"/>
                <a:gd name="T48" fmla="*/ 16 w 100"/>
                <a:gd name="T49" fmla="*/ 64 h 96"/>
                <a:gd name="T50" fmla="*/ 20 w 100"/>
                <a:gd name="T51" fmla="*/ 72 h 96"/>
                <a:gd name="T52" fmla="*/ 20 w 100"/>
                <a:gd name="T53" fmla="*/ 74 h 96"/>
                <a:gd name="T54" fmla="*/ 26 w 100"/>
                <a:gd name="T55" fmla="*/ 80 h 96"/>
                <a:gd name="T56" fmla="*/ 28 w 100"/>
                <a:gd name="T57" fmla="*/ 86 h 96"/>
                <a:gd name="T58" fmla="*/ 32 w 100"/>
                <a:gd name="T59" fmla="*/ 88 h 96"/>
                <a:gd name="T60" fmla="*/ 34 w 100"/>
                <a:gd name="T61" fmla="*/ 88 h 96"/>
                <a:gd name="T62" fmla="*/ 40 w 100"/>
                <a:gd name="T63" fmla="*/ 94 h 96"/>
                <a:gd name="T64" fmla="*/ 42 w 100"/>
                <a:gd name="T65" fmla="*/ 96 h 9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00"/>
                <a:gd name="T100" fmla="*/ 0 h 96"/>
                <a:gd name="T101" fmla="*/ 100 w 100"/>
                <a:gd name="T102" fmla="*/ 96 h 9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00" h="96">
                  <a:moveTo>
                    <a:pt x="0" y="26"/>
                  </a:moveTo>
                  <a:lnTo>
                    <a:pt x="18" y="26"/>
                  </a:lnTo>
                  <a:lnTo>
                    <a:pt x="30" y="22"/>
                  </a:lnTo>
                  <a:lnTo>
                    <a:pt x="34" y="16"/>
                  </a:lnTo>
                  <a:lnTo>
                    <a:pt x="36" y="12"/>
                  </a:lnTo>
                  <a:lnTo>
                    <a:pt x="36" y="10"/>
                  </a:lnTo>
                  <a:lnTo>
                    <a:pt x="78" y="0"/>
                  </a:lnTo>
                  <a:lnTo>
                    <a:pt x="78" y="8"/>
                  </a:lnTo>
                  <a:lnTo>
                    <a:pt x="88" y="12"/>
                  </a:lnTo>
                  <a:lnTo>
                    <a:pt x="100" y="18"/>
                  </a:lnTo>
                  <a:lnTo>
                    <a:pt x="98" y="32"/>
                  </a:lnTo>
                  <a:lnTo>
                    <a:pt x="100" y="48"/>
                  </a:lnTo>
                  <a:lnTo>
                    <a:pt x="98" y="64"/>
                  </a:lnTo>
                  <a:lnTo>
                    <a:pt x="90" y="76"/>
                  </a:lnTo>
                  <a:lnTo>
                    <a:pt x="78" y="86"/>
                  </a:lnTo>
                  <a:lnTo>
                    <a:pt x="72" y="92"/>
                  </a:lnTo>
                  <a:lnTo>
                    <a:pt x="70" y="96"/>
                  </a:lnTo>
                  <a:lnTo>
                    <a:pt x="42" y="96"/>
                  </a:lnTo>
                  <a:lnTo>
                    <a:pt x="40" y="94"/>
                  </a:lnTo>
                  <a:lnTo>
                    <a:pt x="38" y="90"/>
                  </a:lnTo>
                  <a:lnTo>
                    <a:pt x="34" y="88"/>
                  </a:lnTo>
                  <a:lnTo>
                    <a:pt x="32" y="88"/>
                  </a:lnTo>
                  <a:lnTo>
                    <a:pt x="30" y="88"/>
                  </a:lnTo>
                  <a:lnTo>
                    <a:pt x="28" y="86"/>
                  </a:lnTo>
                  <a:lnTo>
                    <a:pt x="26" y="84"/>
                  </a:lnTo>
                  <a:lnTo>
                    <a:pt x="26" y="80"/>
                  </a:lnTo>
                  <a:lnTo>
                    <a:pt x="24" y="76"/>
                  </a:lnTo>
                  <a:lnTo>
                    <a:pt x="20" y="74"/>
                  </a:lnTo>
                  <a:lnTo>
                    <a:pt x="20" y="72"/>
                  </a:lnTo>
                  <a:lnTo>
                    <a:pt x="18" y="68"/>
                  </a:lnTo>
                  <a:lnTo>
                    <a:pt x="16" y="64"/>
                  </a:lnTo>
                  <a:lnTo>
                    <a:pt x="12" y="58"/>
                  </a:lnTo>
                  <a:lnTo>
                    <a:pt x="8" y="52"/>
                  </a:lnTo>
                  <a:lnTo>
                    <a:pt x="4" y="46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2" y="32"/>
                  </a:lnTo>
                  <a:lnTo>
                    <a:pt x="2" y="38"/>
                  </a:lnTo>
                  <a:lnTo>
                    <a:pt x="4" y="44"/>
                  </a:lnTo>
                  <a:lnTo>
                    <a:pt x="6" y="50"/>
                  </a:lnTo>
                  <a:lnTo>
                    <a:pt x="8" y="54"/>
                  </a:lnTo>
                  <a:lnTo>
                    <a:pt x="10" y="56"/>
                  </a:lnTo>
                  <a:lnTo>
                    <a:pt x="12" y="58"/>
                  </a:lnTo>
                  <a:lnTo>
                    <a:pt x="14" y="62"/>
                  </a:lnTo>
                  <a:lnTo>
                    <a:pt x="16" y="64"/>
                  </a:lnTo>
                  <a:lnTo>
                    <a:pt x="18" y="68"/>
                  </a:lnTo>
                  <a:lnTo>
                    <a:pt x="20" y="72"/>
                  </a:lnTo>
                  <a:lnTo>
                    <a:pt x="20" y="74"/>
                  </a:lnTo>
                  <a:lnTo>
                    <a:pt x="24" y="76"/>
                  </a:lnTo>
                  <a:lnTo>
                    <a:pt x="26" y="80"/>
                  </a:lnTo>
                  <a:lnTo>
                    <a:pt x="28" y="84"/>
                  </a:lnTo>
                  <a:lnTo>
                    <a:pt x="28" y="86"/>
                  </a:lnTo>
                  <a:lnTo>
                    <a:pt x="30" y="88"/>
                  </a:lnTo>
                  <a:lnTo>
                    <a:pt x="32" y="88"/>
                  </a:lnTo>
                  <a:lnTo>
                    <a:pt x="34" y="88"/>
                  </a:lnTo>
                  <a:lnTo>
                    <a:pt x="38" y="90"/>
                  </a:lnTo>
                  <a:lnTo>
                    <a:pt x="40" y="94"/>
                  </a:lnTo>
                  <a:lnTo>
                    <a:pt x="42" y="9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41" name="Freeform 303"/>
            <p:cNvSpPr>
              <a:spLocks/>
            </p:cNvSpPr>
            <p:nvPr/>
          </p:nvSpPr>
          <p:spPr bwMode="gray">
            <a:xfrm>
              <a:off x="681" y="2768"/>
              <a:ext cx="210" cy="200"/>
            </a:xfrm>
            <a:custGeom>
              <a:avLst/>
              <a:gdLst>
                <a:gd name="T0" fmla="*/ 74 w 210"/>
                <a:gd name="T1" fmla="*/ 0 h 200"/>
                <a:gd name="T2" fmla="*/ 74 w 210"/>
                <a:gd name="T3" fmla="*/ 0 h 200"/>
                <a:gd name="T4" fmla="*/ 72 w 210"/>
                <a:gd name="T5" fmla="*/ 2 h 200"/>
                <a:gd name="T6" fmla="*/ 78 w 210"/>
                <a:gd name="T7" fmla="*/ 114 h 200"/>
                <a:gd name="T8" fmla="*/ 80 w 210"/>
                <a:gd name="T9" fmla="*/ 120 h 200"/>
                <a:gd name="T10" fmla="*/ 82 w 210"/>
                <a:gd name="T11" fmla="*/ 128 h 200"/>
                <a:gd name="T12" fmla="*/ 24 w 210"/>
                <a:gd name="T13" fmla="*/ 130 h 200"/>
                <a:gd name="T14" fmla="*/ 22 w 210"/>
                <a:gd name="T15" fmla="*/ 132 h 200"/>
                <a:gd name="T16" fmla="*/ 18 w 210"/>
                <a:gd name="T17" fmla="*/ 134 h 200"/>
                <a:gd name="T18" fmla="*/ 16 w 210"/>
                <a:gd name="T19" fmla="*/ 132 h 200"/>
                <a:gd name="T20" fmla="*/ 14 w 210"/>
                <a:gd name="T21" fmla="*/ 132 h 200"/>
                <a:gd name="T22" fmla="*/ 12 w 210"/>
                <a:gd name="T23" fmla="*/ 136 h 200"/>
                <a:gd name="T24" fmla="*/ 12 w 210"/>
                <a:gd name="T25" fmla="*/ 140 h 200"/>
                <a:gd name="T26" fmla="*/ 10 w 210"/>
                <a:gd name="T27" fmla="*/ 144 h 200"/>
                <a:gd name="T28" fmla="*/ 8 w 210"/>
                <a:gd name="T29" fmla="*/ 146 h 200"/>
                <a:gd name="T30" fmla="*/ 6 w 210"/>
                <a:gd name="T31" fmla="*/ 150 h 200"/>
                <a:gd name="T32" fmla="*/ 2 w 210"/>
                <a:gd name="T33" fmla="*/ 154 h 200"/>
                <a:gd name="T34" fmla="*/ 0 w 210"/>
                <a:gd name="T35" fmla="*/ 156 h 200"/>
                <a:gd name="T36" fmla="*/ 0 w 210"/>
                <a:gd name="T37" fmla="*/ 164 h 200"/>
                <a:gd name="T38" fmla="*/ 2 w 210"/>
                <a:gd name="T39" fmla="*/ 172 h 200"/>
                <a:gd name="T40" fmla="*/ 2 w 210"/>
                <a:gd name="T41" fmla="*/ 174 h 200"/>
                <a:gd name="T42" fmla="*/ 4 w 210"/>
                <a:gd name="T43" fmla="*/ 176 h 200"/>
                <a:gd name="T44" fmla="*/ 10 w 210"/>
                <a:gd name="T45" fmla="*/ 178 h 200"/>
                <a:gd name="T46" fmla="*/ 14 w 210"/>
                <a:gd name="T47" fmla="*/ 180 h 200"/>
                <a:gd name="T48" fmla="*/ 22 w 210"/>
                <a:gd name="T49" fmla="*/ 182 h 200"/>
                <a:gd name="T50" fmla="*/ 24 w 210"/>
                <a:gd name="T51" fmla="*/ 182 h 200"/>
                <a:gd name="T52" fmla="*/ 30 w 210"/>
                <a:gd name="T53" fmla="*/ 182 h 200"/>
                <a:gd name="T54" fmla="*/ 30 w 210"/>
                <a:gd name="T55" fmla="*/ 176 h 200"/>
                <a:gd name="T56" fmla="*/ 32 w 210"/>
                <a:gd name="T57" fmla="*/ 176 h 200"/>
                <a:gd name="T58" fmla="*/ 38 w 210"/>
                <a:gd name="T59" fmla="*/ 174 h 200"/>
                <a:gd name="T60" fmla="*/ 44 w 210"/>
                <a:gd name="T61" fmla="*/ 178 h 200"/>
                <a:gd name="T62" fmla="*/ 44 w 210"/>
                <a:gd name="T63" fmla="*/ 182 h 200"/>
                <a:gd name="T64" fmla="*/ 48 w 210"/>
                <a:gd name="T65" fmla="*/ 190 h 200"/>
                <a:gd name="T66" fmla="*/ 56 w 210"/>
                <a:gd name="T67" fmla="*/ 198 h 200"/>
                <a:gd name="T68" fmla="*/ 60 w 210"/>
                <a:gd name="T69" fmla="*/ 200 h 200"/>
                <a:gd name="T70" fmla="*/ 70 w 210"/>
                <a:gd name="T71" fmla="*/ 198 h 200"/>
                <a:gd name="T72" fmla="*/ 74 w 210"/>
                <a:gd name="T73" fmla="*/ 196 h 200"/>
                <a:gd name="T74" fmla="*/ 78 w 210"/>
                <a:gd name="T75" fmla="*/ 192 h 200"/>
                <a:gd name="T76" fmla="*/ 84 w 210"/>
                <a:gd name="T77" fmla="*/ 196 h 200"/>
                <a:gd name="T78" fmla="*/ 86 w 210"/>
                <a:gd name="T79" fmla="*/ 196 h 200"/>
                <a:gd name="T80" fmla="*/ 90 w 210"/>
                <a:gd name="T81" fmla="*/ 196 h 200"/>
                <a:gd name="T82" fmla="*/ 92 w 210"/>
                <a:gd name="T83" fmla="*/ 194 h 200"/>
                <a:gd name="T84" fmla="*/ 94 w 210"/>
                <a:gd name="T85" fmla="*/ 186 h 200"/>
                <a:gd name="T86" fmla="*/ 98 w 210"/>
                <a:gd name="T87" fmla="*/ 176 h 200"/>
                <a:gd name="T88" fmla="*/ 102 w 210"/>
                <a:gd name="T89" fmla="*/ 170 h 200"/>
                <a:gd name="T90" fmla="*/ 106 w 210"/>
                <a:gd name="T91" fmla="*/ 166 h 200"/>
                <a:gd name="T92" fmla="*/ 114 w 210"/>
                <a:gd name="T93" fmla="*/ 164 h 200"/>
                <a:gd name="T94" fmla="*/ 130 w 210"/>
                <a:gd name="T95" fmla="*/ 162 h 200"/>
                <a:gd name="T96" fmla="*/ 148 w 210"/>
                <a:gd name="T97" fmla="*/ 156 h 200"/>
                <a:gd name="T98" fmla="*/ 154 w 210"/>
                <a:gd name="T99" fmla="*/ 150 h 200"/>
                <a:gd name="T100" fmla="*/ 162 w 210"/>
                <a:gd name="T101" fmla="*/ 150 h 200"/>
                <a:gd name="T102" fmla="*/ 176 w 210"/>
                <a:gd name="T103" fmla="*/ 148 h 200"/>
                <a:gd name="T104" fmla="*/ 180 w 210"/>
                <a:gd name="T105" fmla="*/ 148 h 200"/>
                <a:gd name="T106" fmla="*/ 186 w 210"/>
                <a:gd name="T107" fmla="*/ 142 h 200"/>
                <a:gd name="T108" fmla="*/ 196 w 210"/>
                <a:gd name="T109" fmla="*/ 132 h 200"/>
                <a:gd name="T110" fmla="*/ 202 w 210"/>
                <a:gd name="T111" fmla="*/ 120 h 200"/>
                <a:gd name="T112" fmla="*/ 208 w 210"/>
                <a:gd name="T113" fmla="*/ 92 h 200"/>
                <a:gd name="T114" fmla="*/ 202 w 210"/>
                <a:gd name="T115" fmla="*/ 74 h 200"/>
                <a:gd name="T116" fmla="*/ 170 w 210"/>
                <a:gd name="T117" fmla="*/ 58 h 2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210"/>
                <a:gd name="T178" fmla="*/ 0 h 200"/>
                <a:gd name="T179" fmla="*/ 210 w 210"/>
                <a:gd name="T180" fmla="*/ 200 h 200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210" h="200">
                  <a:moveTo>
                    <a:pt x="94" y="0"/>
                  </a:moveTo>
                  <a:lnTo>
                    <a:pt x="74" y="0"/>
                  </a:lnTo>
                  <a:lnTo>
                    <a:pt x="72" y="0"/>
                  </a:lnTo>
                  <a:lnTo>
                    <a:pt x="72" y="2"/>
                  </a:lnTo>
                  <a:lnTo>
                    <a:pt x="78" y="114"/>
                  </a:lnTo>
                  <a:lnTo>
                    <a:pt x="80" y="118"/>
                  </a:lnTo>
                  <a:lnTo>
                    <a:pt x="80" y="120"/>
                  </a:lnTo>
                  <a:lnTo>
                    <a:pt x="82" y="124"/>
                  </a:lnTo>
                  <a:lnTo>
                    <a:pt x="82" y="128"/>
                  </a:lnTo>
                  <a:lnTo>
                    <a:pt x="76" y="136"/>
                  </a:lnTo>
                  <a:lnTo>
                    <a:pt x="24" y="130"/>
                  </a:lnTo>
                  <a:lnTo>
                    <a:pt x="22" y="132"/>
                  </a:lnTo>
                  <a:lnTo>
                    <a:pt x="20" y="134"/>
                  </a:lnTo>
                  <a:lnTo>
                    <a:pt x="18" y="134"/>
                  </a:lnTo>
                  <a:lnTo>
                    <a:pt x="16" y="132"/>
                  </a:lnTo>
                  <a:lnTo>
                    <a:pt x="14" y="132"/>
                  </a:lnTo>
                  <a:lnTo>
                    <a:pt x="12" y="134"/>
                  </a:lnTo>
                  <a:lnTo>
                    <a:pt x="12" y="136"/>
                  </a:lnTo>
                  <a:lnTo>
                    <a:pt x="12" y="138"/>
                  </a:lnTo>
                  <a:lnTo>
                    <a:pt x="12" y="140"/>
                  </a:lnTo>
                  <a:lnTo>
                    <a:pt x="12" y="144"/>
                  </a:lnTo>
                  <a:lnTo>
                    <a:pt x="10" y="144"/>
                  </a:lnTo>
                  <a:lnTo>
                    <a:pt x="8" y="144"/>
                  </a:lnTo>
                  <a:lnTo>
                    <a:pt x="8" y="146"/>
                  </a:lnTo>
                  <a:lnTo>
                    <a:pt x="8" y="148"/>
                  </a:lnTo>
                  <a:lnTo>
                    <a:pt x="6" y="150"/>
                  </a:lnTo>
                  <a:lnTo>
                    <a:pt x="4" y="154"/>
                  </a:lnTo>
                  <a:lnTo>
                    <a:pt x="2" y="154"/>
                  </a:lnTo>
                  <a:lnTo>
                    <a:pt x="0" y="154"/>
                  </a:lnTo>
                  <a:lnTo>
                    <a:pt x="0" y="156"/>
                  </a:lnTo>
                  <a:lnTo>
                    <a:pt x="0" y="158"/>
                  </a:lnTo>
                  <a:lnTo>
                    <a:pt x="0" y="164"/>
                  </a:lnTo>
                  <a:lnTo>
                    <a:pt x="2" y="168"/>
                  </a:lnTo>
                  <a:lnTo>
                    <a:pt x="2" y="172"/>
                  </a:lnTo>
                  <a:lnTo>
                    <a:pt x="2" y="174"/>
                  </a:lnTo>
                  <a:lnTo>
                    <a:pt x="2" y="176"/>
                  </a:lnTo>
                  <a:lnTo>
                    <a:pt x="4" y="176"/>
                  </a:lnTo>
                  <a:lnTo>
                    <a:pt x="6" y="178"/>
                  </a:lnTo>
                  <a:lnTo>
                    <a:pt x="10" y="178"/>
                  </a:lnTo>
                  <a:lnTo>
                    <a:pt x="14" y="180"/>
                  </a:lnTo>
                  <a:lnTo>
                    <a:pt x="18" y="182"/>
                  </a:lnTo>
                  <a:lnTo>
                    <a:pt x="22" y="182"/>
                  </a:lnTo>
                  <a:lnTo>
                    <a:pt x="24" y="182"/>
                  </a:lnTo>
                  <a:lnTo>
                    <a:pt x="28" y="182"/>
                  </a:lnTo>
                  <a:lnTo>
                    <a:pt x="30" y="182"/>
                  </a:lnTo>
                  <a:lnTo>
                    <a:pt x="30" y="180"/>
                  </a:lnTo>
                  <a:lnTo>
                    <a:pt x="30" y="176"/>
                  </a:lnTo>
                  <a:lnTo>
                    <a:pt x="32" y="176"/>
                  </a:lnTo>
                  <a:lnTo>
                    <a:pt x="36" y="174"/>
                  </a:lnTo>
                  <a:lnTo>
                    <a:pt x="38" y="174"/>
                  </a:lnTo>
                  <a:lnTo>
                    <a:pt x="42" y="176"/>
                  </a:lnTo>
                  <a:lnTo>
                    <a:pt x="44" y="178"/>
                  </a:lnTo>
                  <a:lnTo>
                    <a:pt x="44" y="180"/>
                  </a:lnTo>
                  <a:lnTo>
                    <a:pt x="44" y="182"/>
                  </a:lnTo>
                  <a:lnTo>
                    <a:pt x="46" y="186"/>
                  </a:lnTo>
                  <a:lnTo>
                    <a:pt x="48" y="190"/>
                  </a:lnTo>
                  <a:lnTo>
                    <a:pt x="50" y="194"/>
                  </a:lnTo>
                  <a:lnTo>
                    <a:pt x="56" y="198"/>
                  </a:lnTo>
                  <a:lnTo>
                    <a:pt x="60" y="200"/>
                  </a:lnTo>
                  <a:lnTo>
                    <a:pt x="64" y="200"/>
                  </a:lnTo>
                  <a:lnTo>
                    <a:pt x="70" y="198"/>
                  </a:lnTo>
                  <a:lnTo>
                    <a:pt x="74" y="196"/>
                  </a:lnTo>
                  <a:lnTo>
                    <a:pt x="76" y="194"/>
                  </a:lnTo>
                  <a:lnTo>
                    <a:pt x="78" y="192"/>
                  </a:lnTo>
                  <a:lnTo>
                    <a:pt x="82" y="192"/>
                  </a:lnTo>
                  <a:lnTo>
                    <a:pt x="84" y="196"/>
                  </a:lnTo>
                  <a:lnTo>
                    <a:pt x="86" y="196"/>
                  </a:lnTo>
                  <a:lnTo>
                    <a:pt x="88" y="198"/>
                  </a:lnTo>
                  <a:lnTo>
                    <a:pt x="90" y="196"/>
                  </a:lnTo>
                  <a:lnTo>
                    <a:pt x="92" y="194"/>
                  </a:lnTo>
                  <a:lnTo>
                    <a:pt x="92" y="190"/>
                  </a:lnTo>
                  <a:lnTo>
                    <a:pt x="94" y="186"/>
                  </a:lnTo>
                  <a:lnTo>
                    <a:pt x="96" y="180"/>
                  </a:lnTo>
                  <a:lnTo>
                    <a:pt x="98" y="176"/>
                  </a:lnTo>
                  <a:lnTo>
                    <a:pt x="100" y="172"/>
                  </a:lnTo>
                  <a:lnTo>
                    <a:pt x="102" y="170"/>
                  </a:lnTo>
                  <a:lnTo>
                    <a:pt x="102" y="168"/>
                  </a:lnTo>
                  <a:lnTo>
                    <a:pt x="106" y="166"/>
                  </a:lnTo>
                  <a:lnTo>
                    <a:pt x="108" y="164"/>
                  </a:lnTo>
                  <a:lnTo>
                    <a:pt x="114" y="164"/>
                  </a:lnTo>
                  <a:lnTo>
                    <a:pt x="120" y="164"/>
                  </a:lnTo>
                  <a:lnTo>
                    <a:pt x="130" y="162"/>
                  </a:lnTo>
                  <a:lnTo>
                    <a:pt x="140" y="160"/>
                  </a:lnTo>
                  <a:lnTo>
                    <a:pt x="148" y="156"/>
                  </a:lnTo>
                  <a:lnTo>
                    <a:pt x="152" y="150"/>
                  </a:lnTo>
                  <a:lnTo>
                    <a:pt x="154" y="150"/>
                  </a:lnTo>
                  <a:lnTo>
                    <a:pt x="158" y="150"/>
                  </a:lnTo>
                  <a:lnTo>
                    <a:pt x="162" y="150"/>
                  </a:lnTo>
                  <a:lnTo>
                    <a:pt x="168" y="150"/>
                  </a:lnTo>
                  <a:lnTo>
                    <a:pt x="176" y="148"/>
                  </a:lnTo>
                  <a:lnTo>
                    <a:pt x="180" y="148"/>
                  </a:lnTo>
                  <a:lnTo>
                    <a:pt x="182" y="146"/>
                  </a:lnTo>
                  <a:lnTo>
                    <a:pt x="186" y="142"/>
                  </a:lnTo>
                  <a:lnTo>
                    <a:pt x="192" y="138"/>
                  </a:lnTo>
                  <a:lnTo>
                    <a:pt x="196" y="132"/>
                  </a:lnTo>
                  <a:lnTo>
                    <a:pt x="200" y="124"/>
                  </a:lnTo>
                  <a:lnTo>
                    <a:pt x="202" y="120"/>
                  </a:lnTo>
                  <a:lnTo>
                    <a:pt x="204" y="108"/>
                  </a:lnTo>
                  <a:lnTo>
                    <a:pt x="208" y="92"/>
                  </a:lnTo>
                  <a:lnTo>
                    <a:pt x="210" y="72"/>
                  </a:lnTo>
                  <a:lnTo>
                    <a:pt x="202" y="74"/>
                  </a:lnTo>
                  <a:lnTo>
                    <a:pt x="198" y="58"/>
                  </a:lnTo>
                  <a:lnTo>
                    <a:pt x="170" y="58"/>
                  </a:lnTo>
                  <a:lnTo>
                    <a:pt x="94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42" name="Freeform 304"/>
            <p:cNvSpPr>
              <a:spLocks/>
            </p:cNvSpPr>
            <p:nvPr/>
          </p:nvSpPr>
          <p:spPr bwMode="gray">
            <a:xfrm>
              <a:off x="1169" y="2688"/>
              <a:ext cx="138" cy="150"/>
            </a:xfrm>
            <a:custGeom>
              <a:avLst/>
              <a:gdLst>
                <a:gd name="T0" fmla="*/ 0 w 138"/>
                <a:gd name="T1" fmla="*/ 150 h 150"/>
                <a:gd name="T2" fmla="*/ 0 w 138"/>
                <a:gd name="T3" fmla="*/ 0 h 150"/>
                <a:gd name="T4" fmla="*/ 2 w 138"/>
                <a:gd name="T5" fmla="*/ 0 h 150"/>
                <a:gd name="T6" fmla="*/ 6 w 138"/>
                <a:gd name="T7" fmla="*/ 2 h 150"/>
                <a:gd name="T8" fmla="*/ 12 w 138"/>
                <a:gd name="T9" fmla="*/ 2 h 150"/>
                <a:gd name="T10" fmla="*/ 18 w 138"/>
                <a:gd name="T11" fmla="*/ 2 h 150"/>
                <a:gd name="T12" fmla="*/ 22 w 138"/>
                <a:gd name="T13" fmla="*/ 2 h 150"/>
                <a:gd name="T14" fmla="*/ 26 w 138"/>
                <a:gd name="T15" fmla="*/ 4 h 150"/>
                <a:gd name="T16" fmla="*/ 28 w 138"/>
                <a:gd name="T17" fmla="*/ 4 h 150"/>
                <a:gd name="T18" fmla="*/ 30 w 138"/>
                <a:gd name="T19" fmla="*/ 6 h 150"/>
                <a:gd name="T20" fmla="*/ 34 w 138"/>
                <a:gd name="T21" fmla="*/ 8 h 150"/>
                <a:gd name="T22" fmla="*/ 38 w 138"/>
                <a:gd name="T23" fmla="*/ 10 h 150"/>
                <a:gd name="T24" fmla="*/ 44 w 138"/>
                <a:gd name="T25" fmla="*/ 10 h 150"/>
                <a:gd name="T26" fmla="*/ 68 w 138"/>
                <a:gd name="T27" fmla="*/ 4 h 150"/>
                <a:gd name="T28" fmla="*/ 68 w 138"/>
                <a:gd name="T29" fmla="*/ 4 h 150"/>
                <a:gd name="T30" fmla="*/ 70 w 138"/>
                <a:gd name="T31" fmla="*/ 4 h 150"/>
                <a:gd name="T32" fmla="*/ 72 w 138"/>
                <a:gd name="T33" fmla="*/ 2 h 150"/>
                <a:gd name="T34" fmla="*/ 76 w 138"/>
                <a:gd name="T35" fmla="*/ 2 h 150"/>
                <a:gd name="T36" fmla="*/ 80 w 138"/>
                <a:gd name="T37" fmla="*/ 4 h 150"/>
                <a:gd name="T38" fmla="*/ 86 w 138"/>
                <a:gd name="T39" fmla="*/ 6 h 150"/>
                <a:gd name="T40" fmla="*/ 86 w 138"/>
                <a:gd name="T41" fmla="*/ 6 h 150"/>
                <a:gd name="T42" fmla="*/ 86 w 138"/>
                <a:gd name="T43" fmla="*/ 10 h 150"/>
                <a:gd name="T44" fmla="*/ 86 w 138"/>
                <a:gd name="T45" fmla="*/ 14 h 150"/>
                <a:gd name="T46" fmla="*/ 88 w 138"/>
                <a:gd name="T47" fmla="*/ 20 h 150"/>
                <a:gd name="T48" fmla="*/ 92 w 138"/>
                <a:gd name="T49" fmla="*/ 26 h 150"/>
                <a:gd name="T50" fmla="*/ 92 w 138"/>
                <a:gd name="T51" fmla="*/ 30 h 150"/>
                <a:gd name="T52" fmla="*/ 98 w 138"/>
                <a:gd name="T53" fmla="*/ 40 h 150"/>
                <a:gd name="T54" fmla="*/ 106 w 138"/>
                <a:gd name="T55" fmla="*/ 56 h 150"/>
                <a:gd name="T56" fmla="*/ 114 w 138"/>
                <a:gd name="T57" fmla="*/ 74 h 150"/>
                <a:gd name="T58" fmla="*/ 122 w 138"/>
                <a:gd name="T59" fmla="*/ 92 h 150"/>
                <a:gd name="T60" fmla="*/ 130 w 138"/>
                <a:gd name="T61" fmla="*/ 108 h 150"/>
                <a:gd name="T62" fmla="*/ 136 w 138"/>
                <a:gd name="T63" fmla="*/ 122 h 150"/>
                <a:gd name="T64" fmla="*/ 138 w 138"/>
                <a:gd name="T65" fmla="*/ 128 h 150"/>
                <a:gd name="T66" fmla="*/ 138 w 138"/>
                <a:gd name="T67" fmla="*/ 130 h 150"/>
                <a:gd name="T68" fmla="*/ 136 w 138"/>
                <a:gd name="T69" fmla="*/ 132 h 150"/>
                <a:gd name="T70" fmla="*/ 132 w 138"/>
                <a:gd name="T71" fmla="*/ 138 h 150"/>
                <a:gd name="T72" fmla="*/ 126 w 138"/>
                <a:gd name="T73" fmla="*/ 142 h 150"/>
                <a:gd name="T74" fmla="*/ 120 w 138"/>
                <a:gd name="T75" fmla="*/ 146 h 150"/>
                <a:gd name="T76" fmla="*/ 110 w 138"/>
                <a:gd name="T77" fmla="*/ 150 h 150"/>
                <a:gd name="T78" fmla="*/ 0 w 138"/>
                <a:gd name="T79" fmla="*/ 150 h 15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38"/>
                <a:gd name="T121" fmla="*/ 0 h 150"/>
                <a:gd name="T122" fmla="*/ 138 w 138"/>
                <a:gd name="T123" fmla="*/ 150 h 150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38" h="150">
                  <a:moveTo>
                    <a:pt x="0" y="15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6" y="2"/>
                  </a:lnTo>
                  <a:lnTo>
                    <a:pt x="12" y="2"/>
                  </a:lnTo>
                  <a:lnTo>
                    <a:pt x="18" y="2"/>
                  </a:lnTo>
                  <a:lnTo>
                    <a:pt x="22" y="2"/>
                  </a:lnTo>
                  <a:lnTo>
                    <a:pt x="26" y="4"/>
                  </a:lnTo>
                  <a:lnTo>
                    <a:pt x="28" y="4"/>
                  </a:lnTo>
                  <a:lnTo>
                    <a:pt x="30" y="6"/>
                  </a:lnTo>
                  <a:lnTo>
                    <a:pt x="34" y="8"/>
                  </a:lnTo>
                  <a:lnTo>
                    <a:pt x="38" y="10"/>
                  </a:lnTo>
                  <a:lnTo>
                    <a:pt x="44" y="10"/>
                  </a:lnTo>
                  <a:lnTo>
                    <a:pt x="68" y="4"/>
                  </a:lnTo>
                  <a:lnTo>
                    <a:pt x="70" y="4"/>
                  </a:lnTo>
                  <a:lnTo>
                    <a:pt x="72" y="2"/>
                  </a:lnTo>
                  <a:lnTo>
                    <a:pt x="76" y="2"/>
                  </a:lnTo>
                  <a:lnTo>
                    <a:pt x="80" y="4"/>
                  </a:lnTo>
                  <a:lnTo>
                    <a:pt x="86" y="6"/>
                  </a:lnTo>
                  <a:lnTo>
                    <a:pt x="86" y="10"/>
                  </a:lnTo>
                  <a:lnTo>
                    <a:pt x="86" y="14"/>
                  </a:lnTo>
                  <a:lnTo>
                    <a:pt x="88" y="20"/>
                  </a:lnTo>
                  <a:lnTo>
                    <a:pt x="92" y="26"/>
                  </a:lnTo>
                  <a:lnTo>
                    <a:pt x="92" y="30"/>
                  </a:lnTo>
                  <a:lnTo>
                    <a:pt x="98" y="40"/>
                  </a:lnTo>
                  <a:lnTo>
                    <a:pt x="106" y="56"/>
                  </a:lnTo>
                  <a:lnTo>
                    <a:pt x="114" y="74"/>
                  </a:lnTo>
                  <a:lnTo>
                    <a:pt x="122" y="92"/>
                  </a:lnTo>
                  <a:lnTo>
                    <a:pt x="130" y="108"/>
                  </a:lnTo>
                  <a:lnTo>
                    <a:pt x="136" y="122"/>
                  </a:lnTo>
                  <a:lnTo>
                    <a:pt x="138" y="128"/>
                  </a:lnTo>
                  <a:lnTo>
                    <a:pt x="138" y="130"/>
                  </a:lnTo>
                  <a:lnTo>
                    <a:pt x="136" y="132"/>
                  </a:lnTo>
                  <a:lnTo>
                    <a:pt x="132" y="138"/>
                  </a:lnTo>
                  <a:lnTo>
                    <a:pt x="126" y="142"/>
                  </a:lnTo>
                  <a:lnTo>
                    <a:pt x="120" y="146"/>
                  </a:lnTo>
                  <a:lnTo>
                    <a:pt x="110" y="150"/>
                  </a:lnTo>
                  <a:lnTo>
                    <a:pt x="0" y="15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43" name="Freeform 305"/>
            <p:cNvSpPr>
              <a:spLocks/>
            </p:cNvSpPr>
            <p:nvPr/>
          </p:nvSpPr>
          <p:spPr bwMode="gray">
            <a:xfrm>
              <a:off x="1255" y="2692"/>
              <a:ext cx="40" cy="50"/>
            </a:xfrm>
            <a:custGeom>
              <a:avLst/>
              <a:gdLst>
                <a:gd name="T0" fmla="*/ 0 w 40"/>
                <a:gd name="T1" fmla="*/ 0 h 50"/>
                <a:gd name="T2" fmla="*/ 0 w 40"/>
                <a:gd name="T3" fmla="*/ 8 h 50"/>
                <a:gd name="T4" fmla="*/ 0 w 40"/>
                <a:gd name="T5" fmla="*/ 10 h 50"/>
                <a:gd name="T6" fmla="*/ 2 w 40"/>
                <a:gd name="T7" fmla="*/ 12 h 50"/>
                <a:gd name="T8" fmla="*/ 2 w 40"/>
                <a:gd name="T9" fmla="*/ 16 h 50"/>
                <a:gd name="T10" fmla="*/ 4 w 40"/>
                <a:gd name="T11" fmla="*/ 20 h 50"/>
                <a:gd name="T12" fmla="*/ 6 w 40"/>
                <a:gd name="T13" fmla="*/ 24 h 50"/>
                <a:gd name="T14" fmla="*/ 8 w 40"/>
                <a:gd name="T15" fmla="*/ 28 h 50"/>
                <a:gd name="T16" fmla="*/ 10 w 40"/>
                <a:gd name="T17" fmla="*/ 30 h 50"/>
                <a:gd name="T18" fmla="*/ 14 w 40"/>
                <a:gd name="T19" fmla="*/ 34 h 50"/>
                <a:gd name="T20" fmla="*/ 16 w 40"/>
                <a:gd name="T21" fmla="*/ 38 h 50"/>
                <a:gd name="T22" fmla="*/ 22 w 40"/>
                <a:gd name="T23" fmla="*/ 42 h 50"/>
                <a:gd name="T24" fmla="*/ 26 w 40"/>
                <a:gd name="T25" fmla="*/ 44 h 50"/>
                <a:gd name="T26" fmla="*/ 30 w 40"/>
                <a:gd name="T27" fmla="*/ 48 h 50"/>
                <a:gd name="T28" fmla="*/ 32 w 40"/>
                <a:gd name="T29" fmla="*/ 50 h 50"/>
                <a:gd name="T30" fmla="*/ 32 w 40"/>
                <a:gd name="T31" fmla="*/ 50 h 50"/>
                <a:gd name="T32" fmla="*/ 34 w 40"/>
                <a:gd name="T33" fmla="*/ 50 h 50"/>
                <a:gd name="T34" fmla="*/ 36 w 40"/>
                <a:gd name="T35" fmla="*/ 48 h 50"/>
                <a:gd name="T36" fmla="*/ 38 w 40"/>
                <a:gd name="T37" fmla="*/ 44 h 50"/>
                <a:gd name="T38" fmla="*/ 40 w 40"/>
                <a:gd name="T39" fmla="*/ 32 h 50"/>
                <a:gd name="T40" fmla="*/ 38 w 40"/>
                <a:gd name="T41" fmla="*/ 28 h 50"/>
                <a:gd name="T42" fmla="*/ 32 w 40"/>
                <a:gd name="T43" fmla="*/ 18 h 50"/>
                <a:gd name="T44" fmla="*/ 26 w 40"/>
                <a:gd name="T45" fmla="*/ 8 h 50"/>
                <a:gd name="T46" fmla="*/ 22 w 40"/>
                <a:gd name="T47" fmla="*/ 0 h 50"/>
                <a:gd name="T48" fmla="*/ 22 w 40"/>
                <a:gd name="T49" fmla="*/ 0 h 50"/>
                <a:gd name="T50" fmla="*/ 18 w 40"/>
                <a:gd name="T51" fmla="*/ 0 h 50"/>
                <a:gd name="T52" fmla="*/ 12 w 40"/>
                <a:gd name="T53" fmla="*/ 0 h 50"/>
                <a:gd name="T54" fmla="*/ 8 w 40"/>
                <a:gd name="T55" fmla="*/ 0 h 50"/>
                <a:gd name="T56" fmla="*/ 2 w 40"/>
                <a:gd name="T57" fmla="*/ 0 h 50"/>
                <a:gd name="T58" fmla="*/ 0 w 40"/>
                <a:gd name="T59" fmla="*/ 0 h 5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40"/>
                <a:gd name="T91" fmla="*/ 0 h 50"/>
                <a:gd name="T92" fmla="*/ 40 w 40"/>
                <a:gd name="T93" fmla="*/ 50 h 5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40" h="50">
                  <a:moveTo>
                    <a:pt x="0" y="0"/>
                  </a:moveTo>
                  <a:lnTo>
                    <a:pt x="0" y="8"/>
                  </a:lnTo>
                  <a:lnTo>
                    <a:pt x="0" y="10"/>
                  </a:lnTo>
                  <a:lnTo>
                    <a:pt x="2" y="12"/>
                  </a:lnTo>
                  <a:lnTo>
                    <a:pt x="2" y="16"/>
                  </a:lnTo>
                  <a:lnTo>
                    <a:pt x="4" y="20"/>
                  </a:lnTo>
                  <a:lnTo>
                    <a:pt x="6" y="24"/>
                  </a:lnTo>
                  <a:lnTo>
                    <a:pt x="8" y="28"/>
                  </a:lnTo>
                  <a:lnTo>
                    <a:pt x="10" y="30"/>
                  </a:lnTo>
                  <a:lnTo>
                    <a:pt x="14" y="34"/>
                  </a:lnTo>
                  <a:lnTo>
                    <a:pt x="16" y="38"/>
                  </a:lnTo>
                  <a:lnTo>
                    <a:pt x="22" y="42"/>
                  </a:lnTo>
                  <a:lnTo>
                    <a:pt x="26" y="44"/>
                  </a:lnTo>
                  <a:lnTo>
                    <a:pt x="30" y="48"/>
                  </a:lnTo>
                  <a:lnTo>
                    <a:pt x="32" y="50"/>
                  </a:lnTo>
                  <a:lnTo>
                    <a:pt x="34" y="50"/>
                  </a:lnTo>
                  <a:lnTo>
                    <a:pt x="36" y="48"/>
                  </a:lnTo>
                  <a:lnTo>
                    <a:pt x="38" y="44"/>
                  </a:lnTo>
                  <a:lnTo>
                    <a:pt x="40" y="32"/>
                  </a:lnTo>
                  <a:lnTo>
                    <a:pt x="38" y="28"/>
                  </a:lnTo>
                  <a:lnTo>
                    <a:pt x="32" y="18"/>
                  </a:lnTo>
                  <a:lnTo>
                    <a:pt x="26" y="8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0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44" name="Freeform 306"/>
            <p:cNvSpPr>
              <a:spLocks/>
            </p:cNvSpPr>
            <p:nvPr/>
          </p:nvSpPr>
          <p:spPr bwMode="gray">
            <a:xfrm>
              <a:off x="1393" y="3266"/>
              <a:ext cx="86" cy="182"/>
            </a:xfrm>
            <a:custGeom>
              <a:avLst/>
              <a:gdLst>
                <a:gd name="T0" fmla="*/ 78 w 86"/>
                <a:gd name="T1" fmla="*/ 0 h 182"/>
                <a:gd name="T2" fmla="*/ 72 w 86"/>
                <a:gd name="T3" fmla="*/ 4 h 182"/>
                <a:gd name="T4" fmla="*/ 64 w 86"/>
                <a:gd name="T5" fmla="*/ 12 h 182"/>
                <a:gd name="T6" fmla="*/ 60 w 86"/>
                <a:gd name="T7" fmla="*/ 20 h 182"/>
                <a:gd name="T8" fmla="*/ 56 w 86"/>
                <a:gd name="T9" fmla="*/ 24 h 182"/>
                <a:gd name="T10" fmla="*/ 48 w 86"/>
                <a:gd name="T11" fmla="*/ 32 h 182"/>
                <a:gd name="T12" fmla="*/ 40 w 86"/>
                <a:gd name="T13" fmla="*/ 42 h 182"/>
                <a:gd name="T14" fmla="*/ 34 w 86"/>
                <a:gd name="T15" fmla="*/ 50 h 182"/>
                <a:gd name="T16" fmla="*/ 28 w 86"/>
                <a:gd name="T17" fmla="*/ 54 h 182"/>
                <a:gd name="T18" fmla="*/ 24 w 86"/>
                <a:gd name="T19" fmla="*/ 54 h 182"/>
                <a:gd name="T20" fmla="*/ 22 w 86"/>
                <a:gd name="T21" fmla="*/ 54 h 182"/>
                <a:gd name="T22" fmla="*/ 16 w 86"/>
                <a:gd name="T23" fmla="*/ 54 h 182"/>
                <a:gd name="T24" fmla="*/ 10 w 86"/>
                <a:gd name="T25" fmla="*/ 60 h 182"/>
                <a:gd name="T26" fmla="*/ 6 w 86"/>
                <a:gd name="T27" fmla="*/ 68 h 182"/>
                <a:gd name="T28" fmla="*/ 6 w 86"/>
                <a:gd name="T29" fmla="*/ 82 h 182"/>
                <a:gd name="T30" fmla="*/ 4 w 86"/>
                <a:gd name="T31" fmla="*/ 90 h 182"/>
                <a:gd name="T32" fmla="*/ 6 w 86"/>
                <a:gd name="T33" fmla="*/ 92 h 182"/>
                <a:gd name="T34" fmla="*/ 8 w 86"/>
                <a:gd name="T35" fmla="*/ 92 h 182"/>
                <a:gd name="T36" fmla="*/ 14 w 86"/>
                <a:gd name="T37" fmla="*/ 100 h 182"/>
                <a:gd name="T38" fmla="*/ 14 w 86"/>
                <a:gd name="T39" fmla="*/ 106 h 182"/>
                <a:gd name="T40" fmla="*/ 10 w 86"/>
                <a:gd name="T41" fmla="*/ 110 h 182"/>
                <a:gd name="T42" fmla="*/ 6 w 86"/>
                <a:gd name="T43" fmla="*/ 116 h 182"/>
                <a:gd name="T44" fmla="*/ 0 w 86"/>
                <a:gd name="T45" fmla="*/ 138 h 182"/>
                <a:gd name="T46" fmla="*/ 6 w 86"/>
                <a:gd name="T47" fmla="*/ 172 h 182"/>
                <a:gd name="T48" fmla="*/ 8 w 86"/>
                <a:gd name="T49" fmla="*/ 172 h 182"/>
                <a:gd name="T50" fmla="*/ 16 w 86"/>
                <a:gd name="T51" fmla="*/ 172 h 182"/>
                <a:gd name="T52" fmla="*/ 22 w 86"/>
                <a:gd name="T53" fmla="*/ 172 h 182"/>
                <a:gd name="T54" fmla="*/ 20 w 86"/>
                <a:gd name="T55" fmla="*/ 174 h 182"/>
                <a:gd name="T56" fmla="*/ 24 w 86"/>
                <a:gd name="T57" fmla="*/ 178 h 182"/>
                <a:gd name="T58" fmla="*/ 28 w 86"/>
                <a:gd name="T59" fmla="*/ 182 h 182"/>
                <a:gd name="T60" fmla="*/ 36 w 86"/>
                <a:gd name="T61" fmla="*/ 182 h 182"/>
                <a:gd name="T62" fmla="*/ 44 w 86"/>
                <a:gd name="T63" fmla="*/ 178 h 182"/>
                <a:gd name="T64" fmla="*/ 50 w 86"/>
                <a:gd name="T65" fmla="*/ 164 h 182"/>
                <a:gd name="T66" fmla="*/ 58 w 86"/>
                <a:gd name="T67" fmla="*/ 134 h 182"/>
                <a:gd name="T68" fmla="*/ 58 w 86"/>
                <a:gd name="T69" fmla="*/ 126 h 182"/>
                <a:gd name="T70" fmla="*/ 60 w 86"/>
                <a:gd name="T71" fmla="*/ 120 h 182"/>
                <a:gd name="T72" fmla="*/ 66 w 86"/>
                <a:gd name="T73" fmla="*/ 108 h 182"/>
                <a:gd name="T74" fmla="*/ 72 w 86"/>
                <a:gd name="T75" fmla="*/ 82 h 182"/>
                <a:gd name="T76" fmla="*/ 78 w 86"/>
                <a:gd name="T77" fmla="*/ 54 h 182"/>
                <a:gd name="T78" fmla="*/ 78 w 86"/>
                <a:gd name="T79" fmla="*/ 50 h 182"/>
                <a:gd name="T80" fmla="*/ 82 w 86"/>
                <a:gd name="T81" fmla="*/ 40 h 182"/>
                <a:gd name="T82" fmla="*/ 84 w 86"/>
                <a:gd name="T83" fmla="*/ 28 h 182"/>
                <a:gd name="T84" fmla="*/ 84 w 86"/>
                <a:gd name="T85" fmla="*/ 20 h 182"/>
                <a:gd name="T86" fmla="*/ 86 w 86"/>
                <a:gd name="T87" fmla="*/ 12 h 182"/>
                <a:gd name="T88" fmla="*/ 86 w 86"/>
                <a:gd name="T89" fmla="*/ 4 h 182"/>
                <a:gd name="T90" fmla="*/ 78 w 86"/>
                <a:gd name="T91" fmla="*/ 0 h 18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86"/>
                <a:gd name="T139" fmla="*/ 0 h 182"/>
                <a:gd name="T140" fmla="*/ 86 w 86"/>
                <a:gd name="T141" fmla="*/ 182 h 18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86" h="182">
                  <a:moveTo>
                    <a:pt x="78" y="0"/>
                  </a:moveTo>
                  <a:lnTo>
                    <a:pt x="78" y="0"/>
                  </a:lnTo>
                  <a:lnTo>
                    <a:pt x="76" y="2"/>
                  </a:lnTo>
                  <a:lnTo>
                    <a:pt x="72" y="4"/>
                  </a:lnTo>
                  <a:lnTo>
                    <a:pt x="68" y="6"/>
                  </a:lnTo>
                  <a:lnTo>
                    <a:pt x="64" y="12"/>
                  </a:lnTo>
                  <a:lnTo>
                    <a:pt x="62" y="20"/>
                  </a:lnTo>
                  <a:lnTo>
                    <a:pt x="60" y="20"/>
                  </a:lnTo>
                  <a:lnTo>
                    <a:pt x="58" y="22"/>
                  </a:lnTo>
                  <a:lnTo>
                    <a:pt x="56" y="24"/>
                  </a:lnTo>
                  <a:lnTo>
                    <a:pt x="52" y="28"/>
                  </a:lnTo>
                  <a:lnTo>
                    <a:pt x="48" y="32"/>
                  </a:lnTo>
                  <a:lnTo>
                    <a:pt x="44" y="36"/>
                  </a:lnTo>
                  <a:lnTo>
                    <a:pt x="40" y="42"/>
                  </a:lnTo>
                  <a:lnTo>
                    <a:pt x="38" y="46"/>
                  </a:lnTo>
                  <a:lnTo>
                    <a:pt x="34" y="50"/>
                  </a:lnTo>
                  <a:lnTo>
                    <a:pt x="30" y="52"/>
                  </a:lnTo>
                  <a:lnTo>
                    <a:pt x="28" y="54"/>
                  </a:lnTo>
                  <a:lnTo>
                    <a:pt x="26" y="54"/>
                  </a:lnTo>
                  <a:lnTo>
                    <a:pt x="24" y="54"/>
                  </a:lnTo>
                  <a:lnTo>
                    <a:pt x="22" y="54"/>
                  </a:lnTo>
                  <a:lnTo>
                    <a:pt x="20" y="54"/>
                  </a:lnTo>
                  <a:lnTo>
                    <a:pt x="16" y="54"/>
                  </a:lnTo>
                  <a:lnTo>
                    <a:pt x="14" y="56"/>
                  </a:lnTo>
                  <a:lnTo>
                    <a:pt x="10" y="60"/>
                  </a:lnTo>
                  <a:lnTo>
                    <a:pt x="8" y="64"/>
                  </a:lnTo>
                  <a:lnTo>
                    <a:pt x="6" y="68"/>
                  </a:lnTo>
                  <a:lnTo>
                    <a:pt x="6" y="76"/>
                  </a:lnTo>
                  <a:lnTo>
                    <a:pt x="6" y="82"/>
                  </a:lnTo>
                  <a:lnTo>
                    <a:pt x="6" y="88"/>
                  </a:lnTo>
                  <a:lnTo>
                    <a:pt x="4" y="90"/>
                  </a:lnTo>
                  <a:lnTo>
                    <a:pt x="6" y="90"/>
                  </a:lnTo>
                  <a:lnTo>
                    <a:pt x="6" y="92"/>
                  </a:lnTo>
                  <a:lnTo>
                    <a:pt x="8" y="92"/>
                  </a:lnTo>
                  <a:lnTo>
                    <a:pt x="12" y="96"/>
                  </a:lnTo>
                  <a:lnTo>
                    <a:pt x="14" y="100"/>
                  </a:lnTo>
                  <a:lnTo>
                    <a:pt x="14" y="102"/>
                  </a:lnTo>
                  <a:lnTo>
                    <a:pt x="14" y="106"/>
                  </a:lnTo>
                  <a:lnTo>
                    <a:pt x="12" y="108"/>
                  </a:lnTo>
                  <a:lnTo>
                    <a:pt x="10" y="110"/>
                  </a:lnTo>
                  <a:lnTo>
                    <a:pt x="8" y="112"/>
                  </a:lnTo>
                  <a:lnTo>
                    <a:pt x="6" y="116"/>
                  </a:lnTo>
                  <a:lnTo>
                    <a:pt x="2" y="124"/>
                  </a:lnTo>
                  <a:lnTo>
                    <a:pt x="0" y="138"/>
                  </a:lnTo>
                  <a:lnTo>
                    <a:pt x="0" y="154"/>
                  </a:lnTo>
                  <a:lnTo>
                    <a:pt x="6" y="172"/>
                  </a:lnTo>
                  <a:lnTo>
                    <a:pt x="8" y="172"/>
                  </a:lnTo>
                  <a:lnTo>
                    <a:pt x="12" y="172"/>
                  </a:lnTo>
                  <a:lnTo>
                    <a:pt x="16" y="172"/>
                  </a:lnTo>
                  <a:lnTo>
                    <a:pt x="20" y="172"/>
                  </a:lnTo>
                  <a:lnTo>
                    <a:pt x="22" y="172"/>
                  </a:lnTo>
                  <a:lnTo>
                    <a:pt x="20" y="174"/>
                  </a:lnTo>
                  <a:lnTo>
                    <a:pt x="22" y="176"/>
                  </a:lnTo>
                  <a:lnTo>
                    <a:pt x="24" y="178"/>
                  </a:lnTo>
                  <a:lnTo>
                    <a:pt x="26" y="180"/>
                  </a:lnTo>
                  <a:lnTo>
                    <a:pt x="28" y="182"/>
                  </a:lnTo>
                  <a:lnTo>
                    <a:pt x="32" y="182"/>
                  </a:lnTo>
                  <a:lnTo>
                    <a:pt x="36" y="182"/>
                  </a:lnTo>
                  <a:lnTo>
                    <a:pt x="40" y="182"/>
                  </a:lnTo>
                  <a:lnTo>
                    <a:pt x="44" y="178"/>
                  </a:lnTo>
                  <a:lnTo>
                    <a:pt x="46" y="172"/>
                  </a:lnTo>
                  <a:lnTo>
                    <a:pt x="50" y="164"/>
                  </a:lnTo>
                  <a:lnTo>
                    <a:pt x="56" y="146"/>
                  </a:lnTo>
                  <a:lnTo>
                    <a:pt x="58" y="134"/>
                  </a:lnTo>
                  <a:lnTo>
                    <a:pt x="60" y="128"/>
                  </a:lnTo>
                  <a:lnTo>
                    <a:pt x="58" y="126"/>
                  </a:lnTo>
                  <a:lnTo>
                    <a:pt x="58" y="124"/>
                  </a:lnTo>
                  <a:lnTo>
                    <a:pt x="60" y="120"/>
                  </a:lnTo>
                  <a:lnTo>
                    <a:pt x="62" y="114"/>
                  </a:lnTo>
                  <a:lnTo>
                    <a:pt x="66" y="108"/>
                  </a:lnTo>
                  <a:lnTo>
                    <a:pt x="70" y="98"/>
                  </a:lnTo>
                  <a:lnTo>
                    <a:pt x="72" y="82"/>
                  </a:lnTo>
                  <a:lnTo>
                    <a:pt x="76" y="66"/>
                  </a:lnTo>
                  <a:lnTo>
                    <a:pt x="78" y="54"/>
                  </a:lnTo>
                  <a:lnTo>
                    <a:pt x="78" y="52"/>
                  </a:lnTo>
                  <a:lnTo>
                    <a:pt x="78" y="50"/>
                  </a:lnTo>
                  <a:lnTo>
                    <a:pt x="80" y="44"/>
                  </a:lnTo>
                  <a:lnTo>
                    <a:pt x="82" y="40"/>
                  </a:lnTo>
                  <a:lnTo>
                    <a:pt x="82" y="34"/>
                  </a:lnTo>
                  <a:lnTo>
                    <a:pt x="84" y="28"/>
                  </a:lnTo>
                  <a:lnTo>
                    <a:pt x="84" y="24"/>
                  </a:lnTo>
                  <a:lnTo>
                    <a:pt x="84" y="20"/>
                  </a:lnTo>
                  <a:lnTo>
                    <a:pt x="86" y="16"/>
                  </a:lnTo>
                  <a:lnTo>
                    <a:pt x="86" y="12"/>
                  </a:lnTo>
                  <a:lnTo>
                    <a:pt x="86" y="8"/>
                  </a:lnTo>
                  <a:lnTo>
                    <a:pt x="86" y="4"/>
                  </a:lnTo>
                  <a:lnTo>
                    <a:pt x="84" y="2"/>
                  </a:lnTo>
                  <a:lnTo>
                    <a:pt x="78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45" name="Freeform 307"/>
            <p:cNvSpPr>
              <a:spLocks/>
            </p:cNvSpPr>
            <p:nvPr/>
          </p:nvSpPr>
          <p:spPr bwMode="gray">
            <a:xfrm>
              <a:off x="2677" y="3726"/>
              <a:ext cx="58" cy="56"/>
            </a:xfrm>
            <a:custGeom>
              <a:avLst/>
              <a:gdLst>
                <a:gd name="T0" fmla="*/ 10 w 58"/>
                <a:gd name="T1" fmla="*/ 2 h 56"/>
                <a:gd name="T2" fmla="*/ 10 w 58"/>
                <a:gd name="T3" fmla="*/ 2 h 56"/>
                <a:gd name="T4" fmla="*/ 8 w 58"/>
                <a:gd name="T5" fmla="*/ 2 h 56"/>
                <a:gd name="T6" fmla="*/ 6 w 58"/>
                <a:gd name="T7" fmla="*/ 2 h 56"/>
                <a:gd name="T8" fmla="*/ 4 w 58"/>
                <a:gd name="T9" fmla="*/ 4 h 56"/>
                <a:gd name="T10" fmla="*/ 2 w 58"/>
                <a:gd name="T11" fmla="*/ 6 h 56"/>
                <a:gd name="T12" fmla="*/ 0 w 58"/>
                <a:gd name="T13" fmla="*/ 8 h 56"/>
                <a:gd name="T14" fmla="*/ 0 w 58"/>
                <a:gd name="T15" fmla="*/ 14 h 56"/>
                <a:gd name="T16" fmla="*/ 6 w 58"/>
                <a:gd name="T17" fmla="*/ 30 h 56"/>
                <a:gd name="T18" fmla="*/ 6 w 58"/>
                <a:gd name="T19" fmla="*/ 30 h 56"/>
                <a:gd name="T20" fmla="*/ 8 w 58"/>
                <a:gd name="T21" fmla="*/ 32 h 56"/>
                <a:gd name="T22" fmla="*/ 10 w 58"/>
                <a:gd name="T23" fmla="*/ 36 h 56"/>
                <a:gd name="T24" fmla="*/ 14 w 58"/>
                <a:gd name="T25" fmla="*/ 40 h 56"/>
                <a:gd name="T26" fmla="*/ 14 w 58"/>
                <a:gd name="T27" fmla="*/ 44 h 56"/>
                <a:gd name="T28" fmla="*/ 18 w 58"/>
                <a:gd name="T29" fmla="*/ 46 h 56"/>
                <a:gd name="T30" fmla="*/ 22 w 58"/>
                <a:gd name="T31" fmla="*/ 50 h 56"/>
                <a:gd name="T32" fmla="*/ 26 w 58"/>
                <a:gd name="T33" fmla="*/ 52 h 56"/>
                <a:gd name="T34" fmla="*/ 32 w 58"/>
                <a:gd name="T35" fmla="*/ 54 h 56"/>
                <a:gd name="T36" fmla="*/ 36 w 58"/>
                <a:gd name="T37" fmla="*/ 56 h 56"/>
                <a:gd name="T38" fmla="*/ 40 w 58"/>
                <a:gd name="T39" fmla="*/ 54 h 56"/>
                <a:gd name="T40" fmla="*/ 42 w 58"/>
                <a:gd name="T41" fmla="*/ 52 h 56"/>
                <a:gd name="T42" fmla="*/ 46 w 58"/>
                <a:gd name="T43" fmla="*/ 50 h 56"/>
                <a:gd name="T44" fmla="*/ 50 w 58"/>
                <a:gd name="T45" fmla="*/ 44 h 56"/>
                <a:gd name="T46" fmla="*/ 54 w 58"/>
                <a:gd name="T47" fmla="*/ 40 h 56"/>
                <a:gd name="T48" fmla="*/ 56 w 58"/>
                <a:gd name="T49" fmla="*/ 34 h 56"/>
                <a:gd name="T50" fmla="*/ 58 w 58"/>
                <a:gd name="T51" fmla="*/ 30 h 56"/>
                <a:gd name="T52" fmla="*/ 56 w 58"/>
                <a:gd name="T53" fmla="*/ 24 h 56"/>
                <a:gd name="T54" fmla="*/ 56 w 58"/>
                <a:gd name="T55" fmla="*/ 18 h 56"/>
                <a:gd name="T56" fmla="*/ 56 w 58"/>
                <a:gd name="T57" fmla="*/ 12 h 56"/>
                <a:gd name="T58" fmla="*/ 56 w 58"/>
                <a:gd name="T59" fmla="*/ 8 h 56"/>
                <a:gd name="T60" fmla="*/ 56 w 58"/>
                <a:gd name="T61" fmla="*/ 6 h 56"/>
                <a:gd name="T62" fmla="*/ 54 w 58"/>
                <a:gd name="T63" fmla="*/ 6 h 56"/>
                <a:gd name="T64" fmla="*/ 52 w 58"/>
                <a:gd name="T65" fmla="*/ 4 h 56"/>
                <a:gd name="T66" fmla="*/ 50 w 58"/>
                <a:gd name="T67" fmla="*/ 2 h 56"/>
                <a:gd name="T68" fmla="*/ 46 w 58"/>
                <a:gd name="T69" fmla="*/ 0 h 56"/>
                <a:gd name="T70" fmla="*/ 42 w 58"/>
                <a:gd name="T71" fmla="*/ 0 h 56"/>
                <a:gd name="T72" fmla="*/ 40 w 58"/>
                <a:gd name="T73" fmla="*/ 0 h 56"/>
                <a:gd name="T74" fmla="*/ 38 w 58"/>
                <a:gd name="T75" fmla="*/ 2 h 56"/>
                <a:gd name="T76" fmla="*/ 36 w 58"/>
                <a:gd name="T77" fmla="*/ 4 h 56"/>
                <a:gd name="T78" fmla="*/ 34 w 58"/>
                <a:gd name="T79" fmla="*/ 8 h 56"/>
                <a:gd name="T80" fmla="*/ 32 w 58"/>
                <a:gd name="T81" fmla="*/ 10 h 56"/>
                <a:gd name="T82" fmla="*/ 32 w 58"/>
                <a:gd name="T83" fmla="*/ 10 h 56"/>
                <a:gd name="T84" fmla="*/ 16 w 58"/>
                <a:gd name="T85" fmla="*/ 2 h 56"/>
                <a:gd name="T86" fmla="*/ 10 w 58"/>
                <a:gd name="T87" fmla="*/ 2 h 5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8"/>
                <a:gd name="T133" fmla="*/ 0 h 56"/>
                <a:gd name="T134" fmla="*/ 58 w 58"/>
                <a:gd name="T135" fmla="*/ 56 h 5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8" h="56">
                  <a:moveTo>
                    <a:pt x="10" y="2"/>
                  </a:moveTo>
                  <a:lnTo>
                    <a:pt x="10" y="2"/>
                  </a:lnTo>
                  <a:lnTo>
                    <a:pt x="8" y="2"/>
                  </a:lnTo>
                  <a:lnTo>
                    <a:pt x="6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14"/>
                  </a:lnTo>
                  <a:lnTo>
                    <a:pt x="6" y="30"/>
                  </a:lnTo>
                  <a:lnTo>
                    <a:pt x="8" y="32"/>
                  </a:lnTo>
                  <a:lnTo>
                    <a:pt x="10" y="36"/>
                  </a:lnTo>
                  <a:lnTo>
                    <a:pt x="14" y="40"/>
                  </a:lnTo>
                  <a:lnTo>
                    <a:pt x="14" y="44"/>
                  </a:lnTo>
                  <a:lnTo>
                    <a:pt x="18" y="46"/>
                  </a:lnTo>
                  <a:lnTo>
                    <a:pt x="22" y="50"/>
                  </a:lnTo>
                  <a:lnTo>
                    <a:pt x="26" y="52"/>
                  </a:lnTo>
                  <a:lnTo>
                    <a:pt x="32" y="54"/>
                  </a:lnTo>
                  <a:lnTo>
                    <a:pt x="36" y="56"/>
                  </a:lnTo>
                  <a:lnTo>
                    <a:pt x="40" y="54"/>
                  </a:lnTo>
                  <a:lnTo>
                    <a:pt x="42" y="52"/>
                  </a:lnTo>
                  <a:lnTo>
                    <a:pt x="46" y="50"/>
                  </a:lnTo>
                  <a:lnTo>
                    <a:pt x="50" y="44"/>
                  </a:lnTo>
                  <a:lnTo>
                    <a:pt x="54" y="40"/>
                  </a:lnTo>
                  <a:lnTo>
                    <a:pt x="56" y="34"/>
                  </a:lnTo>
                  <a:lnTo>
                    <a:pt x="58" y="30"/>
                  </a:lnTo>
                  <a:lnTo>
                    <a:pt x="56" y="24"/>
                  </a:lnTo>
                  <a:lnTo>
                    <a:pt x="56" y="18"/>
                  </a:lnTo>
                  <a:lnTo>
                    <a:pt x="56" y="12"/>
                  </a:lnTo>
                  <a:lnTo>
                    <a:pt x="56" y="8"/>
                  </a:lnTo>
                  <a:lnTo>
                    <a:pt x="56" y="6"/>
                  </a:lnTo>
                  <a:lnTo>
                    <a:pt x="54" y="6"/>
                  </a:lnTo>
                  <a:lnTo>
                    <a:pt x="52" y="4"/>
                  </a:lnTo>
                  <a:lnTo>
                    <a:pt x="50" y="2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40" y="0"/>
                  </a:lnTo>
                  <a:lnTo>
                    <a:pt x="38" y="2"/>
                  </a:lnTo>
                  <a:lnTo>
                    <a:pt x="36" y="4"/>
                  </a:lnTo>
                  <a:lnTo>
                    <a:pt x="34" y="8"/>
                  </a:lnTo>
                  <a:lnTo>
                    <a:pt x="32" y="10"/>
                  </a:lnTo>
                  <a:lnTo>
                    <a:pt x="16" y="2"/>
                  </a:lnTo>
                  <a:lnTo>
                    <a:pt x="10" y="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46" name="Freeform 308"/>
            <p:cNvSpPr>
              <a:spLocks/>
            </p:cNvSpPr>
            <p:nvPr/>
          </p:nvSpPr>
          <p:spPr bwMode="gray">
            <a:xfrm>
              <a:off x="2731" y="3138"/>
              <a:ext cx="70" cy="54"/>
            </a:xfrm>
            <a:custGeom>
              <a:avLst/>
              <a:gdLst>
                <a:gd name="T0" fmla="*/ 2 w 70"/>
                <a:gd name="T1" fmla="*/ 44 h 54"/>
                <a:gd name="T2" fmla="*/ 34 w 70"/>
                <a:gd name="T3" fmla="*/ 28 h 54"/>
                <a:gd name="T4" fmla="*/ 34 w 70"/>
                <a:gd name="T5" fmla="*/ 28 h 54"/>
                <a:gd name="T6" fmla="*/ 38 w 70"/>
                <a:gd name="T7" fmla="*/ 26 h 54"/>
                <a:gd name="T8" fmla="*/ 40 w 70"/>
                <a:gd name="T9" fmla="*/ 22 h 54"/>
                <a:gd name="T10" fmla="*/ 44 w 70"/>
                <a:gd name="T11" fmla="*/ 18 h 54"/>
                <a:gd name="T12" fmla="*/ 48 w 70"/>
                <a:gd name="T13" fmla="*/ 14 h 54"/>
                <a:gd name="T14" fmla="*/ 52 w 70"/>
                <a:gd name="T15" fmla="*/ 10 h 54"/>
                <a:gd name="T16" fmla="*/ 54 w 70"/>
                <a:gd name="T17" fmla="*/ 4 h 54"/>
                <a:gd name="T18" fmla="*/ 54 w 70"/>
                <a:gd name="T19" fmla="*/ 0 h 54"/>
                <a:gd name="T20" fmla="*/ 64 w 70"/>
                <a:gd name="T21" fmla="*/ 0 h 54"/>
                <a:gd name="T22" fmla="*/ 70 w 70"/>
                <a:gd name="T23" fmla="*/ 8 h 54"/>
                <a:gd name="T24" fmla="*/ 68 w 70"/>
                <a:gd name="T25" fmla="*/ 12 h 54"/>
                <a:gd name="T26" fmla="*/ 64 w 70"/>
                <a:gd name="T27" fmla="*/ 22 h 54"/>
                <a:gd name="T28" fmla="*/ 56 w 70"/>
                <a:gd name="T29" fmla="*/ 32 h 54"/>
                <a:gd name="T30" fmla="*/ 46 w 70"/>
                <a:gd name="T31" fmla="*/ 42 h 54"/>
                <a:gd name="T32" fmla="*/ 28 w 70"/>
                <a:gd name="T33" fmla="*/ 50 h 54"/>
                <a:gd name="T34" fmla="*/ 16 w 70"/>
                <a:gd name="T35" fmla="*/ 54 h 54"/>
                <a:gd name="T36" fmla="*/ 10 w 70"/>
                <a:gd name="T37" fmla="*/ 54 h 54"/>
                <a:gd name="T38" fmla="*/ 10 w 70"/>
                <a:gd name="T39" fmla="*/ 54 h 54"/>
                <a:gd name="T40" fmla="*/ 8 w 70"/>
                <a:gd name="T41" fmla="*/ 54 h 54"/>
                <a:gd name="T42" fmla="*/ 6 w 70"/>
                <a:gd name="T43" fmla="*/ 54 h 54"/>
                <a:gd name="T44" fmla="*/ 4 w 70"/>
                <a:gd name="T45" fmla="*/ 52 h 54"/>
                <a:gd name="T46" fmla="*/ 2 w 70"/>
                <a:gd name="T47" fmla="*/ 52 h 54"/>
                <a:gd name="T48" fmla="*/ 0 w 70"/>
                <a:gd name="T49" fmla="*/ 50 h 54"/>
                <a:gd name="T50" fmla="*/ 0 w 70"/>
                <a:gd name="T51" fmla="*/ 48 h 54"/>
                <a:gd name="T52" fmla="*/ 2 w 70"/>
                <a:gd name="T53" fmla="*/ 44 h 5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70"/>
                <a:gd name="T82" fmla="*/ 0 h 54"/>
                <a:gd name="T83" fmla="*/ 70 w 70"/>
                <a:gd name="T84" fmla="*/ 54 h 5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70" h="54">
                  <a:moveTo>
                    <a:pt x="2" y="44"/>
                  </a:moveTo>
                  <a:lnTo>
                    <a:pt x="34" y="28"/>
                  </a:lnTo>
                  <a:lnTo>
                    <a:pt x="38" y="26"/>
                  </a:lnTo>
                  <a:lnTo>
                    <a:pt x="40" y="22"/>
                  </a:lnTo>
                  <a:lnTo>
                    <a:pt x="44" y="18"/>
                  </a:lnTo>
                  <a:lnTo>
                    <a:pt x="48" y="14"/>
                  </a:lnTo>
                  <a:lnTo>
                    <a:pt x="52" y="10"/>
                  </a:lnTo>
                  <a:lnTo>
                    <a:pt x="54" y="4"/>
                  </a:lnTo>
                  <a:lnTo>
                    <a:pt x="54" y="0"/>
                  </a:lnTo>
                  <a:lnTo>
                    <a:pt x="64" y="0"/>
                  </a:lnTo>
                  <a:lnTo>
                    <a:pt x="70" y="8"/>
                  </a:lnTo>
                  <a:lnTo>
                    <a:pt x="68" y="12"/>
                  </a:lnTo>
                  <a:lnTo>
                    <a:pt x="64" y="22"/>
                  </a:lnTo>
                  <a:lnTo>
                    <a:pt x="56" y="32"/>
                  </a:lnTo>
                  <a:lnTo>
                    <a:pt x="46" y="42"/>
                  </a:lnTo>
                  <a:lnTo>
                    <a:pt x="28" y="50"/>
                  </a:lnTo>
                  <a:lnTo>
                    <a:pt x="16" y="54"/>
                  </a:lnTo>
                  <a:lnTo>
                    <a:pt x="10" y="54"/>
                  </a:lnTo>
                  <a:lnTo>
                    <a:pt x="8" y="54"/>
                  </a:lnTo>
                  <a:lnTo>
                    <a:pt x="6" y="54"/>
                  </a:lnTo>
                  <a:lnTo>
                    <a:pt x="4" y="52"/>
                  </a:lnTo>
                  <a:lnTo>
                    <a:pt x="2" y="52"/>
                  </a:lnTo>
                  <a:lnTo>
                    <a:pt x="0" y="50"/>
                  </a:lnTo>
                  <a:lnTo>
                    <a:pt x="0" y="48"/>
                  </a:lnTo>
                  <a:lnTo>
                    <a:pt x="2" y="44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47" name="Freeform 309"/>
            <p:cNvSpPr>
              <a:spLocks/>
            </p:cNvSpPr>
            <p:nvPr/>
          </p:nvSpPr>
          <p:spPr bwMode="gray">
            <a:xfrm>
              <a:off x="2957" y="3706"/>
              <a:ext cx="74" cy="110"/>
            </a:xfrm>
            <a:custGeom>
              <a:avLst/>
              <a:gdLst>
                <a:gd name="T0" fmla="*/ 8 w 74"/>
                <a:gd name="T1" fmla="*/ 0 h 110"/>
                <a:gd name="T2" fmla="*/ 4 w 74"/>
                <a:gd name="T3" fmla="*/ 2 h 110"/>
                <a:gd name="T4" fmla="*/ 2 w 74"/>
                <a:gd name="T5" fmla="*/ 4 h 110"/>
                <a:gd name="T6" fmla="*/ 2 w 74"/>
                <a:gd name="T7" fmla="*/ 12 h 110"/>
                <a:gd name="T8" fmla="*/ 8 w 74"/>
                <a:gd name="T9" fmla="*/ 20 h 110"/>
                <a:gd name="T10" fmla="*/ 14 w 74"/>
                <a:gd name="T11" fmla="*/ 30 h 110"/>
                <a:gd name="T12" fmla="*/ 20 w 74"/>
                <a:gd name="T13" fmla="*/ 38 h 110"/>
                <a:gd name="T14" fmla="*/ 22 w 74"/>
                <a:gd name="T15" fmla="*/ 40 h 110"/>
                <a:gd name="T16" fmla="*/ 22 w 74"/>
                <a:gd name="T17" fmla="*/ 54 h 110"/>
                <a:gd name="T18" fmla="*/ 18 w 74"/>
                <a:gd name="T19" fmla="*/ 74 h 110"/>
                <a:gd name="T20" fmla="*/ 18 w 74"/>
                <a:gd name="T21" fmla="*/ 78 h 110"/>
                <a:gd name="T22" fmla="*/ 22 w 74"/>
                <a:gd name="T23" fmla="*/ 84 h 110"/>
                <a:gd name="T24" fmla="*/ 28 w 74"/>
                <a:gd name="T25" fmla="*/ 92 h 110"/>
                <a:gd name="T26" fmla="*/ 32 w 74"/>
                <a:gd name="T27" fmla="*/ 102 h 110"/>
                <a:gd name="T28" fmla="*/ 36 w 74"/>
                <a:gd name="T29" fmla="*/ 110 h 110"/>
                <a:gd name="T30" fmla="*/ 38 w 74"/>
                <a:gd name="T31" fmla="*/ 110 h 110"/>
                <a:gd name="T32" fmla="*/ 40 w 74"/>
                <a:gd name="T33" fmla="*/ 102 h 110"/>
                <a:gd name="T34" fmla="*/ 46 w 74"/>
                <a:gd name="T35" fmla="*/ 90 h 110"/>
                <a:gd name="T36" fmla="*/ 54 w 74"/>
                <a:gd name="T37" fmla="*/ 82 h 110"/>
                <a:gd name="T38" fmla="*/ 60 w 74"/>
                <a:gd name="T39" fmla="*/ 78 h 110"/>
                <a:gd name="T40" fmla="*/ 66 w 74"/>
                <a:gd name="T41" fmla="*/ 68 h 110"/>
                <a:gd name="T42" fmla="*/ 70 w 74"/>
                <a:gd name="T43" fmla="*/ 58 h 110"/>
                <a:gd name="T44" fmla="*/ 72 w 74"/>
                <a:gd name="T45" fmla="*/ 50 h 110"/>
                <a:gd name="T46" fmla="*/ 72 w 74"/>
                <a:gd name="T47" fmla="*/ 50 h 110"/>
                <a:gd name="T48" fmla="*/ 64 w 74"/>
                <a:gd name="T49" fmla="*/ 52 h 110"/>
                <a:gd name="T50" fmla="*/ 54 w 74"/>
                <a:gd name="T51" fmla="*/ 52 h 110"/>
                <a:gd name="T52" fmla="*/ 46 w 74"/>
                <a:gd name="T53" fmla="*/ 48 h 110"/>
                <a:gd name="T54" fmla="*/ 38 w 74"/>
                <a:gd name="T55" fmla="*/ 40 h 110"/>
                <a:gd name="T56" fmla="*/ 34 w 74"/>
                <a:gd name="T57" fmla="*/ 32 h 110"/>
                <a:gd name="T58" fmla="*/ 32 w 74"/>
                <a:gd name="T59" fmla="*/ 28 h 110"/>
                <a:gd name="T60" fmla="*/ 18 w 74"/>
                <a:gd name="T61" fmla="*/ 10 h 110"/>
                <a:gd name="T62" fmla="*/ 18 w 74"/>
                <a:gd name="T63" fmla="*/ 6 h 110"/>
                <a:gd name="T64" fmla="*/ 12 w 74"/>
                <a:gd name="T65" fmla="*/ 2 h 11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74"/>
                <a:gd name="T100" fmla="*/ 0 h 110"/>
                <a:gd name="T101" fmla="*/ 74 w 74"/>
                <a:gd name="T102" fmla="*/ 110 h 11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74" h="110">
                  <a:moveTo>
                    <a:pt x="10" y="0"/>
                  </a:move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2"/>
                  </a:lnTo>
                  <a:lnTo>
                    <a:pt x="2" y="4"/>
                  </a:lnTo>
                  <a:lnTo>
                    <a:pt x="0" y="8"/>
                  </a:lnTo>
                  <a:lnTo>
                    <a:pt x="2" y="12"/>
                  </a:lnTo>
                  <a:lnTo>
                    <a:pt x="4" y="16"/>
                  </a:lnTo>
                  <a:lnTo>
                    <a:pt x="8" y="20"/>
                  </a:lnTo>
                  <a:lnTo>
                    <a:pt x="10" y="26"/>
                  </a:lnTo>
                  <a:lnTo>
                    <a:pt x="14" y="30"/>
                  </a:lnTo>
                  <a:lnTo>
                    <a:pt x="16" y="34"/>
                  </a:lnTo>
                  <a:lnTo>
                    <a:pt x="20" y="38"/>
                  </a:lnTo>
                  <a:lnTo>
                    <a:pt x="22" y="40"/>
                  </a:lnTo>
                  <a:lnTo>
                    <a:pt x="22" y="44"/>
                  </a:lnTo>
                  <a:lnTo>
                    <a:pt x="22" y="54"/>
                  </a:lnTo>
                  <a:lnTo>
                    <a:pt x="20" y="64"/>
                  </a:lnTo>
                  <a:lnTo>
                    <a:pt x="18" y="74"/>
                  </a:lnTo>
                  <a:lnTo>
                    <a:pt x="18" y="78"/>
                  </a:lnTo>
                  <a:lnTo>
                    <a:pt x="18" y="80"/>
                  </a:lnTo>
                  <a:lnTo>
                    <a:pt x="22" y="84"/>
                  </a:lnTo>
                  <a:lnTo>
                    <a:pt x="24" y="88"/>
                  </a:lnTo>
                  <a:lnTo>
                    <a:pt x="28" y="92"/>
                  </a:lnTo>
                  <a:lnTo>
                    <a:pt x="30" y="96"/>
                  </a:lnTo>
                  <a:lnTo>
                    <a:pt x="32" y="102"/>
                  </a:lnTo>
                  <a:lnTo>
                    <a:pt x="34" y="106"/>
                  </a:lnTo>
                  <a:lnTo>
                    <a:pt x="36" y="110"/>
                  </a:lnTo>
                  <a:lnTo>
                    <a:pt x="38" y="110"/>
                  </a:lnTo>
                  <a:lnTo>
                    <a:pt x="38" y="106"/>
                  </a:lnTo>
                  <a:lnTo>
                    <a:pt x="40" y="102"/>
                  </a:lnTo>
                  <a:lnTo>
                    <a:pt x="44" y="96"/>
                  </a:lnTo>
                  <a:lnTo>
                    <a:pt x="46" y="90"/>
                  </a:lnTo>
                  <a:lnTo>
                    <a:pt x="50" y="86"/>
                  </a:lnTo>
                  <a:lnTo>
                    <a:pt x="54" y="82"/>
                  </a:lnTo>
                  <a:lnTo>
                    <a:pt x="56" y="80"/>
                  </a:lnTo>
                  <a:lnTo>
                    <a:pt x="60" y="78"/>
                  </a:lnTo>
                  <a:lnTo>
                    <a:pt x="64" y="74"/>
                  </a:lnTo>
                  <a:lnTo>
                    <a:pt x="66" y="68"/>
                  </a:lnTo>
                  <a:lnTo>
                    <a:pt x="68" y="64"/>
                  </a:lnTo>
                  <a:lnTo>
                    <a:pt x="70" y="58"/>
                  </a:lnTo>
                  <a:lnTo>
                    <a:pt x="72" y="54"/>
                  </a:lnTo>
                  <a:lnTo>
                    <a:pt x="72" y="50"/>
                  </a:lnTo>
                  <a:lnTo>
                    <a:pt x="74" y="50"/>
                  </a:lnTo>
                  <a:lnTo>
                    <a:pt x="72" y="50"/>
                  </a:lnTo>
                  <a:lnTo>
                    <a:pt x="68" y="50"/>
                  </a:lnTo>
                  <a:lnTo>
                    <a:pt x="64" y="52"/>
                  </a:lnTo>
                  <a:lnTo>
                    <a:pt x="58" y="52"/>
                  </a:lnTo>
                  <a:lnTo>
                    <a:pt x="54" y="52"/>
                  </a:lnTo>
                  <a:lnTo>
                    <a:pt x="48" y="50"/>
                  </a:lnTo>
                  <a:lnTo>
                    <a:pt x="46" y="48"/>
                  </a:lnTo>
                  <a:lnTo>
                    <a:pt x="42" y="44"/>
                  </a:lnTo>
                  <a:lnTo>
                    <a:pt x="38" y="40"/>
                  </a:lnTo>
                  <a:lnTo>
                    <a:pt x="36" y="36"/>
                  </a:lnTo>
                  <a:lnTo>
                    <a:pt x="34" y="32"/>
                  </a:lnTo>
                  <a:lnTo>
                    <a:pt x="32" y="30"/>
                  </a:lnTo>
                  <a:lnTo>
                    <a:pt x="32" y="28"/>
                  </a:lnTo>
                  <a:lnTo>
                    <a:pt x="18" y="10"/>
                  </a:lnTo>
                  <a:lnTo>
                    <a:pt x="18" y="8"/>
                  </a:lnTo>
                  <a:lnTo>
                    <a:pt x="18" y="6"/>
                  </a:lnTo>
                  <a:lnTo>
                    <a:pt x="16" y="2"/>
                  </a:lnTo>
                  <a:lnTo>
                    <a:pt x="12" y="2"/>
                  </a:lnTo>
                  <a:lnTo>
                    <a:pt x="10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48" name="Freeform 310"/>
            <p:cNvSpPr>
              <a:spLocks/>
            </p:cNvSpPr>
            <p:nvPr/>
          </p:nvSpPr>
          <p:spPr bwMode="gray">
            <a:xfrm>
              <a:off x="2887" y="3810"/>
              <a:ext cx="92" cy="104"/>
            </a:xfrm>
            <a:custGeom>
              <a:avLst/>
              <a:gdLst>
                <a:gd name="T0" fmla="*/ 4 w 92"/>
                <a:gd name="T1" fmla="*/ 80 h 104"/>
                <a:gd name="T2" fmla="*/ 4 w 92"/>
                <a:gd name="T3" fmla="*/ 80 h 104"/>
                <a:gd name="T4" fmla="*/ 2 w 92"/>
                <a:gd name="T5" fmla="*/ 82 h 104"/>
                <a:gd name="T6" fmla="*/ 0 w 92"/>
                <a:gd name="T7" fmla="*/ 84 h 104"/>
                <a:gd name="T8" fmla="*/ 0 w 92"/>
                <a:gd name="T9" fmla="*/ 88 h 104"/>
                <a:gd name="T10" fmla="*/ 0 w 92"/>
                <a:gd name="T11" fmla="*/ 90 h 104"/>
                <a:gd name="T12" fmla="*/ 0 w 92"/>
                <a:gd name="T13" fmla="*/ 94 h 104"/>
                <a:gd name="T14" fmla="*/ 4 w 92"/>
                <a:gd name="T15" fmla="*/ 96 h 104"/>
                <a:gd name="T16" fmla="*/ 10 w 92"/>
                <a:gd name="T17" fmla="*/ 98 h 104"/>
                <a:gd name="T18" fmla="*/ 16 w 92"/>
                <a:gd name="T19" fmla="*/ 100 h 104"/>
                <a:gd name="T20" fmla="*/ 22 w 92"/>
                <a:gd name="T21" fmla="*/ 102 h 104"/>
                <a:gd name="T22" fmla="*/ 28 w 92"/>
                <a:gd name="T23" fmla="*/ 104 h 104"/>
                <a:gd name="T24" fmla="*/ 34 w 92"/>
                <a:gd name="T25" fmla="*/ 104 h 104"/>
                <a:gd name="T26" fmla="*/ 36 w 92"/>
                <a:gd name="T27" fmla="*/ 104 h 104"/>
                <a:gd name="T28" fmla="*/ 40 w 92"/>
                <a:gd name="T29" fmla="*/ 102 h 104"/>
                <a:gd name="T30" fmla="*/ 44 w 92"/>
                <a:gd name="T31" fmla="*/ 98 h 104"/>
                <a:gd name="T32" fmla="*/ 48 w 92"/>
                <a:gd name="T33" fmla="*/ 94 h 104"/>
                <a:gd name="T34" fmla="*/ 50 w 92"/>
                <a:gd name="T35" fmla="*/ 90 h 104"/>
                <a:gd name="T36" fmla="*/ 52 w 92"/>
                <a:gd name="T37" fmla="*/ 86 h 104"/>
                <a:gd name="T38" fmla="*/ 52 w 92"/>
                <a:gd name="T39" fmla="*/ 82 h 104"/>
                <a:gd name="T40" fmla="*/ 52 w 92"/>
                <a:gd name="T41" fmla="*/ 78 h 104"/>
                <a:gd name="T42" fmla="*/ 50 w 92"/>
                <a:gd name="T43" fmla="*/ 74 h 104"/>
                <a:gd name="T44" fmla="*/ 52 w 92"/>
                <a:gd name="T45" fmla="*/ 70 h 104"/>
                <a:gd name="T46" fmla="*/ 54 w 92"/>
                <a:gd name="T47" fmla="*/ 66 h 104"/>
                <a:gd name="T48" fmla="*/ 58 w 92"/>
                <a:gd name="T49" fmla="*/ 64 h 104"/>
                <a:gd name="T50" fmla="*/ 62 w 92"/>
                <a:gd name="T51" fmla="*/ 60 h 104"/>
                <a:gd name="T52" fmla="*/ 66 w 92"/>
                <a:gd name="T53" fmla="*/ 54 h 104"/>
                <a:gd name="T54" fmla="*/ 70 w 92"/>
                <a:gd name="T55" fmla="*/ 50 h 104"/>
                <a:gd name="T56" fmla="*/ 72 w 92"/>
                <a:gd name="T57" fmla="*/ 46 h 104"/>
                <a:gd name="T58" fmla="*/ 74 w 92"/>
                <a:gd name="T59" fmla="*/ 44 h 104"/>
                <a:gd name="T60" fmla="*/ 74 w 92"/>
                <a:gd name="T61" fmla="*/ 42 h 104"/>
                <a:gd name="T62" fmla="*/ 80 w 92"/>
                <a:gd name="T63" fmla="*/ 30 h 104"/>
                <a:gd name="T64" fmla="*/ 82 w 92"/>
                <a:gd name="T65" fmla="*/ 28 h 104"/>
                <a:gd name="T66" fmla="*/ 84 w 92"/>
                <a:gd name="T67" fmla="*/ 26 h 104"/>
                <a:gd name="T68" fmla="*/ 86 w 92"/>
                <a:gd name="T69" fmla="*/ 24 h 104"/>
                <a:gd name="T70" fmla="*/ 88 w 92"/>
                <a:gd name="T71" fmla="*/ 20 h 104"/>
                <a:gd name="T72" fmla="*/ 90 w 92"/>
                <a:gd name="T73" fmla="*/ 16 h 104"/>
                <a:gd name="T74" fmla="*/ 92 w 92"/>
                <a:gd name="T75" fmla="*/ 12 h 104"/>
                <a:gd name="T76" fmla="*/ 92 w 92"/>
                <a:gd name="T77" fmla="*/ 8 h 104"/>
                <a:gd name="T78" fmla="*/ 90 w 92"/>
                <a:gd name="T79" fmla="*/ 6 h 104"/>
                <a:gd name="T80" fmla="*/ 86 w 92"/>
                <a:gd name="T81" fmla="*/ 4 h 104"/>
                <a:gd name="T82" fmla="*/ 82 w 92"/>
                <a:gd name="T83" fmla="*/ 2 h 104"/>
                <a:gd name="T84" fmla="*/ 78 w 92"/>
                <a:gd name="T85" fmla="*/ 0 h 104"/>
                <a:gd name="T86" fmla="*/ 74 w 92"/>
                <a:gd name="T87" fmla="*/ 0 h 104"/>
                <a:gd name="T88" fmla="*/ 70 w 92"/>
                <a:gd name="T89" fmla="*/ 0 h 104"/>
                <a:gd name="T90" fmla="*/ 68 w 92"/>
                <a:gd name="T91" fmla="*/ 2 h 104"/>
                <a:gd name="T92" fmla="*/ 66 w 92"/>
                <a:gd name="T93" fmla="*/ 4 h 104"/>
                <a:gd name="T94" fmla="*/ 64 w 92"/>
                <a:gd name="T95" fmla="*/ 8 h 104"/>
                <a:gd name="T96" fmla="*/ 62 w 92"/>
                <a:gd name="T97" fmla="*/ 10 h 104"/>
                <a:gd name="T98" fmla="*/ 60 w 92"/>
                <a:gd name="T99" fmla="*/ 12 h 104"/>
                <a:gd name="T100" fmla="*/ 60 w 92"/>
                <a:gd name="T101" fmla="*/ 12 h 104"/>
                <a:gd name="T102" fmla="*/ 58 w 92"/>
                <a:gd name="T103" fmla="*/ 26 h 104"/>
                <a:gd name="T104" fmla="*/ 42 w 92"/>
                <a:gd name="T105" fmla="*/ 36 h 104"/>
                <a:gd name="T106" fmla="*/ 32 w 92"/>
                <a:gd name="T107" fmla="*/ 44 h 104"/>
                <a:gd name="T108" fmla="*/ 20 w 92"/>
                <a:gd name="T109" fmla="*/ 62 h 104"/>
                <a:gd name="T110" fmla="*/ 14 w 92"/>
                <a:gd name="T111" fmla="*/ 72 h 104"/>
                <a:gd name="T112" fmla="*/ 14 w 92"/>
                <a:gd name="T113" fmla="*/ 72 h 104"/>
                <a:gd name="T114" fmla="*/ 12 w 92"/>
                <a:gd name="T115" fmla="*/ 72 h 104"/>
                <a:gd name="T116" fmla="*/ 8 w 92"/>
                <a:gd name="T117" fmla="*/ 72 h 104"/>
                <a:gd name="T118" fmla="*/ 6 w 92"/>
                <a:gd name="T119" fmla="*/ 76 h 104"/>
                <a:gd name="T120" fmla="*/ 4 w 92"/>
                <a:gd name="T121" fmla="*/ 80 h 10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92"/>
                <a:gd name="T184" fmla="*/ 0 h 104"/>
                <a:gd name="T185" fmla="*/ 92 w 92"/>
                <a:gd name="T186" fmla="*/ 104 h 104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92" h="104">
                  <a:moveTo>
                    <a:pt x="4" y="80"/>
                  </a:moveTo>
                  <a:lnTo>
                    <a:pt x="4" y="80"/>
                  </a:lnTo>
                  <a:lnTo>
                    <a:pt x="2" y="82"/>
                  </a:lnTo>
                  <a:lnTo>
                    <a:pt x="0" y="84"/>
                  </a:lnTo>
                  <a:lnTo>
                    <a:pt x="0" y="88"/>
                  </a:lnTo>
                  <a:lnTo>
                    <a:pt x="0" y="90"/>
                  </a:lnTo>
                  <a:lnTo>
                    <a:pt x="0" y="94"/>
                  </a:lnTo>
                  <a:lnTo>
                    <a:pt x="4" y="96"/>
                  </a:lnTo>
                  <a:lnTo>
                    <a:pt x="10" y="98"/>
                  </a:lnTo>
                  <a:lnTo>
                    <a:pt x="16" y="100"/>
                  </a:lnTo>
                  <a:lnTo>
                    <a:pt x="22" y="102"/>
                  </a:lnTo>
                  <a:lnTo>
                    <a:pt x="28" y="104"/>
                  </a:lnTo>
                  <a:lnTo>
                    <a:pt x="34" y="104"/>
                  </a:lnTo>
                  <a:lnTo>
                    <a:pt x="36" y="104"/>
                  </a:lnTo>
                  <a:lnTo>
                    <a:pt x="40" y="102"/>
                  </a:lnTo>
                  <a:lnTo>
                    <a:pt x="44" y="98"/>
                  </a:lnTo>
                  <a:lnTo>
                    <a:pt x="48" y="94"/>
                  </a:lnTo>
                  <a:lnTo>
                    <a:pt x="50" y="90"/>
                  </a:lnTo>
                  <a:lnTo>
                    <a:pt x="52" y="86"/>
                  </a:lnTo>
                  <a:lnTo>
                    <a:pt x="52" y="82"/>
                  </a:lnTo>
                  <a:lnTo>
                    <a:pt x="52" y="78"/>
                  </a:lnTo>
                  <a:lnTo>
                    <a:pt x="50" y="74"/>
                  </a:lnTo>
                  <a:lnTo>
                    <a:pt x="52" y="70"/>
                  </a:lnTo>
                  <a:lnTo>
                    <a:pt x="54" y="66"/>
                  </a:lnTo>
                  <a:lnTo>
                    <a:pt x="58" y="64"/>
                  </a:lnTo>
                  <a:lnTo>
                    <a:pt x="62" y="60"/>
                  </a:lnTo>
                  <a:lnTo>
                    <a:pt x="66" y="54"/>
                  </a:lnTo>
                  <a:lnTo>
                    <a:pt x="70" y="50"/>
                  </a:lnTo>
                  <a:lnTo>
                    <a:pt x="72" y="46"/>
                  </a:lnTo>
                  <a:lnTo>
                    <a:pt x="74" y="44"/>
                  </a:lnTo>
                  <a:lnTo>
                    <a:pt x="74" y="42"/>
                  </a:lnTo>
                  <a:lnTo>
                    <a:pt x="80" y="30"/>
                  </a:lnTo>
                  <a:lnTo>
                    <a:pt x="82" y="28"/>
                  </a:lnTo>
                  <a:lnTo>
                    <a:pt x="84" y="26"/>
                  </a:lnTo>
                  <a:lnTo>
                    <a:pt x="86" y="24"/>
                  </a:lnTo>
                  <a:lnTo>
                    <a:pt x="88" y="20"/>
                  </a:lnTo>
                  <a:lnTo>
                    <a:pt x="90" y="16"/>
                  </a:lnTo>
                  <a:lnTo>
                    <a:pt x="92" y="12"/>
                  </a:lnTo>
                  <a:lnTo>
                    <a:pt x="92" y="8"/>
                  </a:lnTo>
                  <a:lnTo>
                    <a:pt x="90" y="6"/>
                  </a:lnTo>
                  <a:lnTo>
                    <a:pt x="86" y="4"/>
                  </a:lnTo>
                  <a:lnTo>
                    <a:pt x="82" y="2"/>
                  </a:lnTo>
                  <a:lnTo>
                    <a:pt x="78" y="0"/>
                  </a:lnTo>
                  <a:lnTo>
                    <a:pt x="74" y="0"/>
                  </a:lnTo>
                  <a:lnTo>
                    <a:pt x="70" y="0"/>
                  </a:lnTo>
                  <a:lnTo>
                    <a:pt x="68" y="2"/>
                  </a:lnTo>
                  <a:lnTo>
                    <a:pt x="66" y="4"/>
                  </a:lnTo>
                  <a:lnTo>
                    <a:pt x="64" y="8"/>
                  </a:lnTo>
                  <a:lnTo>
                    <a:pt x="62" y="10"/>
                  </a:lnTo>
                  <a:lnTo>
                    <a:pt x="60" y="12"/>
                  </a:lnTo>
                  <a:lnTo>
                    <a:pt x="58" y="26"/>
                  </a:lnTo>
                  <a:lnTo>
                    <a:pt x="42" y="36"/>
                  </a:lnTo>
                  <a:lnTo>
                    <a:pt x="32" y="44"/>
                  </a:lnTo>
                  <a:lnTo>
                    <a:pt x="20" y="62"/>
                  </a:lnTo>
                  <a:lnTo>
                    <a:pt x="14" y="72"/>
                  </a:lnTo>
                  <a:lnTo>
                    <a:pt x="12" y="72"/>
                  </a:lnTo>
                  <a:lnTo>
                    <a:pt x="8" y="72"/>
                  </a:lnTo>
                  <a:lnTo>
                    <a:pt x="6" y="76"/>
                  </a:lnTo>
                  <a:lnTo>
                    <a:pt x="4" y="8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49" name="Freeform 311"/>
            <p:cNvSpPr>
              <a:spLocks/>
            </p:cNvSpPr>
            <p:nvPr/>
          </p:nvSpPr>
          <p:spPr bwMode="gray">
            <a:xfrm>
              <a:off x="2363" y="2868"/>
              <a:ext cx="36" cy="96"/>
            </a:xfrm>
            <a:custGeom>
              <a:avLst/>
              <a:gdLst>
                <a:gd name="T0" fmla="*/ 20 w 36"/>
                <a:gd name="T1" fmla="*/ 0 h 96"/>
                <a:gd name="T2" fmla="*/ 20 w 36"/>
                <a:gd name="T3" fmla="*/ 0 h 96"/>
                <a:gd name="T4" fmla="*/ 16 w 36"/>
                <a:gd name="T5" fmla="*/ 0 h 96"/>
                <a:gd name="T6" fmla="*/ 12 w 36"/>
                <a:gd name="T7" fmla="*/ 0 h 96"/>
                <a:gd name="T8" fmla="*/ 8 w 36"/>
                <a:gd name="T9" fmla="*/ 2 h 96"/>
                <a:gd name="T10" fmla="*/ 4 w 36"/>
                <a:gd name="T11" fmla="*/ 4 h 96"/>
                <a:gd name="T12" fmla="*/ 2 w 36"/>
                <a:gd name="T13" fmla="*/ 8 h 96"/>
                <a:gd name="T14" fmla="*/ 2 w 36"/>
                <a:gd name="T15" fmla="*/ 12 h 96"/>
                <a:gd name="T16" fmla="*/ 0 w 36"/>
                <a:gd name="T17" fmla="*/ 26 h 96"/>
                <a:gd name="T18" fmla="*/ 0 w 36"/>
                <a:gd name="T19" fmla="*/ 40 h 96"/>
                <a:gd name="T20" fmla="*/ 2 w 36"/>
                <a:gd name="T21" fmla="*/ 48 h 96"/>
                <a:gd name="T22" fmla="*/ 2 w 36"/>
                <a:gd name="T23" fmla="*/ 52 h 96"/>
                <a:gd name="T24" fmla="*/ 4 w 36"/>
                <a:gd name="T25" fmla="*/ 54 h 96"/>
                <a:gd name="T26" fmla="*/ 4 w 36"/>
                <a:gd name="T27" fmla="*/ 54 h 96"/>
                <a:gd name="T28" fmla="*/ 4 w 36"/>
                <a:gd name="T29" fmla="*/ 54 h 96"/>
                <a:gd name="T30" fmla="*/ 4 w 36"/>
                <a:gd name="T31" fmla="*/ 56 h 96"/>
                <a:gd name="T32" fmla="*/ 2 w 36"/>
                <a:gd name="T33" fmla="*/ 58 h 96"/>
                <a:gd name="T34" fmla="*/ 2 w 36"/>
                <a:gd name="T35" fmla="*/ 60 h 96"/>
                <a:gd name="T36" fmla="*/ 0 w 36"/>
                <a:gd name="T37" fmla="*/ 64 h 96"/>
                <a:gd name="T38" fmla="*/ 0 w 36"/>
                <a:gd name="T39" fmla="*/ 66 h 96"/>
                <a:gd name="T40" fmla="*/ 2 w 36"/>
                <a:gd name="T41" fmla="*/ 70 h 96"/>
                <a:gd name="T42" fmla="*/ 4 w 36"/>
                <a:gd name="T43" fmla="*/ 76 h 96"/>
                <a:gd name="T44" fmla="*/ 6 w 36"/>
                <a:gd name="T45" fmla="*/ 82 h 96"/>
                <a:gd name="T46" fmla="*/ 10 w 36"/>
                <a:gd name="T47" fmla="*/ 88 h 96"/>
                <a:gd name="T48" fmla="*/ 12 w 36"/>
                <a:gd name="T49" fmla="*/ 92 h 96"/>
                <a:gd name="T50" fmla="*/ 14 w 36"/>
                <a:gd name="T51" fmla="*/ 94 h 96"/>
                <a:gd name="T52" fmla="*/ 16 w 36"/>
                <a:gd name="T53" fmla="*/ 96 h 96"/>
                <a:gd name="T54" fmla="*/ 18 w 36"/>
                <a:gd name="T55" fmla="*/ 94 h 96"/>
                <a:gd name="T56" fmla="*/ 22 w 36"/>
                <a:gd name="T57" fmla="*/ 90 h 96"/>
                <a:gd name="T58" fmla="*/ 24 w 36"/>
                <a:gd name="T59" fmla="*/ 88 h 96"/>
                <a:gd name="T60" fmla="*/ 24 w 36"/>
                <a:gd name="T61" fmla="*/ 84 h 96"/>
                <a:gd name="T62" fmla="*/ 24 w 36"/>
                <a:gd name="T63" fmla="*/ 78 h 96"/>
                <a:gd name="T64" fmla="*/ 24 w 36"/>
                <a:gd name="T65" fmla="*/ 72 h 96"/>
                <a:gd name="T66" fmla="*/ 24 w 36"/>
                <a:gd name="T67" fmla="*/ 66 h 96"/>
                <a:gd name="T68" fmla="*/ 24 w 36"/>
                <a:gd name="T69" fmla="*/ 60 h 96"/>
                <a:gd name="T70" fmla="*/ 24 w 36"/>
                <a:gd name="T71" fmla="*/ 56 h 96"/>
                <a:gd name="T72" fmla="*/ 24 w 36"/>
                <a:gd name="T73" fmla="*/ 56 h 96"/>
                <a:gd name="T74" fmla="*/ 30 w 36"/>
                <a:gd name="T75" fmla="*/ 42 h 96"/>
                <a:gd name="T76" fmla="*/ 30 w 36"/>
                <a:gd name="T77" fmla="*/ 40 h 96"/>
                <a:gd name="T78" fmla="*/ 30 w 36"/>
                <a:gd name="T79" fmla="*/ 36 h 96"/>
                <a:gd name="T80" fmla="*/ 30 w 36"/>
                <a:gd name="T81" fmla="*/ 32 h 96"/>
                <a:gd name="T82" fmla="*/ 30 w 36"/>
                <a:gd name="T83" fmla="*/ 28 h 96"/>
                <a:gd name="T84" fmla="*/ 32 w 36"/>
                <a:gd name="T85" fmla="*/ 24 h 96"/>
                <a:gd name="T86" fmla="*/ 32 w 36"/>
                <a:gd name="T87" fmla="*/ 24 h 96"/>
                <a:gd name="T88" fmla="*/ 34 w 36"/>
                <a:gd name="T89" fmla="*/ 22 h 96"/>
                <a:gd name="T90" fmla="*/ 34 w 36"/>
                <a:gd name="T91" fmla="*/ 20 h 96"/>
                <a:gd name="T92" fmla="*/ 34 w 36"/>
                <a:gd name="T93" fmla="*/ 16 h 96"/>
                <a:gd name="T94" fmla="*/ 34 w 36"/>
                <a:gd name="T95" fmla="*/ 10 h 96"/>
                <a:gd name="T96" fmla="*/ 34 w 36"/>
                <a:gd name="T97" fmla="*/ 6 h 96"/>
                <a:gd name="T98" fmla="*/ 34 w 36"/>
                <a:gd name="T99" fmla="*/ 2 h 96"/>
                <a:gd name="T100" fmla="*/ 36 w 36"/>
                <a:gd name="T101" fmla="*/ 0 h 96"/>
                <a:gd name="T102" fmla="*/ 34 w 36"/>
                <a:gd name="T103" fmla="*/ 0 h 96"/>
                <a:gd name="T104" fmla="*/ 32 w 36"/>
                <a:gd name="T105" fmla="*/ 0 h 96"/>
                <a:gd name="T106" fmla="*/ 28 w 36"/>
                <a:gd name="T107" fmla="*/ 2 h 96"/>
                <a:gd name="T108" fmla="*/ 24 w 36"/>
                <a:gd name="T109" fmla="*/ 2 h 96"/>
                <a:gd name="T110" fmla="*/ 20 w 36"/>
                <a:gd name="T111" fmla="*/ 0 h 9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36"/>
                <a:gd name="T169" fmla="*/ 0 h 96"/>
                <a:gd name="T170" fmla="*/ 36 w 36"/>
                <a:gd name="T171" fmla="*/ 96 h 9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36" h="96">
                  <a:moveTo>
                    <a:pt x="20" y="0"/>
                  </a:moveTo>
                  <a:lnTo>
                    <a:pt x="20" y="0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4" y="4"/>
                  </a:lnTo>
                  <a:lnTo>
                    <a:pt x="2" y="8"/>
                  </a:lnTo>
                  <a:lnTo>
                    <a:pt x="2" y="12"/>
                  </a:lnTo>
                  <a:lnTo>
                    <a:pt x="0" y="26"/>
                  </a:lnTo>
                  <a:lnTo>
                    <a:pt x="0" y="40"/>
                  </a:lnTo>
                  <a:lnTo>
                    <a:pt x="2" y="48"/>
                  </a:lnTo>
                  <a:lnTo>
                    <a:pt x="2" y="52"/>
                  </a:lnTo>
                  <a:lnTo>
                    <a:pt x="4" y="54"/>
                  </a:lnTo>
                  <a:lnTo>
                    <a:pt x="4" y="56"/>
                  </a:lnTo>
                  <a:lnTo>
                    <a:pt x="2" y="58"/>
                  </a:lnTo>
                  <a:lnTo>
                    <a:pt x="2" y="60"/>
                  </a:lnTo>
                  <a:lnTo>
                    <a:pt x="0" y="64"/>
                  </a:lnTo>
                  <a:lnTo>
                    <a:pt x="0" y="66"/>
                  </a:lnTo>
                  <a:lnTo>
                    <a:pt x="2" y="70"/>
                  </a:lnTo>
                  <a:lnTo>
                    <a:pt x="4" y="76"/>
                  </a:lnTo>
                  <a:lnTo>
                    <a:pt x="6" y="82"/>
                  </a:lnTo>
                  <a:lnTo>
                    <a:pt x="10" y="88"/>
                  </a:lnTo>
                  <a:lnTo>
                    <a:pt x="12" y="92"/>
                  </a:lnTo>
                  <a:lnTo>
                    <a:pt x="14" y="94"/>
                  </a:lnTo>
                  <a:lnTo>
                    <a:pt x="16" y="96"/>
                  </a:lnTo>
                  <a:lnTo>
                    <a:pt x="18" y="94"/>
                  </a:lnTo>
                  <a:lnTo>
                    <a:pt x="22" y="90"/>
                  </a:lnTo>
                  <a:lnTo>
                    <a:pt x="24" y="88"/>
                  </a:lnTo>
                  <a:lnTo>
                    <a:pt x="24" y="84"/>
                  </a:lnTo>
                  <a:lnTo>
                    <a:pt x="24" y="78"/>
                  </a:lnTo>
                  <a:lnTo>
                    <a:pt x="24" y="72"/>
                  </a:lnTo>
                  <a:lnTo>
                    <a:pt x="24" y="66"/>
                  </a:lnTo>
                  <a:lnTo>
                    <a:pt x="24" y="60"/>
                  </a:lnTo>
                  <a:lnTo>
                    <a:pt x="24" y="56"/>
                  </a:lnTo>
                  <a:lnTo>
                    <a:pt x="30" y="42"/>
                  </a:lnTo>
                  <a:lnTo>
                    <a:pt x="30" y="40"/>
                  </a:lnTo>
                  <a:lnTo>
                    <a:pt x="30" y="36"/>
                  </a:lnTo>
                  <a:lnTo>
                    <a:pt x="30" y="32"/>
                  </a:lnTo>
                  <a:lnTo>
                    <a:pt x="30" y="28"/>
                  </a:lnTo>
                  <a:lnTo>
                    <a:pt x="32" y="24"/>
                  </a:lnTo>
                  <a:lnTo>
                    <a:pt x="34" y="22"/>
                  </a:lnTo>
                  <a:lnTo>
                    <a:pt x="34" y="20"/>
                  </a:lnTo>
                  <a:lnTo>
                    <a:pt x="34" y="16"/>
                  </a:lnTo>
                  <a:lnTo>
                    <a:pt x="34" y="10"/>
                  </a:lnTo>
                  <a:lnTo>
                    <a:pt x="34" y="6"/>
                  </a:lnTo>
                  <a:lnTo>
                    <a:pt x="34" y="2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28" y="2"/>
                  </a:lnTo>
                  <a:lnTo>
                    <a:pt x="24" y="2"/>
                  </a:lnTo>
                  <a:lnTo>
                    <a:pt x="20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50" name="Freeform 312"/>
            <p:cNvSpPr>
              <a:spLocks/>
            </p:cNvSpPr>
            <p:nvPr/>
          </p:nvSpPr>
          <p:spPr bwMode="gray">
            <a:xfrm>
              <a:off x="2331" y="2968"/>
              <a:ext cx="32" cy="34"/>
            </a:xfrm>
            <a:custGeom>
              <a:avLst/>
              <a:gdLst>
                <a:gd name="T0" fmla="*/ 2 w 32"/>
                <a:gd name="T1" fmla="*/ 28 h 34"/>
                <a:gd name="T2" fmla="*/ 2 w 32"/>
                <a:gd name="T3" fmla="*/ 28 h 34"/>
                <a:gd name="T4" fmla="*/ 0 w 32"/>
                <a:gd name="T5" fmla="*/ 30 h 34"/>
                <a:gd name="T6" fmla="*/ 0 w 32"/>
                <a:gd name="T7" fmla="*/ 30 h 34"/>
                <a:gd name="T8" fmla="*/ 2 w 32"/>
                <a:gd name="T9" fmla="*/ 32 h 34"/>
                <a:gd name="T10" fmla="*/ 4 w 32"/>
                <a:gd name="T11" fmla="*/ 34 h 34"/>
                <a:gd name="T12" fmla="*/ 6 w 32"/>
                <a:gd name="T13" fmla="*/ 32 h 34"/>
                <a:gd name="T14" fmla="*/ 10 w 32"/>
                <a:gd name="T15" fmla="*/ 32 h 34"/>
                <a:gd name="T16" fmla="*/ 12 w 32"/>
                <a:gd name="T17" fmla="*/ 30 h 34"/>
                <a:gd name="T18" fmla="*/ 16 w 32"/>
                <a:gd name="T19" fmla="*/ 26 h 34"/>
                <a:gd name="T20" fmla="*/ 20 w 32"/>
                <a:gd name="T21" fmla="*/ 24 h 34"/>
                <a:gd name="T22" fmla="*/ 22 w 32"/>
                <a:gd name="T23" fmla="*/ 22 h 34"/>
                <a:gd name="T24" fmla="*/ 22 w 32"/>
                <a:gd name="T25" fmla="*/ 22 h 34"/>
                <a:gd name="T26" fmla="*/ 22 w 32"/>
                <a:gd name="T27" fmla="*/ 22 h 34"/>
                <a:gd name="T28" fmla="*/ 24 w 32"/>
                <a:gd name="T29" fmla="*/ 20 h 34"/>
                <a:gd name="T30" fmla="*/ 26 w 32"/>
                <a:gd name="T31" fmla="*/ 16 h 34"/>
                <a:gd name="T32" fmla="*/ 28 w 32"/>
                <a:gd name="T33" fmla="*/ 12 h 34"/>
                <a:gd name="T34" fmla="*/ 30 w 32"/>
                <a:gd name="T35" fmla="*/ 10 h 34"/>
                <a:gd name="T36" fmla="*/ 32 w 32"/>
                <a:gd name="T37" fmla="*/ 6 h 34"/>
                <a:gd name="T38" fmla="*/ 32 w 32"/>
                <a:gd name="T39" fmla="*/ 4 h 34"/>
                <a:gd name="T40" fmla="*/ 32 w 32"/>
                <a:gd name="T41" fmla="*/ 4 h 34"/>
                <a:gd name="T42" fmla="*/ 32 w 32"/>
                <a:gd name="T43" fmla="*/ 2 h 34"/>
                <a:gd name="T44" fmla="*/ 30 w 32"/>
                <a:gd name="T45" fmla="*/ 0 h 34"/>
                <a:gd name="T46" fmla="*/ 28 w 32"/>
                <a:gd name="T47" fmla="*/ 0 h 34"/>
                <a:gd name="T48" fmla="*/ 26 w 32"/>
                <a:gd name="T49" fmla="*/ 0 h 34"/>
                <a:gd name="T50" fmla="*/ 22 w 32"/>
                <a:gd name="T51" fmla="*/ 2 h 34"/>
                <a:gd name="T52" fmla="*/ 20 w 32"/>
                <a:gd name="T53" fmla="*/ 6 h 34"/>
                <a:gd name="T54" fmla="*/ 16 w 32"/>
                <a:gd name="T55" fmla="*/ 10 h 34"/>
                <a:gd name="T56" fmla="*/ 12 w 32"/>
                <a:gd name="T57" fmla="*/ 14 h 34"/>
                <a:gd name="T58" fmla="*/ 8 w 32"/>
                <a:gd name="T59" fmla="*/ 20 h 34"/>
                <a:gd name="T60" fmla="*/ 4 w 32"/>
                <a:gd name="T61" fmla="*/ 24 h 34"/>
                <a:gd name="T62" fmla="*/ 2 w 32"/>
                <a:gd name="T63" fmla="*/ 26 h 34"/>
                <a:gd name="T64" fmla="*/ 2 w 32"/>
                <a:gd name="T65" fmla="*/ 28 h 3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2"/>
                <a:gd name="T100" fmla="*/ 0 h 34"/>
                <a:gd name="T101" fmla="*/ 32 w 32"/>
                <a:gd name="T102" fmla="*/ 34 h 3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2" h="34">
                  <a:moveTo>
                    <a:pt x="2" y="28"/>
                  </a:moveTo>
                  <a:lnTo>
                    <a:pt x="2" y="28"/>
                  </a:lnTo>
                  <a:lnTo>
                    <a:pt x="0" y="30"/>
                  </a:lnTo>
                  <a:lnTo>
                    <a:pt x="2" y="32"/>
                  </a:lnTo>
                  <a:lnTo>
                    <a:pt x="4" y="34"/>
                  </a:lnTo>
                  <a:lnTo>
                    <a:pt x="6" y="32"/>
                  </a:lnTo>
                  <a:lnTo>
                    <a:pt x="10" y="32"/>
                  </a:lnTo>
                  <a:lnTo>
                    <a:pt x="12" y="30"/>
                  </a:lnTo>
                  <a:lnTo>
                    <a:pt x="16" y="26"/>
                  </a:lnTo>
                  <a:lnTo>
                    <a:pt x="20" y="24"/>
                  </a:lnTo>
                  <a:lnTo>
                    <a:pt x="22" y="22"/>
                  </a:lnTo>
                  <a:lnTo>
                    <a:pt x="24" y="20"/>
                  </a:lnTo>
                  <a:lnTo>
                    <a:pt x="26" y="16"/>
                  </a:lnTo>
                  <a:lnTo>
                    <a:pt x="28" y="12"/>
                  </a:lnTo>
                  <a:lnTo>
                    <a:pt x="30" y="10"/>
                  </a:lnTo>
                  <a:lnTo>
                    <a:pt x="32" y="6"/>
                  </a:lnTo>
                  <a:lnTo>
                    <a:pt x="32" y="4"/>
                  </a:lnTo>
                  <a:lnTo>
                    <a:pt x="32" y="2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6" y="0"/>
                  </a:lnTo>
                  <a:lnTo>
                    <a:pt x="22" y="2"/>
                  </a:lnTo>
                  <a:lnTo>
                    <a:pt x="20" y="6"/>
                  </a:lnTo>
                  <a:lnTo>
                    <a:pt x="16" y="10"/>
                  </a:lnTo>
                  <a:lnTo>
                    <a:pt x="12" y="14"/>
                  </a:lnTo>
                  <a:lnTo>
                    <a:pt x="8" y="20"/>
                  </a:lnTo>
                  <a:lnTo>
                    <a:pt x="4" y="24"/>
                  </a:lnTo>
                  <a:lnTo>
                    <a:pt x="2" y="26"/>
                  </a:lnTo>
                  <a:lnTo>
                    <a:pt x="2" y="2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51" name="Freeform 313"/>
            <p:cNvSpPr>
              <a:spLocks/>
            </p:cNvSpPr>
            <p:nvPr/>
          </p:nvSpPr>
          <p:spPr bwMode="gray">
            <a:xfrm>
              <a:off x="2391" y="2992"/>
              <a:ext cx="60" cy="46"/>
            </a:xfrm>
            <a:custGeom>
              <a:avLst/>
              <a:gdLst>
                <a:gd name="T0" fmla="*/ 42 w 60"/>
                <a:gd name="T1" fmla="*/ 2 h 46"/>
                <a:gd name="T2" fmla="*/ 30 w 60"/>
                <a:gd name="T3" fmla="*/ 8 h 46"/>
                <a:gd name="T4" fmla="*/ 20 w 60"/>
                <a:gd name="T5" fmla="*/ 10 h 46"/>
                <a:gd name="T6" fmla="*/ 6 w 60"/>
                <a:gd name="T7" fmla="*/ 16 h 46"/>
                <a:gd name="T8" fmla="*/ 6 w 60"/>
                <a:gd name="T9" fmla="*/ 18 h 46"/>
                <a:gd name="T10" fmla="*/ 4 w 60"/>
                <a:gd name="T11" fmla="*/ 20 h 46"/>
                <a:gd name="T12" fmla="*/ 2 w 60"/>
                <a:gd name="T13" fmla="*/ 22 h 46"/>
                <a:gd name="T14" fmla="*/ 2 w 60"/>
                <a:gd name="T15" fmla="*/ 26 h 46"/>
                <a:gd name="T16" fmla="*/ 0 w 60"/>
                <a:gd name="T17" fmla="*/ 30 h 46"/>
                <a:gd name="T18" fmla="*/ 0 w 60"/>
                <a:gd name="T19" fmla="*/ 32 h 46"/>
                <a:gd name="T20" fmla="*/ 0 w 60"/>
                <a:gd name="T21" fmla="*/ 34 h 46"/>
                <a:gd name="T22" fmla="*/ 2 w 60"/>
                <a:gd name="T23" fmla="*/ 36 h 46"/>
                <a:gd name="T24" fmla="*/ 8 w 60"/>
                <a:gd name="T25" fmla="*/ 34 h 46"/>
                <a:gd name="T26" fmla="*/ 12 w 60"/>
                <a:gd name="T27" fmla="*/ 34 h 46"/>
                <a:gd name="T28" fmla="*/ 16 w 60"/>
                <a:gd name="T29" fmla="*/ 32 h 46"/>
                <a:gd name="T30" fmla="*/ 20 w 60"/>
                <a:gd name="T31" fmla="*/ 32 h 46"/>
                <a:gd name="T32" fmla="*/ 20 w 60"/>
                <a:gd name="T33" fmla="*/ 32 h 46"/>
                <a:gd name="T34" fmla="*/ 20 w 60"/>
                <a:gd name="T35" fmla="*/ 32 h 46"/>
                <a:gd name="T36" fmla="*/ 20 w 60"/>
                <a:gd name="T37" fmla="*/ 34 h 46"/>
                <a:gd name="T38" fmla="*/ 20 w 60"/>
                <a:gd name="T39" fmla="*/ 38 h 46"/>
                <a:gd name="T40" fmla="*/ 22 w 60"/>
                <a:gd name="T41" fmla="*/ 40 h 46"/>
                <a:gd name="T42" fmla="*/ 24 w 60"/>
                <a:gd name="T43" fmla="*/ 42 h 46"/>
                <a:gd name="T44" fmla="*/ 26 w 60"/>
                <a:gd name="T45" fmla="*/ 44 h 46"/>
                <a:gd name="T46" fmla="*/ 30 w 60"/>
                <a:gd name="T47" fmla="*/ 44 h 46"/>
                <a:gd name="T48" fmla="*/ 32 w 60"/>
                <a:gd name="T49" fmla="*/ 46 h 46"/>
                <a:gd name="T50" fmla="*/ 36 w 60"/>
                <a:gd name="T51" fmla="*/ 46 h 46"/>
                <a:gd name="T52" fmla="*/ 40 w 60"/>
                <a:gd name="T53" fmla="*/ 46 h 46"/>
                <a:gd name="T54" fmla="*/ 42 w 60"/>
                <a:gd name="T55" fmla="*/ 46 h 46"/>
                <a:gd name="T56" fmla="*/ 44 w 60"/>
                <a:gd name="T57" fmla="*/ 42 h 46"/>
                <a:gd name="T58" fmla="*/ 44 w 60"/>
                <a:gd name="T59" fmla="*/ 38 h 46"/>
                <a:gd name="T60" fmla="*/ 44 w 60"/>
                <a:gd name="T61" fmla="*/ 34 h 46"/>
                <a:gd name="T62" fmla="*/ 42 w 60"/>
                <a:gd name="T63" fmla="*/ 32 h 46"/>
                <a:gd name="T64" fmla="*/ 42 w 60"/>
                <a:gd name="T65" fmla="*/ 30 h 46"/>
                <a:gd name="T66" fmla="*/ 44 w 60"/>
                <a:gd name="T67" fmla="*/ 28 h 46"/>
                <a:gd name="T68" fmla="*/ 46 w 60"/>
                <a:gd name="T69" fmla="*/ 28 h 46"/>
                <a:gd name="T70" fmla="*/ 48 w 60"/>
                <a:gd name="T71" fmla="*/ 30 h 46"/>
                <a:gd name="T72" fmla="*/ 50 w 60"/>
                <a:gd name="T73" fmla="*/ 32 h 46"/>
                <a:gd name="T74" fmla="*/ 52 w 60"/>
                <a:gd name="T75" fmla="*/ 34 h 46"/>
                <a:gd name="T76" fmla="*/ 54 w 60"/>
                <a:gd name="T77" fmla="*/ 36 h 46"/>
                <a:gd name="T78" fmla="*/ 56 w 60"/>
                <a:gd name="T79" fmla="*/ 34 h 46"/>
                <a:gd name="T80" fmla="*/ 58 w 60"/>
                <a:gd name="T81" fmla="*/ 30 h 46"/>
                <a:gd name="T82" fmla="*/ 60 w 60"/>
                <a:gd name="T83" fmla="*/ 24 h 46"/>
                <a:gd name="T84" fmla="*/ 60 w 60"/>
                <a:gd name="T85" fmla="*/ 20 h 46"/>
                <a:gd name="T86" fmla="*/ 60 w 60"/>
                <a:gd name="T87" fmla="*/ 16 h 46"/>
                <a:gd name="T88" fmla="*/ 58 w 60"/>
                <a:gd name="T89" fmla="*/ 12 h 46"/>
                <a:gd name="T90" fmla="*/ 56 w 60"/>
                <a:gd name="T91" fmla="*/ 8 h 46"/>
                <a:gd name="T92" fmla="*/ 52 w 60"/>
                <a:gd name="T93" fmla="*/ 4 h 46"/>
                <a:gd name="T94" fmla="*/ 48 w 60"/>
                <a:gd name="T95" fmla="*/ 2 h 46"/>
                <a:gd name="T96" fmla="*/ 46 w 60"/>
                <a:gd name="T97" fmla="*/ 0 h 46"/>
                <a:gd name="T98" fmla="*/ 42 w 60"/>
                <a:gd name="T99" fmla="*/ 2 h 4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60"/>
                <a:gd name="T151" fmla="*/ 0 h 46"/>
                <a:gd name="T152" fmla="*/ 60 w 60"/>
                <a:gd name="T153" fmla="*/ 46 h 4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60" h="46">
                  <a:moveTo>
                    <a:pt x="42" y="2"/>
                  </a:moveTo>
                  <a:lnTo>
                    <a:pt x="30" y="8"/>
                  </a:lnTo>
                  <a:lnTo>
                    <a:pt x="20" y="10"/>
                  </a:lnTo>
                  <a:lnTo>
                    <a:pt x="6" y="16"/>
                  </a:lnTo>
                  <a:lnTo>
                    <a:pt x="6" y="18"/>
                  </a:lnTo>
                  <a:lnTo>
                    <a:pt x="4" y="20"/>
                  </a:lnTo>
                  <a:lnTo>
                    <a:pt x="2" y="22"/>
                  </a:lnTo>
                  <a:lnTo>
                    <a:pt x="2" y="26"/>
                  </a:lnTo>
                  <a:lnTo>
                    <a:pt x="0" y="30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2" y="36"/>
                  </a:lnTo>
                  <a:lnTo>
                    <a:pt x="8" y="34"/>
                  </a:lnTo>
                  <a:lnTo>
                    <a:pt x="12" y="34"/>
                  </a:lnTo>
                  <a:lnTo>
                    <a:pt x="16" y="32"/>
                  </a:lnTo>
                  <a:lnTo>
                    <a:pt x="20" y="32"/>
                  </a:lnTo>
                  <a:lnTo>
                    <a:pt x="20" y="34"/>
                  </a:lnTo>
                  <a:lnTo>
                    <a:pt x="20" y="38"/>
                  </a:lnTo>
                  <a:lnTo>
                    <a:pt x="22" y="40"/>
                  </a:lnTo>
                  <a:lnTo>
                    <a:pt x="24" y="42"/>
                  </a:lnTo>
                  <a:lnTo>
                    <a:pt x="26" y="44"/>
                  </a:lnTo>
                  <a:lnTo>
                    <a:pt x="30" y="44"/>
                  </a:lnTo>
                  <a:lnTo>
                    <a:pt x="32" y="46"/>
                  </a:lnTo>
                  <a:lnTo>
                    <a:pt x="36" y="46"/>
                  </a:lnTo>
                  <a:lnTo>
                    <a:pt x="40" y="46"/>
                  </a:lnTo>
                  <a:lnTo>
                    <a:pt x="42" y="46"/>
                  </a:lnTo>
                  <a:lnTo>
                    <a:pt x="44" y="42"/>
                  </a:lnTo>
                  <a:lnTo>
                    <a:pt x="44" y="38"/>
                  </a:lnTo>
                  <a:lnTo>
                    <a:pt x="44" y="34"/>
                  </a:lnTo>
                  <a:lnTo>
                    <a:pt x="42" y="32"/>
                  </a:lnTo>
                  <a:lnTo>
                    <a:pt x="42" y="30"/>
                  </a:lnTo>
                  <a:lnTo>
                    <a:pt x="44" y="28"/>
                  </a:lnTo>
                  <a:lnTo>
                    <a:pt x="46" y="28"/>
                  </a:lnTo>
                  <a:lnTo>
                    <a:pt x="48" y="30"/>
                  </a:lnTo>
                  <a:lnTo>
                    <a:pt x="50" y="32"/>
                  </a:lnTo>
                  <a:lnTo>
                    <a:pt x="52" y="34"/>
                  </a:lnTo>
                  <a:lnTo>
                    <a:pt x="54" y="36"/>
                  </a:lnTo>
                  <a:lnTo>
                    <a:pt x="56" y="34"/>
                  </a:lnTo>
                  <a:lnTo>
                    <a:pt x="58" y="30"/>
                  </a:lnTo>
                  <a:lnTo>
                    <a:pt x="60" y="24"/>
                  </a:lnTo>
                  <a:lnTo>
                    <a:pt x="60" y="20"/>
                  </a:lnTo>
                  <a:lnTo>
                    <a:pt x="60" y="16"/>
                  </a:lnTo>
                  <a:lnTo>
                    <a:pt x="58" y="12"/>
                  </a:lnTo>
                  <a:lnTo>
                    <a:pt x="56" y="8"/>
                  </a:lnTo>
                  <a:lnTo>
                    <a:pt x="52" y="4"/>
                  </a:lnTo>
                  <a:lnTo>
                    <a:pt x="48" y="2"/>
                  </a:lnTo>
                  <a:lnTo>
                    <a:pt x="46" y="0"/>
                  </a:lnTo>
                  <a:lnTo>
                    <a:pt x="42" y="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52" name="Freeform 314"/>
            <p:cNvSpPr>
              <a:spLocks/>
            </p:cNvSpPr>
            <p:nvPr/>
          </p:nvSpPr>
          <p:spPr bwMode="gray">
            <a:xfrm>
              <a:off x="2249" y="3020"/>
              <a:ext cx="108" cy="96"/>
            </a:xfrm>
            <a:custGeom>
              <a:avLst/>
              <a:gdLst>
                <a:gd name="T0" fmla="*/ 70 w 108"/>
                <a:gd name="T1" fmla="*/ 46 h 96"/>
                <a:gd name="T2" fmla="*/ 90 w 108"/>
                <a:gd name="T3" fmla="*/ 46 h 96"/>
                <a:gd name="T4" fmla="*/ 100 w 108"/>
                <a:gd name="T5" fmla="*/ 44 h 96"/>
                <a:gd name="T6" fmla="*/ 86 w 108"/>
                <a:gd name="T7" fmla="*/ 38 h 96"/>
                <a:gd name="T8" fmla="*/ 108 w 108"/>
                <a:gd name="T9" fmla="*/ 30 h 96"/>
                <a:gd name="T10" fmla="*/ 108 w 108"/>
                <a:gd name="T11" fmla="*/ 26 h 96"/>
                <a:gd name="T12" fmla="*/ 104 w 108"/>
                <a:gd name="T13" fmla="*/ 22 h 96"/>
                <a:gd name="T14" fmla="*/ 98 w 108"/>
                <a:gd name="T15" fmla="*/ 16 h 96"/>
                <a:gd name="T16" fmla="*/ 92 w 108"/>
                <a:gd name="T17" fmla="*/ 10 h 96"/>
                <a:gd name="T18" fmla="*/ 90 w 108"/>
                <a:gd name="T19" fmla="*/ 6 h 96"/>
                <a:gd name="T20" fmla="*/ 88 w 108"/>
                <a:gd name="T21" fmla="*/ 4 h 96"/>
                <a:gd name="T22" fmla="*/ 84 w 108"/>
                <a:gd name="T23" fmla="*/ 0 h 96"/>
                <a:gd name="T24" fmla="*/ 78 w 108"/>
                <a:gd name="T25" fmla="*/ 2 h 96"/>
                <a:gd name="T26" fmla="*/ 72 w 108"/>
                <a:gd name="T27" fmla="*/ 4 h 96"/>
                <a:gd name="T28" fmla="*/ 66 w 108"/>
                <a:gd name="T29" fmla="*/ 10 h 96"/>
                <a:gd name="T30" fmla="*/ 58 w 108"/>
                <a:gd name="T31" fmla="*/ 14 h 96"/>
                <a:gd name="T32" fmla="*/ 48 w 108"/>
                <a:gd name="T33" fmla="*/ 38 h 96"/>
                <a:gd name="T34" fmla="*/ 42 w 108"/>
                <a:gd name="T35" fmla="*/ 40 h 96"/>
                <a:gd name="T36" fmla="*/ 36 w 108"/>
                <a:gd name="T37" fmla="*/ 46 h 96"/>
                <a:gd name="T38" fmla="*/ 30 w 108"/>
                <a:gd name="T39" fmla="*/ 48 h 96"/>
                <a:gd name="T40" fmla="*/ 24 w 108"/>
                <a:gd name="T41" fmla="*/ 54 h 96"/>
                <a:gd name="T42" fmla="*/ 18 w 108"/>
                <a:gd name="T43" fmla="*/ 60 h 96"/>
                <a:gd name="T44" fmla="*/ 16 w 108"/>
                <a:gd name="T45" fmla="*/ 64 h 96"/>
                <a:gd name="T46" fmla="*/ 0 w 108"/>
                <a:gd name="T47" fmla="*/ 88 h 96"/>
                <a:gd name="T48" fmla="*/ 2 w 108"/>
                <a:gd name="T49" fmla="*/ 90 h 96"/>
                <a:gd name="T50" fmla="*/ 10 w 108"/>
                <a:gd name="T51" fmla="*/ 94 h 96"/>
                <a:gd name="T52" fmla="*/ 16 w 108"/>
                <a:gd name="T53" fmla="*/ 96 h 96"/>
                <a:gd name="T54" fmla="*/ 22 w 108"/>
                <a:gd name="T55" fmla="*/ 90 h 96"/>
                <a:gd name="T56" fmla="*/ 24 w 108"/>
                <a:gd name="T57" fmla="*/ 86 h 96"/>
                <a:gd name="T58" fmla="*/ 28 w 108"/>
                <a:gd name="T59" fmla="*/ 82 h 96"/>
                <a:gd name="T60" fmla="*/ 32 w 108"/>
                <a:gd name="T61" fmla="*/ 80 h 96"/>
                <a:gd name="T62" fmla="*/ 46 w 108"/>
                <a:gd name="T63" fmla="*/ 74 h 96"/>
                <a:gd name="T64" fmla="*/ 62 w 108"/>
                <a:gd name="T65" fmla="*/ 56 h 9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08"/>
                <a:gd name="T100" fmla="*/ 0 h 96"/>
                <a:gd name="T101" fmla="*/ 108 w 108"/>
                <a:gd name="T102" fmla="*/ 96 h 9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08" h="96">
                  <a:moveTo>
                    <a:pt x="62" y="56"/>
                  </a:moveTo>
                  <a:lnTo>
                    <a:pt x="70" y="46"/>
                  </a:lnTo>
                  <a:lnTo>
                    <a:pt x="84" y="46"/>
                  </a:lnTo>
                  <a:lnTo>
                    <a:pt x="90" y="46"/>
                  </a:lnTo>
                  <a:lnTo>
                    <a:pt x="96" y="44"/>
                  </a:lnTo>
                  <a:lnTo>
                    <a:pt x="100" y="44"/>
                  </a:lnTo>
                  <a:lnTo>
                    <a:pt x="102" y="42"/>
                  </a:lnTo>
                  <a:lnTo>
                    <a:pt x="86" y="38"/>
                  </a:lnTo>
                  <a:lnTo>
                    <a:pt x="108" y="32"/>
                  </a:lnTo>
                  <a:lnTo>
                    <a:pt x="108" y="30"/>
                  </a:lnTo>
                  <a:lnTo>
                    <a:pt x="108" y="28"/>
                  </a:lnTo>
                  <a:lnTo>
                    <a:pt x="108" y="26"/>
                  </a:lnTo>
                  <a:lnTo>
                    <a:pt x="104" y="24"/>
                  </a:lnTo>
                  <a:lnTo>
                    <a:pt x="104" y="22"/>
                  </a:lnTo>
                  <a:lnTo>
                    <a:pt x="102" y="20"/>
                  </a:lnTo>
                  <a:lnTo>
                    <a:pt x="98" y="16"/>
                  </a:lnTo>
                  <a:lnTo>
                    <a:pt x="96" y="14"/>
                  </a:lnTo>
                  <a:lnTo>
                    <a:pt x="92" y="10"/>
                  </a:lnTo>
                  <a:lnTo>
                    <a:pt x="90" y="8"/>
                  </a:lnTo>
                  <a:lnTo>
                    <a:pt x="90" y="6"/>
                  </a:lnTo>
                  <a:lnTo>
                    <a:pt x="88" y="6"/>
                  </a:lnTo>
                  <a:lnTo>
                    <a:pt x="88" y="4"/>
                  </a:lnTo>
                  <a:lnTo>
                    <a:pt x="86" y="2"/>
                  </a:lnTo>
                  <a:lnTo>
                    <a:pt x="84" y="0"/>
                  </a:lnTo>
                  <a:lnTo>
                    <a:pt x="82" y="0"/>
                  </a:lnTo>
                  <a:lnTo>
                    <a:pt x="78" y="2"/>
                  </a:lnTo>
                  <a:lnTo>
                    <a:pt x="74" y="4"/>
                  </a:lnTo>
                  <a:lnTo>
                    <a:pt x="72" y="4"/>
                  </a:lnTo>
                  <a:lnTo>
                    <a:pt x="70" y="6"/>
                  </a:lnTo>
                  <a:lnTo>
                    <a:pt x="66" y="10"/>
                  </a:lnTo>
                  <a:lnTo>
                    <a:pt x="62" y="12"/>
                  </a:lnTo>
                  <a:lnTo>
                    <a:pt x="58" y="1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6" y="38"/>
                  </a:lnTo>
                  <a:lnTo>
                    <a:pt x="42" y="40"/>
                  </a:lnTo>
                  <a:lnTo>
                    <a:pt x="38" y="44"/>
                  </a:lnTo>
                  <a:lnTo>
                    <a:pt x="36" y="46"/>
                  </a:lnTo>
                  <a:lnTo>
                    <a:pt x="32" y="48"/>
                  </a:lnTo>
                  <a:lnTo>
                    <a:pt x="30" y="48"/>
                  </a:lnTo>
                  <a:lnTo>
                    <a:pt x="26" y="52"/>
                  </a:lnTo>
                  <a:lnTo>
                    <a:pt x="24" y="54"/>
                  </a:lnTo>
                  <a:lnTo>
                    <a:pt x="20" y="58"/>
                  </a:lnTo>
                  <a:lnTo>
                    <a:pt x="18" y="60"/>
                  </a:lnTo>
                  <a:lnTo>
                    <a:pt x="16" y="62"/>
                  </a:lnTo>
                  <a:lnTo>
                    <a:pt x="16" y="64"/>
                  </a:lnTo>
                  <a:lnTo>
                    <a:pt x="8" y="84"/>
                  </a:lnTo>
                  <a:lnTo>
                    <a:pt x="0" y="88"/>
                  </a:lnTo>
                  <a:lnTo>
                    <a:pt x="2" y="90"/>
                  </a:lnTo>
                  <a:lnTo>
                    <a:pt x="6" y="92"/>
                  </a:lnTo>
                  <a:lnTo>
                    <a:pt x="10" y="94"/>
                  </a:lnTo>
                  <a:lnTo>
                    <a:pt x="14" y="96"/>
                  </a:lnTo>
                  <a:lnTo>
                    <a:pt x="16" y="96"/>
                  </a:lnTo>
                  <a:lnTo>
                    <a:pt x="18" y="94"/>
                  </a:lnTo>
                  <a:lnTo>
                    <a:pt x="22" y="90"/>
                  </a:lnTo>
                  <a:lnTo>
                    <a:pt x="24" y="86"/>
                  </a:lnTo>
                  <a:lnTo>
                    <a:pt x="26" y="84"/>
                  </a:lnTo>
                  <a:lnTo>
                    <a:pt x="28" y="82"/>
                  </a:lnTo>
                  <a:lnTo>
                    <a:pt x="32" y="80"/>
                  </a:lnTo>
                  <a:lnTo>
                    <a:pt x="38" y="78"/>
                  </a:lnTo>
                  <a:lnTo>
                    <a:pt x="46" y="74"/>
                  </a:lnTo>
                  <a:lnTo>
                    <a:pt x="54" y="70"/>
                  </a:lnTo>
                  <a:lnTo>
                    <a:pt x="62" y="5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53" name="Freeform 315"/>
            <p:cNvSpPr>
              <a:spLocks/>
            </p:cNvSpPr>
            <p:nvPr/>
          </p:nvSpPr>
          <p:spPr bwMode="gray">
            <a:xfrm>
              <a:off x="2229" y="3062"/>
              <a:ext cx="120" cy="110"/>
            </a:xfrm>
            <a:custGeom>
              <a:avLst/>
              <a:gdLst>
                <a:gd name="T0" fmla="*/ 102 w 120"/>
                <a:gd name="T1" fmla="*/ 32 h 110"/>
                <a:gd name="T2" fmla="*/ 104 w 120"/>
                <a:gd name="T3" fmla="*/ 34 h 110"/>
                <a:gd name="T4" fmla="*/ 112 w 120"/>
                <a:gd name="T5" fmla="*/ 36 h 110"/>
                <a:gd name="T6" fmla="*/ 120 w 120"/>
                <a:gd name="T7" fmla="*/ 42 h 110"/>
                <a:gd name="T8" fmla="*/ 116 w 120"/>
                <a:gd name="T9" fmla="*/ 46 h 110"/>
                <a:gd name="T10" fmla="*/ 114 w 120"/>
                <a:gd name="T11" fmla="*/ 48 h 110"/>
                <a:gd name="T12" fmla="*/ 106 w 120"/>
                <a:gd name="T13" fmla="*/ 50 h 110"/>
                <a:gd name="T14" fmla="*/ 102 w 120"/>
                <a:gd name="T15" fmla="*/ 54 h 110"/>
                <a:gd name="T16" fmla="*/ 100 w 120"/>
                <a:gd name="T17" fmla="*/ 56 h 110"/>
                <a:gd name="T18" fmla="*/ 94 w 120"/>
                <a:gd name="T19" fmla="*/ 70 h 110"/>
                <a:gd name="T20" fmla="*/ 88 w 120"/>
                <a:gd name="T21" fmla="*/ 76 h 110"/>
                <a:gd name="T22" fmla="*/ 86 w 120"/>
                <a:gd name="T23" fmla="*/ 80 h 110"/>
                <a:gd name="T24" fmla="*/ 84 w 120"/>
                <a:gd name="T25" fmla="*/ 84 h 110"/>
                <a:gd name="T26" fmla="*/ 82 w 120"/>
                <a:gd name="T27" fmla="*/ 94 h 110"/>
                <a:gd name="T28" fmla="*/ 78 w 120"/>
                <a:gd name="T29" fmla="*/ 102 h 110"/>
                <a:gd name="T30" fmla="*/ 74 w 120"/>
                <a:gd name="T31" fmla="*/ 106 h 110"/>
                <a:gd name="T32" fmla="*/ 66 w 120"/>
                <a:gd name="T33" fmla="*/ 108 h 110"/>
                <a:gd name="T34" fmla="*/ 60 w 120"/>
                <a:gd name="T35" fmla="*/ 100 h 110"/>
                <a:gd name="T36" fmla="*/ 50 w 120"/>
                <a:gd name="T37" fmla="*/ 98 h 110"/>
                <a:gd name="T38" fmla="*/ 46 w 120"/>
                <a:gd name="T39" fmla="*/ 96 h 110"/>
                <a:gd name="T40" fmla="*/ 40 w 120"/>
                <a:gd name="T41" fmla="*/ 96 h 110"/>
                <a:gd name="T42" fmla="*/ 34 w 120"/>
                <a:gd name="T43" fmla="*/ 96 h 110"/>
                <a:gd name="T44" fmla="*/ 26 w 120"/>
                <a:gd name="T45" fmla="*/ 94 h 110"/>
                <a:gd name="T46" fmla="*/ 22 w 120"/>
                <a:gd name="T47" fmla="*/ 90 h 110"/>
                <a:gd name="T48" fmla="*/ 16 w 120"/>
                <a:gd name="T49" fmla="*/ 86 h 110"/>
                <a:gd name="T50" fmla="*/ 6 w 120"/>
                <a:gd name="T51" fmla="*/ 82 h 110"/>
                <a:gd name="T52" fmla="*/ 0 w 120"/>
                <a:gd name="T53" fmla="*/ 78 h 110"/>
                <a:gd name="T54" fmla="*/ 0 w 120"/>
                <a:gd name="T55" fmla="*/ 74 h 110"/>
                <a:gd name="T56" fmla="*/ 4 w 120"/>
                <a:gd name="T57" fmla="*/ 72 h 110"/>
                <a:gd name="T58" fmla="*/ 2 w 120"/>
                <a:gd name="T59" fmla="*/ 60 h 110"/>
                <a:gd name="T60" fmla="*/ 2 w 120"/>
                <a:gd name="T61" fmla="*/ 52 h 110"/>
                <a:gd name="T62" fmla="*/ 6 w 120"/>
                <a:gd name="T63" fmla="*/ 44 h 110"/>
                <a:gd name="T64" fmla="*/ 8 w 120"/>
                <a:gd name="T65" fmla="*/ 42 h 110"/>
                <a:gd name="T66" fmla="*/ 20 w 120"/>
                <a:gd name="T67" fmla="*/ 46 h 110"/>
                <a:gd name="T68" fmla="*/ 22 w 120"/>
                <a:gd name="T69" fmla="*/ 48 h 110"/>
                <a:gd name="T70" fmla="*/ 28 w 120"/>
                <a:gd name="T71" fmla="*/ 52 h 110"/>
                <a:gd name="T72" fmla="*/ 36 w 120"/>
                <a:gd name="T73" fmla="*/ 52 h 110"/>
                <a:gd name="T74" fmla="*/ 44 w 120"/>
                <a:gd name="T75" fmla="*/ 44 h 110"/>
                <a:gd name="T76" fmla="*/ 48 w 120"/>
                <a:gd name="T77" fmla="*/ 42 h 110"/>
                <a:gd name="T78" fmla="*/ 56 w 120"/>
                <a:gd name="T79" fmla="*/ 38 h 110"/>
                <a:gd name="T80" fmla="*/ 62 w 120"/>
                <a:gd name="T81" fmla="*/ 34 h 110"/>
                <a:gd name="T82" fmla="*/ 70 w 120"/>
                <a:gd name="T83" fmla="*/ 30 h 110"/>
                <a:gd name="T84" fmla="*/ 74 w 120"/>
                <a:gd name="T85" fmla="*/ 28 h 110"/>
                <a:gd name="T86" fmla="*/ 90 w 120"/>
                <a:gd name="T87" fmla="*/ 4 h 110"/>
                <a:gd name="T88" fmla="*/ 94 w 120"/>
                <a:gd name="T89" fmla="*/ 4 h 110"/>
                <a:gd name="T90" fmla="*/ 106 w 120"/>
                <a:gd name="T91" fmla="*/ 4 h 110"/>
                <a:gd name="T92" fmla="*/ 116 w 120"/>
                <a:gd name="T93" fmla="*/ 2 h 110"/>
                <a:gd name="T94" fmla="*/ 120 w 120"/>
                <a:gd name="T95" fmla="*/ 2 h 110"/>
                <a:gd name="T96" fmla="*/ 116 w 120"/>
                <a:gd name="T97" fmla="*/ 6 h 110"/>
                <a:gd name="T98" fmla="*/ 108 w 120"/>
                <a:gd name="T99" fmla="*/ 12 h 110"/>
                <a:gd name="T100" fmla="*/ 102 w 120"/>
                <a:gd name="T101" fmla="*/ 28 h 1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0"/>
                <a:gd name="T154" fmla="*/ 0 h 110"/>
                <a:gd name="T155" fmla="*/ 120 w 120"/>
                <a:gd name="T156" fmla="*/ 110 h 1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0" h="110">
                  <a:moveTo>
                    <a:pt x="102" y="28"/>
                  </a:moveTo>
                  <a:lnTo>
                    <a:pt x="102" y="32"/>
                  </a:lnTo>
                  <a:lnTo>
                    <a:pt x="102" y="34"/>
                  </a:lnTo>
                  <a:lnTo>
                    <a:pt x="104" y="34"/>
                  </a:lnTo>
                  <a:lnTo>
                    <a:pt x="106" y="34"/>
                  </a:lnTo>
                  <a:lnTo>
                    <a:pt x="112" y="36"/>
                  </a:lnTo>
                  <a:lnTo>
                    <a:pt x="116" y="38"/>
                  </a:lnTo>
                  <a:lnTo>
                    <a:pt x="120" y="42"/>
                  </a:lnTo>
                  <a:lnTo>
                    <a:pt x="118" y="44"/>
                  </a:lnTo>
                  <a:lnTo>
                    <a:pt x="116" y="46"/>
                  </a:lnTo>
                  <a:lnTo>
                    <a:pt x="114" y="48"/>
                  </a:lnTo>
                  <a:lnTo>
                    <a:pt x="108" y="48"/>
                  </a:lnTo>
                  <a:lnTo>
                    <a:pt x="106" y="50"/>
                  </a:lnTo>
                  <a:lnTo>
                    <a:pt x="102" y="52"/>
                  </a:lnTo>
                  <a:lnTo>
                    <a:pt x="102" y="54"/>
                  </a:lnTo>
                  <a:lnTo>
                    <a:pt x="100" y="56"/>
                  </a:lnTo>
                  <a:lnTo>
                    <a:pt x="98" y="70"/>
                  </a:lnTo>
                  <a:lnTo>
                    <a:pt x="94" y="70"/>
                  </a:lnTo>
                  <a:lnTo>
                    <a:pt x="90" y="74"/>
                  </a:lnTo>
                  <a:lnTo>
                    <a:pt x="88" y="76"/>
                  </a:lnTo>
                  <a:lnTo>
                    <a:pt x="86" y="78"/>
                  </a:lnTo>
                  <a:lnTo>
                    <a:pt x="86" y="80"/>
                  </a:lnTo>
                  <a:lnTo>
                    <a:pt x="84" y="82"/>
                  </a:lnTo>
                  <a:lnTo>
                    <a:pt x="84" y="84"/>
                  </a:lnTo>
                  <a:lnTo>
                    <a:pt x="82" y="90"/>
                  </a:lnTo>
                  <a:lnTo>
                    <a:pt x="82" y="94"/>
                  </a:lnTo>
                  <a:lnTo>
                    <a:pt x="80" y="98"/>
                  </a:lnTo>
                  <a:lnTo>
                    <a:pt x="78" y="102"/>
                  </a:lnTo>
                  <a:lnTo>
                    <a:pt x="76" y="104"/>
                  </a:lnTo>
                  <a:lnTo>
                    <a:pt x="74" y="106"/>
                  </a:lnTo>
                  <a:lnTo>
                    <a:pt x="70" y="108"/>
                  </a:lnTo>
                  <a:lnTo>
                    <a:pt x="66" y="108"/>
                  </a:lnTo>
                  <a:lnTo>
                    <a:pt x="64" y="110"/>
                  </a:lnTo>
                  <a:lnTo>
                    <a:pt x="60" y="100"/>
                  </a:lnTo>
                  <a:lnTo>
                    <a:pt x="50" y="100"/>
                  </a:lnTo>
                  <a:lnTo>
                    <a:pt x="50" y="98"/>
                  </a:lnTo>
                  <a:lnTo>
                    <a:pt x="50" y="96"/>
                  </a:lnTo>
                  <a:lnTo>
                    <a:pt x="46" y="96"/>
                  </a:lnTo>
                  <a:lnTo>
                    <a:pt x="42" y="96"/>
                  </a:lnTo>
                  <a:lnTo>
                    <a:pt x="40" y="96"/>
                  </a:lnTo>
                  <a:lnTo>
                    <a:pt x="38" y="96"/>
                  </a:lnTo>
                  <a:lnTo>
                    <a:pt x="34" y="96"/>
                  </a:lnTo>
                  <a:lnTo>
                    <a:pt x="30" y="96"/>
                  </a:lnTo>
                  <a:lnTo>
                    <a:pt x="26" y="94"/>
                  </a:lnTo>
                  <a:lnTo>
                    <a:pt x="24" y="92"/>
                  </a:lnTo>
                  <a:lnTo>
                    <a:pt x="22" y="90"/>
                  </a:lnTo>
                  <a:lnTo>
                    <a:pt x="20" y="88"/>
                  </a:lnTo>
                  <a:lnTo>
                    <a:pt x="16" y="86"/>
                  </a:lnTo>
                  <a:lnTo>
                    <a:pt x="12" y="84"/>
                  </a:lnTo>
                  <a:lnTo>
                    <a:pt x="6" y="82"/>
                  </a:lnTo>
                  <a:lnTo>
                    <a:pt x="2" y="80"/>
                  </a:lnTo>
                  <a:lnTo>
                    <a:pt x="0" y="78"/>
                  </a:lnTo>
                  <a:lnTo>
                    <a:pt x="0" y="76"/>
                  </a:lnTo>
                  <a:lnTo>
                    <a:pt x="0" y="74"/>
                  </a:lnTo>
                  <a:lnTo>
                    <a:pt x="2" y="74"/>
                  </a:lnTo>
                  <a:lnTo>
                    <a:pt x="4" y="72"/>
                  </a:lnTo>
                  <a:lnTo>
                    <a:pt x="2" y="60"/>
                  </a:lnTo>
                  <a:lnTo>
                    <a:pt x="2" y="56"/>
                  </a:lnTo>
                  <a:lnTo>
                    <a:pt x="2" y="52"/>
                  </a:lnTo>
                  <a:lnTo>
                    <a:pt x="4" y="48"/>
                  </a:lnTo>
                  <a:lnTo>
                    <a:pt x="6" y="44"/>
                  </a:lnTo>
                  <a:lnTo>
                    <a:pt x="8" y="42"/>
                  </a:lnTo>
                  <a:lnTo>
                    <a:pt x="28" y="42"/>
                  </a:lnTo>
                  <a:lnTo>
                    <a:pt x="20" y="46"/>
                  </a:lnTo>
                  <a:lnTo>
                    <a:pt x="22" y="48"/>
                  </a:lnTo>
                  <a:lnTo>
                    <a:pt x="26" y="50"/>
                  </a:lnTo>
                  <a:lnTo>
                    <a:pt x="28" y="52"/>
                  </a:lnTo>
                  <a:lnTo>
                    <a:pt x="32" y="54"/>
                  </a:lnTo>
                  <a:lnTo>
                    <a:pt x="36" y="52"/>
                  </a:lnTo>
                  <a:lnTo>
                    <a:pt x="40" y="50"/>
                  </a:lnTo>
                  <a:lnTo>
                    <a:pt x="44" y="44"/>
                  </a:lnTo>
                  <a:lnTo>
                    <a:pt x="48" y="42"/>
                  </a:lnTo>
                  <a:lnTo>
                    <a:pt x="50" y="38"/>
                  </a:lnTo>
                  <a:lnTo>
                    <a:pt x="56" y="38"/>
                  </a:lnTo>
                  <a:lnTo>
                    <a:pt x="58" y="36"/>
                  </a:lnTo>
                  <a:lnTo>
                    <a:pt x="62" y="34"/>
                  </a:lnTo>
                  <a:lnTo>
                    <a:pt x="66" y="32"/>
                  </a:lnTo>
                  <a:lnTo>
                    <a:pt x="70" y="30"/>
                  </a:lnTo>
                  <a:lnTo>
                    <a:pt x="72" y="28"/>
                  </a:lnTo>
                  <a:lnTo>
                    <a:pt x="74" y="28"/>
                  </a:lnTo>
                  <a:lnTo>
                    <a:pt x="82" y="14"/>
                  </a:lnTo>
                  <a:lnTo>
                    <a:pt x="90" y="4"/>
                  </a:lnTo>
                  <a:lnTo>
                    <a:pt x="94" y="4"/>
                  </a:lnTo>
                  <a:lnTo>
                    <a:pt x="100" y="4"/>
                  </a:lnTo>
                  <a:lnTo>
                    <a:pt x="106" y="4"/>
                  </a:lnTo>
                  <a:lnTo>
                    <a:pt x="112" y="4"/>
                  </a:lnTo>
                  <a:lnTo>
                    <a:pt x="116" y="2"/>
                  </a:lnTo>
                  <a:lnTo>
                    <a:pt x="120" y="0"/>
                  </a:lnTo>
                  <a:lnTo>
                    <a:pt x="120" y="2"/>
                  </a:lnTo>
                  <a:lnTo>
                    <a:pt x="118" y="4"/>
                  </a:lnTo>
                  <a:lnTo>
                    <a:pt x="116" y="6"/>
                  </a:lnTo>
                  <a:lnTo>
                    <a:pt x="112" y="8"/>
                  </a:lnTo>
                  <a:lnTo>
                    <a:pt x="108" y="12"/>
                  </a:lnTo>
                  <a:lnTo>
                    <a:pt x="102" y="14"/>
                  </a:lnTo>
                  <a:lnTo>
                    <a:pt x="102" y="2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54" name="Freeform 316"/>
            <p:cNvSpPr>
              <a:spLocks/>
            </p:cNvSpPr>
            <p:nvPr/>
          </p:nvSpPr>
          <p:spPr bwMode="gray">
            <a:xfrm>
              <a:off x="2633" y="3146"/>
              <a:ext cx="128" cy="108"/>
            </a:xfrm>
            <a:custGeom>
              <a:avLst/>
              <a:gdLst>
                <a:gd name="T0" fmla="*/ 78 w 128"/>
                <a:gd name="T1" fmla="*/ 40 h 108"/>
                <a:gd name="T2" fmla="*/ 78 w 128"/>
                <a:gd name="T3" fmla="*/ 38 h 108"/>
                <a:gd name="T4" fmla="*/ 76 w 128"/>
                <a:gd name="T5" fmla="*/ 36 h 108"/>
                <a:gd name="T6" fmla="*/ 72 w 128"/>
                <a:gd name="T7" fmla="*/ 36 h 108"/>
                <a:gd name="T8" fmla="*/ 70 w 128"/>
                <a:gd name="T9" fmla="*/ 34 h 108"/>
                <a:gd name="T10" fmla="*/ 68 w 128"/>
                <a:gd name="T11" fmla="*/ 32 h 108"/>
                <a:gd name="T12" fmla="*/ 62 w 128"/>
                <a:gd name="T13" fmla="*/ 28 h 108"/>
                <a:gd name="T14" fmla="*/ 58 w 128"/>
                <a:gd name="T15" fmla="*/ 24 h 108"/>
                <a:gd name="T16" fmla="*/ 52 w 128"/>
                <a:gd name="T17" fmla="*/ 20 h 108"/>
                <a:gd name="T18" fmla="*/ 46 w 128"/>
                <a:gd name="T19" fmla="*/ 16 h 108"/>
                <a:gd name="T20" fmla="*/ 42 w 128"/>
                <a:gd name="T21" fmla="*/ 12 h 108"/>
                <a:gd name="T22" fmla="*/ 40 w 128"/>
                <a:gd name="T23" fmla="*/ 10 h 108"/>
                <a:gd name="T24" fmla="*/ 38 w 128"/>
                <a:gd name="T25" fmla="*/ 10 h 108"/>
                <a:gd name="T26" fmla="*/ 34 w 128"/>
                <a:gd name="T27" fmla="*/ 10 h 108"/>
                <a:gd name="T28" fmla="*/ 26 w 128"/>
                <a:gd name="T29" fmla="*/ 8 h 108"/>
                <a:gd name="T30" fmla="*/ 14 w 128"/>
                <a:gd name="T31" fmla="*/ 4 h 108"/>
                <a:gd name="T32" fmla="*/ 4 w 128"/>
                <a:gd name="T33" fmla="*/ 0 h 108"/>
                <a:gd name="T34" fmla="*/ 0 w 128"/>
                <a:gd name="T35" fmla="*/ 80 h 108"/>
                <a:gd name="T36" fmla="*/ 12 w 128"/>
                <a:gd name="T37" fmla="*/ 86 h 108"/>
                <a:gd name="T38" fmla="*/ 28 w 128"/>
                <a:gd name="T39" fmla="*/ 80 h 108"/>
                <a:gd name="T40" fmla="*/ 28 w 128"/>
                <a:gd name="T41" fmla="*/ 78 h 108"/>
                <a:gd name="T42" fmla="*/ 28 w 128"/>
                <a:gd name="T43" fmla="*/ 76 h 108"/>
                <a:gd name="T44" fmla="*/ 30 w 128"/>
                <a:gd name="T45" fmla="*/ 74 h 108"/>
                <a:gd name="T46" fmla="*/ 34 w 128"/>
                <a:gd name="T47" fmla="*/ 72 h 108"/>
                <a:gd name="T48" fmla="*/ 38 w 128"/>
                <a:gd name="T49" fmla="*/ 68 h 108"/>
                <a:gd name="T50" fmla="*/ 42 w 128"/>
                <a:gd name="T51" fmla="*/ 68 h 108"/>
                <a:gd name="T52" fmla="*/ 46 w 128"/>
                <a:gd name="T53" fmla="*/ 66 h 108"/>
                <a:gd name="T54" fmla="*/ 52 w 128"/>
                <a:gd name="T55" fmla="*/ 68 h 108"/>
                <a:gd name="T56" fmla="*/ 76 w 128"/>
                <a:gd name="T57" fmla="*/ 82 h 108"/>
                <a:gd name="T58" fmla="*/ 86 w 128"/>
                <a:gd name="T59" fmla="*/ 94 h 108"/>
                <a:gd name="T60" fmla="*/ 104 w 128"/>
                <a:gd name="T61" fmla="*/ 102 h 108"/>
                <a:gd name="T62" fmla="*/ 126 w 128"/>
                <a:gd name="T63" fmla="*/ 108 h 108"/>
                <a:gd name="T64" fmla="*/ 128 w 128"/>
                <a:gd name="T65" fmla="*/ 108 h 108"/>
                <a:gd name="T66" fmla="*/ 128 w 128"/>
                <a:gd name="T67" fmla="*/ 106 h 108"/>
                <a:gd name="T68" fmla="*/ 128 w 128"/>
                <a:gd name="T69" fmla="*/ 104 h 108"/>
                <a:gd name="T70" fmla="*/ 128 w 128"/>
                <a:gd name="T71" fmla="*/ 100 h 108"/>
                <a:gd name="T72" fmla="*/ 126 w 128"/>
                <a:gd name="T73" fmla="*/ 98 h 108"/>
                <a:gd name="T74" fmla="*/ 124 w 128"/>
                <a:gd name="T75" fmla="*/ 94 h 108"/>
                <a:gd name="T76" fmla="*/ 120 w 128"/>
                <a:gd name="T77" fmla="*/ 92 h 108"/>
                <a:gd name="T78" fmla="*/ 116 w 128"/>
                <a:gd name="T79" fmla="*/ 88 h 108"/>
                <a:gd name="T80" fmla="*/ 110 w 128"/>
                <a:gd name="T81" fmla="*/ 84 h 108"/>
                <a:gd name="T82" fmla="*/ 106 w 128"/>
                <a:gd name="T83" fmla="*/ 80 h 108"/>
                <a:gd name="T84" fmla="*/ 102 w 128"/>
                <a:gd name="T85" fmla="*/ 76 h 108"/>
                <a:gd name="T86" fmla="*/ 98 w 128"/>
                <a:gd name="T87" fmla="*/ 72 h 108"/>
                <a:gd name="T88" fmla="*/ 96 w 128"/>
                <a:gd name="T89" fmla="*/ 70 h 108"/>
                <a:gd name="T90" fmla="*/ 96 w 128"/>
                <a:gd name="T91" fmla="*/ 70 h 108"/>
                <a:gd name="T92" fmla="*/ 80 w 128"/>
                <a:gd name="T93" fmla="*/ 60 h 108"/>
                <a:gd name="T94" fmla="*/ 96 w 128"/>
                <a:gd name="T95" fmla="*/ 54 h 108"/>
                <a:gd name="T96" fmla="*/ 92 w 128"/>
                <a:gd name="T97" fmla="*/ 46 h 108"/>
                <a:gd name="T98" fmla="*/ 90 w 128"/>
                <a:gd name="T99" fmla="*/ 46 h 108"/>
                <a:gd name="T100" fmla="*/ 88 w 128"/>
                <a:gd name="T101" fmla="*/ 44 h 108"/>
                <a:gd name="T102" fmla="*/ 84 w 128"/>
                <a:gd name="T103" fmla="*/ 44 h 108"/>
                <a:gd name="T104" fmla="*/ 80 w 128"/>
                <a:gd name="T105" fmla="*/ 42 h 108"/>
                <a:gd name="T106" fmla="*/ 78 w 128"/>
                <a:gd name="T107" fmla="*/ 42 h 108"/>
                <a:gd name="T108" fmla="*/ 78 w 128"/>
                <a:gd name="T109" fmla="*/ 40 h 108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28"/>
                <a:gd name="T166" fmla="*/ 0 h 108"/>
                <a:gd name="T167" fmla="*/ 128 w 128"/>
                <a:gd name="T168" fmla="*/ 108 h 108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28" h="108">
                  <a:moveTo>
                    <a:pt x="78" y="40"/>
                  </a:moveTo>
                  <a:lnTo>
                    <a:pt x="78" y="38"/>
                  </a:lnTo>
                  <a:lnTo>
                    <a:pt x="76" y="36"/>
                  </a:lnTo>
                  <a:lnTo>
                    <a:pt x="72" y="36"/>
                  </a:lnTo>
                  <a:lnTo>
                    <a:pt x="70" y="34"/>
                  </a:lnTo>
                  <a:lnTo>
                    <a:pt x="68" y="32"/>
                  </a:lnTo>
                  <a:lnTo>
                    <a:pt x="62" y="28"/>
                  </a:lnTo>
                  <a:lnTo>
                    <a:pt x="58" y="24"/>
                  </a:lnTo>
                  <a:lnTo>
                    <a:pt x="52" y="20"/>
                  </a:lnTo>
                  <a:lnTo>
                    <a:pt x="46" y="16"/>
                  </a:lnTo>
                  <a:lnTo>
                    <a:pt x="42" y="12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4" y="10"/>
                  </a:lnTo>
                  <a:lnTo>
                    <a:pt x="26" y="8"/>
                  </a:lnTo>
                  <a:lnTo>
                    <a:pt x="14" y="4"/>
                  </a:lnTo>
                  <a:lnTo>
                    <a:pt x="4" y="0"/>
                  </a:lnTo>
                  <a:lnTo>
                    <a:pt x="0" y="80"/>
                  </a:lnTo>
                  <a:lnTo>
                    <a:pt x="12" y="86"/>
                  </a:lnTo>
                  <a:lnTo>
                    <a:pt x="28" y="80"/>
                  </a:lnTo>
                  <a:lnTo>
                    <a:pt x="28" y="78"/>
                  </a:lnTo>
                  <a:lnTo>
                    <a:pt x="28" y="76"/>
                  </a:lnTo>
                  <a:lnTo>
                    <a:pt x="30" y="74"/>
                  </a:lnTo>
                  <a:lnTo>
                    <a:pt x="34" y="72"/>
                  </a:lnTo>
                  <a:lnTo>
                    <a:pt x="38" y="68"/>
                  </a:lnTo>
                  <a:lnTo>
                    <a:pt x="42" y="68"/>
                  </a:lnTo>
                  <a:lnTo>
                    <a:pt x="46" y="66"/>
                  </a:lnTo>
                  <a:lnTo>
                    <a:pt x="52" y="68"/>
                  </a:lnTo>
                  <a:lnTo>
                    <a:pt x="76" y="82"/>
                  </a:lnTo>
                  <a:lnTo>
                    <a:pt x="86" y="94"/>
                  </a:lnTo>
                  <a:lnTo>
                    <a:pt x="104" y="102"/>
                  </a:lnTo>
                  <a:lnTo>
                    <a:pt x="126" y="108"/>
                  </a:lnTo>
                  <a:lnTo>
                    <a:pt x="128" y="108"/>
                  </a:lnTo>
                  <a:lnTo>
                    <a:pt x="128" y="106"/>
                  </a:lnTo>
                  <a:lnTo>
                    <a:pt x="128" y="104"/>
                  </a:lnTo>
                  <a:lnTo>
                    <a:pt x="128" y="100"/>
                  </a:lnTo>
                  <a:lnTo>
                    <a:pt x="126" y="98"/>
                  </a:lnTo>
                  <a:lnTo>
                    <a:pt x="124" y="94"/>
                  </a:lnTo>
                  <a:lnTo>
                    <a:pt x="120" y="92"/>
                  </a:lnTo>
                  <a:lnTo>
                    <a:pt x="116" y="88"/>
                  </a:lnTo>
                  <a:lnTo>
                    <a:pt x="110" y="84"/>
                  </a:lnTo>
                  <a:lnTo>
                    <a:pt x="106" y="80"/>
                  </a:lnTo>
                  <a:lnTo>
                    <a:pt x="102" y="76"/>
                  </a:lnTo>
                  <a:lnTo>
                    <a:pt x="98" y="72"/>
                  </a:lnTo>
                  <a:lnTo>
                    <a:pt x="96" y="70"/>
                  </a:lnTo>
                  <a:lnTo>
                    <a:pt x="80" y="60"/>
                  </a:lnTo>
                  <a:lnTo>
                    <a:pt x="96" y="54"/>
                  </a:lnTo>
                  <a:lnTo>
                    <a:pt x="92" y="46"/>
                  </a:lnTo>
                  <a:lnTo>
                    <a:pt x="90" y="46"/>
                  </a:lnTo>
                  <a:lnTo>
                    <a:pt x="88" y="44"/>
                  </a:lnTo>
                  <a:lnTo>
                    <a:pt x="84" y="44"/>
                  </a:lnTo>
                  <a:lnTo>
                    <a:pt x="80" y="42"/>
                  </a:lnTo>
                  <a:lnTo>
                    <a:pt x="78" y="42"/>
                  </a:lnTo>
                  <a:lnTo>
                    <a:pt x="78" y="4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55" name="Freeform 317"/>
            <p:cNvSpPr>
              <a:spLocks/>
            </p:cNvSpPr>
            <p:nvPr/>
          </p:nvSpPr>
          <p:spPr bwMode="gray">
            <a:xfrm>
              <a:off x="2513" y="3118"/>
              <a:ext cx="122" cy="108"/>
            </a:xfrm>
            <a:custGeom>
              <a:avLst/>
              <a:gdLst>
                <a:gd name="T0" fmla="*/ 122 w 122"/>
                <a:gd name="T1" fmla="*/ 28 h 108"/>
                <a:gd name="T2" fmla="*/ 114 w 122"/>
                <a:gd name="T3" fmla="*/ 24 h 108"/>
                <a:gd name="T4" fmla="*/ 102 w 122"/>
                <a:gd name="T5" fmla="*/ 18 h 108"/>
                <a:gd name="T6" fmla="*/ 92 w 122"/>
                <a:gd name="T7" fmla="*/ 14 h 108"/>
                <a:gd name="T8" fmla="*/ 80 w 122"/>
                <a:gd name="T9" fmla="*/ 14 h 108"/>
                <a:gd name="T10" fmla="*/ 72 w 122"/>
                <a:gd name="T11" fmla="*/ 20 h 108"/>
                <a:gd name="T12" fmla="*/ 72 w 122"/>
                <a:gd name="T13" fmla="*/ 20 h 108"/>
                <a:gd name="T14" fmla="*/ 72 w 122"/>
                <a:gd name="T15" fmla="*/ 24 h 108"/>
                <a:gd name="T16" fmla="*/ 72 w 122"/>
                <a:gd name="T17" fmla="*/ 28 h 108"/>
                <a:gd name="T18" fmla="*/ 70 w 122"/>
                <a:gd name="T19" fmla="*/ 32 h 108"/>
                <a:gd name="T20" fmla="*/ 70 w 122"/>
                <a:gd name="T21" fmla="*/ 36 h 108"/>
                <a:gd name="T22" fmla="*/ 66 w 122"/>
                <a:gd name="T23" fmla="*/ 40 h 108"/>
                <a:gd name="T24" fmla="*/ 64 w 122"/>
                <a:gd name="T25" fmla="*/ 42 h 108"/>
                <a:gd name="T26" fmla="*/ 58 w 122"/>
                <a:gd name="T27" fmla="*/ 42 h 108"/>
                <a:gd name="T28" fmla="*/ 52 w 122"/>
                <a:gd name="T29" fmla="*/ 42 h 108"/>
                <a:gd name="T30" fmla="*/ 48 w 122"/>
                <a:gd name="T31" fmla="*/ 40 h 108"/>
                <a:gd name="T32" fmla="*/ 42 w 122"/>
                <a:gd name="T33" fmla="*/ 38 h 108"/>
                <a:gd name="T34" fmla="*/ 40 w 122"/>
                <a:gd name="T35" fmla="*/ 32 h 108"/>
                <a:gd name="T36" fmla="*/ 38 w 122"/>
                <a:gd name="T37" fmla="*/ 28 h 108"/>
                <a:gd name="T38" fmla="*/ 34 w 122"/>
                <a:gd name="T39" fmla="*/ 22 h 108"/>
                <a:gd name="T40" fmla="*/ 34 w 122"/>
                <a:gd name="T41" fmla="*/ 18 h 108"/>
                <a:gd name="T42" fmla="*/ 32 w 122"/>
                <a:gd name="T43" fmla="*/ 14 h 108"/>
                <a:gd name="T44" fmla="*/ 32 w 122"/>
                <a:gd name="T45" fmla="*/ 12 h 108"/>
                <a:gd name="T46" fmla="*/ 30 w 122"/>
                <a:gd name="T47" fmla="*/ 12 h 108"/>
                <a:gd name="T48" fmla="*/ 28 w 122"/>
                <a:gd name="T49" fmla="*/ 10 h 108"/>
                <a:gd name="T50" fmla="*/ 26 w 122"/>
                <a:gd name="T51" fmla="*/ 6 h 108"/>
                <a:gd name="T52" fmla="*/ 22 w 122"/>
                <a:gd name="T53" fmla="*/ 4 h 108"/>
                <a:gd name="T54" fmla="*/ 18 w 122"/>
                <a:gd name="T55" fmla="*/ 2 h 108"/>
                <a:gd name="T56" fmla="*/ 12 w 122"/>
                <a:gd name="T57" fmla="*/ 0 h 108"/>
                <a:gd name="T58" fmla="*/ 8 w 122"/>
                <a:gd name="T59" fmla="*/ 2 h 108"/>
                <a:gd name="T60" fmla="*/ 2 w 122"/>
                <a:gd name="T61" fmla="*/ 4 h 108"/>
                <a:gd name="T62" fmla="*/ 2 w 122"/>
                <a:gd name="T63" fmla="*/ 6 h 108"/>
                <a:gd name="T64" fmla="*/ 0 w 122"/>
                <a:gd name="T65" fmla="*/ 8 h 108"/>
                <a:gd name="T66" fmla="*/ 0 w 122"/>
                <a:gd name="T67" fmla="*/ 10 h 108"/>
                <a:gd name="T68" fmla="*/ 2 w 122"/>
                <a:gd name="T69" fmla="*/ 14 h 108"/>
                <a:gd name="T70" fmla="*/ 6 w 122"/>
                <a:gd name="T71" fmla="*/ 18 h 108"/>
                <a:gd name="T72" fmla="*/ 10 w 122"/>
                <a:gd name="T73" fmla="*/ 26 h 108"/>
                <a:gd name="T74" fmla="*/ 12 w 122"/>
                <a:gd name="T75" fmla="*/ 32 h 108"/>
                <a:gd name="T76" fmla="*/ 14 w 122"/>
                <a:gd name="T77" fmla="*/ 38 h 108"/>
                <a:gd name="T78" fmla="*/ 14 w 122"/>
                <a:gd name="T79" fmla="*/ 42 h 108"/>
                <a:gd name="T80" fmla="*/ 16 w 122"/>
                <a:gd name="T81" fmla="*/ 46 h 108"/>
                <a:gd name="T82" fmla="*/ 18 w 122"/>
                <a:gd name="T83" fmla="*/ 48 h 108"/>
                <a:gd name="T84" fmla="*/ 20 w 122"/>
                <a:gd name="T85" fmla="*/ 50 h 108"/>
                <a:gd name="T86" fmla="*/ 24 w 122"/>
                <a:gd name="T87" fmla="*/ 50 h 108"/>
                <a:gd name="T88" fmla="*/ 28 w 122"/>
                <a:gd name="T89" fmla="*/ 48 h 108"/>
                <a:gd name="T90" fmla="*/ 34 w 122"/>
                <a:gd name="T91" fmla="*/ 48 h 108"/>
                <a:gd name="T92" fmla="*/ 38 w 122"/>
                <a:gd name="T93" fmla="*/ 50 h 108"/>
                <a:gd name="T94" fmla="*/ 42 w 122"/>
                <a:gd name="T95" fmla="*/ 52 h 108"/>
                <a:gd name="T96" fmla="*/ 46 w 122"/>
                <a:gd name="T97" fmla="*/ 54 h 108"/>
                <a:gd name="T98" fmla="*/ 50 w 122"/>
                <a:gd name="T99" fmla="*/ 54 h 108"/>
                <a:gd name="T100" fmla="*/ 56 w 122"/>
                <a:gd name="T101" fmla="*/ 56 h 108"/>
                <a:gd name="T102" fmla="*/ 62 w 122"/>
                <a:gd name="T103" fmla="*/ 56 h 108"/>
                <a:gd name="T104" fmla="*/ 68 w 122"/>
                <a:gd name="T105" fmla="*/ 58 h 108"/>
                <a:gd name="T106" fmla="*/ 70 w 122"/>
                <a:gd name="T107" fmla="*/ 58 h 108"/>
                <a:gd name="T108" fmla="*/ 72 w 122"/>
                <a:gd name="T109" fmla="*/ 58 h 108"/>
                <a:gd name="T110" fmla="*/ 88 w 122"/>
                <a:gd name="T111" fmla="*/ 72 h 108"/>
                <a:gd name="T112" fmla="*/ 98 w 122"/>
                <a:gd name="T113" fmla="*/ 90 h 108"/>
                <a:gd name="T114" fmla="*/ 114 w 122"/>
                <a:gd name="T115" fmla="*/ 104 h 108"/>
                <a:gd name="T116" fmla="*/ 118 w 122"/>
                <a:gd name="T117" fmla="*/ 108 h 108"/>
                <a:gd name="T118" fmla="*/ 122 w 122"/>
                <a:gd name="T119" fmla="*/ 28 h 10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122"/>
                <a:gd name="T181" fmla="*/ 0 h 108"/>
                <a:gd name="T182" fmla="*/ 122 w 122"/>
                <a:gd name="T183" fmla="*/ 108 h 108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122" h="108">
                  <a:moveTo>
                    <a:pt x="122" y="28"/>
                  </a:moveTo>
                  <a:lnTo>
                    <a:pt x="114" y="24"/>
                  </a:lnTo>
                  <a:lnTo>
                    <a:pt x="102" y="18"/>
                  </a:lnTo>
                  <a:lnTo>
                    <a:pt x="92" y="14"/>
                  </a:lnTo>
                  <a:lnTo>
                    <a:pt x="80" y="14"/>
                  </a:lnTo>
                  <a:lnTo>
                    <a:pt x="72" y="20"/>
                  </a:lnTo>
                  <a:lnTo>
                    <a:pt x="72" y="24"/>
                  </a:lnTo>
                  <a:lnTo>
                    <a:pt x="72" y="28"/>
                  </a:lnTo>
                  <a:lnTo>
                    <a:pt x="70" y="32"/>
                  </a:lnTo>
                  <a:lnTo>
                    <a:pt x="70" y="36"/>
                  </a:lnTo>
                  <a:lnTo>
                    <a:pt x="66" y="40"/>
                  </a:lnTo>
                  <a:lnTo>
                    <a:pt x="64" y="42"/>
                  </a:lnTo>
                  <a:lnTo>
                    <a:pt x="58" y="42"/>
                  </a:lnTo>
                  <a:lnTo>
                    <a:pt x="52" y="42"/>
                  </a:lnTo>
                  <a:lnTo>
                    <a:pt x="48" y="40"/>
                  </a:lnTo>
                  <a:lnTo>
                    <a:pt x="42" y="38"/>
                  </a:lnTo>
                  <a:lnTo>
                    <a:pt x="40" y="32"/>
                  </a:lnTo>
                  <a:lnTo>
                    <a:pt x="38" y="28"/>
                  </a:lnTo>
                  <a:lnTo>
                    <a:pt x="34" y="22"/>
                  </a:lnTo>
                  <a:lnTo>
                    <a:pt x="34" y="18"/>
                  </a:lnTo>
                  <a:lnTo>
                    <a:pt x="32" y="14"/>
                  </a:lnTo>
                  <a:lnTo>
                    <a:pt x="32" y="12"/>
                  </a:lnTo>
                  <a:lnTo>
                    <a:pt x="30" y="12"/>
                  </a:lnTo>
                  <a:lnTo>
                    <a:pt x="28" y="10"/>
                  </a:lnTo>
                  <a:lnTo>
                    <a:pt x="26" y="6"/>
                  </a:lnTo>
                  <a:lnTo>
                    <a:pt x="22" y="4"/>
                  </a:lnTo>
                  <a:lnTo>
                    <a:pt x="18" y="2"/>
                  </a:lnTo>
                  <a:lnTo>
                    <a:pt x="12" y="0"/>
                  </a:lnTo>
                  <a:lnTo>
                    <a:pt x="8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2" y="14"/>
                  </a:lnTo>
                  <a:lnTo>
                    <a:pt x="6" y="18"/>
                  </a:lnTo>
                  <a:lnTo>
                    <a:pt x="10" y="26"/>
                  </a:lnTo>
                  <a:lnTo>
                    <a:pt x="12" y="32"/>
                  </a:lnTo>
                  <a:lnTo>
                    <a:pt x="14" y="38"/>
                  </a:lnTo>
                  <a:lnTo>
                    <a:pt x="14" y="42"/>
                  </a:lnTo>
                  <a:lnTo>
                    <a:pt x="16" y="46"/>
                  </a:lnTo>
                  <a:lnTo>
                    <a:pt x="18" y="48"/>
                  </a:lnTo>
                  <a:lnTo>
                    <a:pt x="20" y="50"/>
                  </a:lnTo>
                  <a:lnTo>
                    <a:pt x="24" y="50"/>
                  </a:lnTo>
                  <a:lnTo>
                    <a:pt x="28" y="48"/>
                  </a:lnTo>
                  <a:lnTo>
                    <a:pt x="34" y="48"/>
                  </a:lnTo>
                  <a:lnTo>
                    <a:pt x="38" y="50"/>
                  </a:lnTo>
                  <a:lnTo>
                    <a:pt x="42" y="52"/>
                  </a:lnTo>
                  <a:lnTo>
                    <a:pt x="46" y="54"/>
                  </a:lnTo>
                  <a:lnTo>
                    <a:pt x="50" y="54"/>
                  </a:lnTo>
                  <a:lnTo>
                    <a:pt x="56" y="56"/>
                  </a:lnTo>
                  <a:lnTo>
                    <a:pt x="62" y="56"/>
                  </a:lnTo>
                  <a:lnTo>
                    <a:pt x="68" y="58"/>
                  </a:lnTo>
                  <a:lnTo>
                    <a:pt x="70" y="58"/>
                  </a:lnTo>
                  <a:lnTo>
                    <a:pt x="72" y="58"/>
                  </a:lnTo>
                  <a:lnTo>
                    <a:pt x="88" y="72"/>
                  </a:lnTo>
                  <a:lnTo>
                    <a:pt x="98" y="90"/>
                  </a:lnTo>
                  <a:lnTo>
                    <a:pt x="114" y="104"/>
                  </a:lnTo>
                  <a:lnTo>
                    <a:pt x="118" y="108"/>
                  </a:lnTo>
                  <a:lnTo>
                    <a:pt x="122" y="2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56" name="Freeform 318"/>
            <p:cNvSpPr>
              <a:spLocks/>
            </p:cNvSpPr>
            <p:nvPr/>
          </p:nvSpPr>
          <p:spPr bwMode="gray">
            <a:xfrm>
              <a:off x="2285" y="3296"/>
              <a:ext cx="508" cy="408"/>
            </a:xfrm>
            <a:custGeom>
              <a:avLst/>
              <a:gdLst>
                <a:gd name="T0" fmla="*/ 98 w 508"/>
                <a:gd name="T1" fmla="*/ 124 h 408"/>
                <a:gd name="T2" fmla="*/ 110 w 508"/>
                <a:gd name="T3" fmla="*/ 100 h 408"/>
                <a:gd name="T4" fmla="*/ 128 w 508"/>
                <a:gd name="T5" fmla="*/ 86 h 408"/>
                <a:gd name="T6" fmla="*/ 134 w 508"/>
                <a:gd name="T7" fmla="*/ 70 h 408"/>
                <a:gd name="T8" fmla="*/ 170 w 508"/>
                <a:gd name="T9" fmla="*/ 48 h 408"/>
                <a:gd name="T10" fmla="*/ 190 w 508"/>
                <a:gd name="T11" fmla="*/ 60 h 408"/>
                <a:gd name="T12" fmla="*/ 202 w 508"/>
                <a:gd name="T13" fmla="*/ 56 h 408"/>
                <a:gd name="T14" fmla="*/ 196 w 508"/>
                <a:gd name="T15" fmla="*/ 44 h 408"/>
                <a:gd name="T16" fmla="*/ 204 w 508"/>
                <a:gd name="T17" fmla="*/ 28 h 408"/>
                <a:gd name="T18" fmla="*/ 230 w 508"/>
                <a:gd name="T19" fmla="*/ 18 h 408"/>
                <a:gd name="T20" fmla="*/ 222 w 508"/>
                <a:gd name="T21" fmla="*/ 8 h 408"/>
                <a:gd name="T22" fmla="*/ 238 w 508"/>
                <a:gd name="T23" fmla="*/ 0 h 408"/>
                <a:gd name="T24" fmla="*/ 246 w 508"/>
                <a:gd name="T25" fmla="*/ 8 h 408"/>
                <a:gd name="T26" fmla="*/ 252 w 508"/>
                <a:gd name="T27" fmla="*/ 12 h 408"/>
                <a:gd name="T28" fmla="*/ 256 w 508"/>
                <a:gd name="T29" fmla="*/ 4 h 408"/>
                <a:gd name="T30" fmla="*/ 268 w 508"/>
                <a:gd name="T31" fmla="*/ 20 h 408"/>
                <a:gd name="T32" fmla="*/ 298 w 508"/>
                <a:gd name="T33" fmla="*/ 18 h 408"/>
                <a:gd name="T34" fmla="*/ 300 w 508"/>
                <a:gd name="T35" fmla="*/ 32 h 408"/>
                <a:gd name="T36" fmla="*/ 286 w 508"/>
                <a:gd name="T37" fmla="*/ 52 h 408"/>
                <a:gd name="T38" fmla="*/ 326 w 508"/>
                <a:gd name="T39" fmla="*/ 82 h 408"/>
                <a:gd name="T40" fmla="*/ 344 w 508"/>
                <a:gd name="T41" fmla="*/ 78 h 408"/>
                <a:gd name="T42" fmla="*/ 358 w 508"/>
                <a:gd name="T43" fmla="*/ 10 h 408"/>
                <a:gd name="T44" fmla="*/ 364 w 508"/>
                <a:gd name="T45" fmla="*/ 0 h 408"/>
                <a:gd name="T46" fmla="*/ 378 w 508"/>
                <a:gd name="T47" fmla="*/ 20 h 408"/>
                <a:gd name="T48" fmla="*/ 376 w 508"/>
                <a:gd name="T49" fmla="*/ 36 h 408"/>
                <a:gd name="T50" fmla="*/ 390 w 508"/>
                <a:gd name="T51" fmla="*/ 42 h 408"/>
                <a:gd name="T52" fmla="*/ 404 w 508"/>
                <a:gd name="T53" fmla="*/ 66 h 408"/>
                <a:gd name="T54" fmla="*/ 412 w 508"/>
                <a:gd name="T55" fmla="*/ 80 h 408"/>
                <a:gd name="T56" fmla="*/ 424 w 508"/>
                <a:gd name="T57" fmla="*/ 100 h 408"/>
                <a:gd name="T58" fmla="*/ 454 w 508"/>
                <a:gd name="T59" fmla="*/ 136 h 408"/>
                <a:gd name="T60" fmla="*/ 506 w 508"/>
                <a:gd name="T61" fmla="*/ 210 h 408"/>
                <a:gd name="T62" fmla="*/ 508 w 508"/>
                <a:gd name="T63" fmla="*/ 272 h 408"/>
                <a:gd name="T64" fmla="*/ 488 w 508"/>
                <a:gd name="T65" fmla="*/ 294 h 408"/>
                <a:gd name="T66" fmla="*/ 472 w 508"/>
                <a:gd name="T67" fmla="*/ 332 h 408"/>
                <a:gd name="T68" fmla="*/ 460 w 508"/>
                <a:gd name="T69" fmla="*/ 352 h 408"/>
                <a:gd name="T70" fmla="*/ 460 w 508"/>
                <a:gd name="T71" fmla="*/ 384 h 408"/>
                <a:gd name="T72" fmla="*/ 414 w 508"/>
                <a:gd name="T73" fmla="*/ 408 h 408"/>
                <a:gd name="T74" fmla="*/ 394 w 508"/>
                <a:gd name="T75" fmla="*/ 392 h 408"/>
                <a:gd name="T76" fmla="*/ 376 w 508"/>
                <a:gd name="T77" fmla="*/ 396 h 408"/>
                <a:gd name="T78" fmla="*/ 344 w 508"/>
                <a:gd name="T79" fmla="*/ 388 h 408"/>
                <a:gd name="T80" fmla="*/ 274 w 508"/>
                <a:gd name="T81" fmla="*/ 318 h 408"/>
                <a:gd name="T82" fmla="*/ 214 w 508"/>
                <a:gd name="T83" fmla="*/ 294 h 408"/>
                <a:gd name="T84" fmla="*/ 134 w 508"/>
                <a:gd name="T85" fmla="*/ 326 h 408"/>
                <a:gd name="T86" fmla="*/ 120 w 508"/>
                <a:gd name="T87" fmla="*/ 340 h 408"/>
                <a:gd name="T88" fmla="*/ 80 w 508"/>
                <a:gd name="T89" fmla="*/ 338 h 408"/>
                <a:gd name="T90" fmla="*/ 64 w 508"/>
                <a:gd name="T91" fmla="*/ 352 h 408"/>
                <a:gd name="T92" fmla="*/ 36 w 508"/>
                <a:gd name="T93" fmla="*/ 350 h 408"/>
                <a:gd name="T94" fmla="*/ 30 w 508"/>
                <a:gd name="T95" fmla="*/ 340 h 408"/>
                <a:gd name="T96" fmla="*/ 20 w 508"/>
                <a:gd name="T97" fmla="*/ 342 h 408"/>
                <a:gd name="T98" fmla="*/ 26 w 508"/>
                <a:gd name="T99" fmla="*/ 326 h 408"/>
                <a:gd name="T100" fmla="*/ 24 w 508"/>
                <a:gd name="T101" fmla="*/ 284 h 408"/>
                <a:gd name="T102" fmla="*/ 4 w 508"/>
                <a:gd name="T103" fmla="*/ 228 h 408"/>
                <a:gd name="T104" fmla="*/ 4 w 508"/>
                <a:gd name="T105" fmla="*/ 194 h 408"/>
                <a:gd name="T106" fmla="*/ 12 w 508"/>
                <a:gd name="T107" fmla="*/ 154 h 408"/>
                <a:gd name="T108" fmla="*/ 30 w 508"/>
                <a:gd name="T109" fmla="*/ 138 h 408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508"/>
                <a:gd name="T166" fmla="*/ 0 h 408"/>
                <a:gd name="T167" fmla="*/ 508 w 508"/>
                <a:gd name="T168" fmla="*/ 408 h 408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508" h="408">
                  <a:moveTo>
                    <a:pt x="30" y="138"/>
                  </a:moveTo>
                  <a:lnTo>
                    <a:pt x="60" y="136"/>
                  </a:lnTo>
                  <a:lnTo>
                    <a:pt x="92" y="130"/>
                  </a:lnTo>
                  <a:lnTo>
                    <a:pt x="94" y="128"/>
                  </a:lnTo>
                  <a:lnTo>
                    <a:pt x="98" y="124"/>
                  </a:lnTo>
                  <a:lnTo>
                    <a:pt x="100" y="120"/>
                  </a:lnTo>
                  <a:lnTo>
                    <a:pt x="104" y="116"/>
                  </a:lnTo>
                  <a:lnTo>
                    <a:pt x="106" y="112"/>
                  </a:lnTo>
                  <a:lnTo>
                    <a:pt x="108" y="108"/>
                  </a:lnTo>
                  <a:lnTo>
                    <a:pt x="110" y="104"/>
                  </a:lnTo>
                  <a:lnTo>
                    <a:pt x="110" y="100"/>
                  </a:lnTo>
                  <a:lnTo>
                    <a:pt x="110" y="96"/>
                  </a:lnTo>
                  <a:lnTo>
                    <a:pt x="112" y="92"/>
                  </a:lnTo>
                  <a:lnTo>
                    <a:pt x="114" y="88"/>
                  </a:lnTo>
                  <a:lnTo>
                    <a:pt x="118" y="86"/>
                  </a:lnTo>
                  <a:lnTo>
                    <a:pt x="122" y="86"/>
                  </a:lnTo>
                  <a:lnTo>
                    <a:pt x="128" y="86"/>
                  </a:lnTo>
                  <a:lnTo>
                    <a:pt x="128" y="84"/>
                  </a:lnTo>
                  <a:lnTo>
                    <a:pt x="128" y="82"/>
                  </a:lnTo>
                  <a:lnTo>
                    <a:pt x="128" y="80"/>
                  </a:lnTo>
                  <a:lnTo>
                    <a:pt x="130" y="76"/>
                  </a:lnTo>
                  <a:lnTo>
                    <a:pt x="130" y="72"/>
                  </a:lnTo>
                  <a:lnTo>
                    <a:pt x="134" y="70"/>
                  </a:lnTo>
                  <a:lnTo>
                    <a:pt x="136" y="70"/>
                  </a:lnTo>
                  <a:lnTo>
                    <a:pt x="140" y="66"/>
                  </a:lnTo>
                  <a:lnTo>
                    <a:pt x="146" y="56"/>
                  </a:lnTo>
                  <a:lnTo>
                    <a:pt x="156" y="48"/>
                  </a:lnTo>
                  <a:lnTo>
                    <a:pt x="170" y="48"/>
                  </a:lnTo>
                  <a:lnTo>
                    <a:pt x="172" y="50"/>
                  </a:lnTo>
                  <a:lnTo>
                    <a:pt x="176" y="52"/>
                  </a:lnTo>
                  <a:lnTo>
                    <a:pt x="180" y="54"/>
                  </a:lnTo>
                  <a:lnTo>
                    <a:pt x="182" y="56"/>
                  </a:lnTo>
                  <a:lnTo>
                    <a:pt x="186" y="58"/>
                  </a:lnTo>
                  <a:lnTo>
                    <a:pt x="190" y="60"/>
                  </a:lnTo>
                  <a:lnTo>
                    <a:pt x="194" y="60"/>
                  </a:lnTo>
                  <a:lnTo>
                    <a:pt x="196" y="60"/>
                  </a:lnTo>
                  <a:lnTo>
                    <a:pt x="198" y="62"/>
                  </a:lnTo>
                  <a:lnTo>
                    <a:pt x="198" y="60"/>
                  </a:lnTo>
                  <a:lnTo>
                    <a:pt x="200" y="58"/>
                  </a:lnTo>
                  <a:lnTo>
                    <a:pt x="202" y="56"/>
                  </a:lnTo>
                  <a:lnTo>
                    <a:pt x="202" y="54"/>
                  </a:lnTo>
                  <a:lnTo>
                    <a:pt x="202" y="52"/>
                  </a:lnTo>
                  <a:lnTo>
                    <a:pt x="200" y="50"/>
                  </a:lnTo>
                  <a:lnTo>
                    <a:pt x="198" y="48"/>
                  </a:lnTo>
                  <a:lnTo>
                    <a:pt x="196" y="46"/>
                  </a:lnTo>
                  <a:lnTo>
                    <a:pt x="196" y="44"/>
                  </a:lnTo>
                  <a:lnTo>
                    <a:pt x="198" y="42"/>
                  </a:lnTo>
                  <a:lnTo>
                    <a:pt x="202" y="40"/>
                  </a:lnTo>
                  <a:lnTo>
                    <a:pt x="204" y="32"/>
                  </a:lnTo>
                  <a:lnTo>
                    <a:pt x="202" y="32"/>
                  </a:lnTo>
                  <a:lnTo>
                    <a:pt x="204" y="30"/>
                  </a:lnTo>
                  <a:lnTo>
                    <a:pt x="204" y="28"/>
                  </a:lnTo>
                  <a:lnTo>
                    <a:pt x="206" y="24"/>
                  </a:lnTo>
                  <a:lnTo>
                    <a:pt x="208" y="22"/>
                  </a:lnTo>
                  <a:lnTo>
                    <a:pt x="212" y="20"/>
                  </a:lnTo>
                  <a:lnTo>
                    <a:pt x="228" y="20"/>
                  </a:lnTo>
                  <a:lnTo>
                    <a:pt x="228" y="18"/>
                  </a:lnTo>
                  <a:lnTo>
                    <a:pt x="230" y="18"/>
                  </a:lnTo>
                  <a:lnTo>
                    <a:pt x="232" y="16"/>
                  </a:lnTo>
                  <a:lnTo>
                    <a:pt x="232" y="14"/>
                  </a:lnTo>
                  <a:lnTo>
                    <a:pt x="232" y="10"/>
                  </a:lnTo>
                  <a:lnTo>
                    <a:pt x="222" y="10"/>
                  </a:lnTo>
                  <a:lnTo>
                    <a:pt x="222" y="8"/>
                  </a:lnTo>
                  <a:lnTo>
                    <a:pt x="224" y="6"/>
                  </a:lnTo>
                  <a:lnTo>
                    <a:pt x="224" y="4"/>
                  </a:lnTo>
                  <a:lnTo>
                    <a:pt x="228" y="2"/>
                  </a:lnTo>
                  <a:lnTo>
                    <a:pt x="232" y="0"/>
                  </a:lnTo>
                  <a:lnTo>
                    <a:pt x="234" y="0"/>
                  </a:lnTo>
                  <a:lnTo>
                    <a:pt x="238" y="0"/>
                  </a:lnTo>
                  <a:lnTo>
                    <a:pt x="242" y="0"/>
                  </a:lnTo>
                  <a:lnTo>
                    <a:pt x="244" y="0"/>
                  </a:lnTo>
                  <a:lnTo>
                    <a:pt x="246" y="2"/>
                  </a:lnTo>
                  <a:lnTo>
                    <a:pt x="248" y="2"/>
                  </a:lnTo>
                  <a:lnTo>
                    <a:pt x="246" y="6"/>
                  </a:lnTo>
                  <a:lnTo>
                    <a:pt x="246" y="8"/>
                  </a:lnTo>
                  <a:lnTo>
                    <a:pt x="244" y="8"/>
                  </a:lnTo>
                  <a:lnTo>
                    <a:pt x="244" y="10"/>
                  </a:lnTo>
                  <a:lnTo>
                    <a:pt x="246" y="10"/>
                  </a:lnTo>
                  <a:lnTo>
                    <a:pt x="248" y="12"/>
                  </a:lnTo>
                  <a:lnTo>
                    <a:pt x="252" y="12"/>
                  </a:lnTo>
                  <a:lnTo>
                    <a:pt x="254" y="10"/>
                  </a:lnTo>
                  <a:lnTo>
                    <a:pt x="254" y="8"/>
                  </a:lnTo>
                  <a:lnTo>
                    <a:pt x="254" y="6"/>
                  </a:lnTo>
                  <a:lnTo>
                    <a:pt x="254" y="4"/>
                  </a:lnTo>
                  <a:lnTo>
                    <a:pt x="256" y="4"/>
                  </a:lnTo>
                  <a:lnTo>
                    <a:pt x="258" y="4"/>
                  </a:lnTo>
                  <a:lnTo>
                    <a:pt x="262" y="6"/>
                  </a:lnTo>
                  <a:lnTo>
                    <a:pt x="264" y="12"/>
                  </a:lnTo>
                  <a:lnTo>
                    <a:pt x="266" y="16"/>
                  </a:lnTo>
                  <a:lnTo>
                    <a:pt x="268" y="18"/>
                  </a:lnTo>
                  <a:lnTo>
                    <a:pt x="268" y="20"/>
                  </a:lnTo>
                  <a:lnTo>
                    <a:pt x="280" y="14"/>
                  </a:lnTo>
                  <a:lnTo>
                    <a:pt x="282" y="14"/>
                  </a:lnTo>
                  <a:lnTo>
                    <a:pt x="284" y="14"/>
                  </a:lnTo>
                  <a:lnTo>
                    <a:pt x="290" y="14"/>
                  </a:lnTo>
                  <a:lnTo>
                    <a:pt x="294" y="16"/>
                  </a:lnTo>
                  <a:lnTo>
                    <a:pt x="298" y="18"/>
                  </a:lnTo>
                  <a:lnTo>
                    <a:pt x="300" y="20"/>
                  </a:lnTo>
                  <a:lnTo>
                    <a:pt x="302" y="24"/>
                  </a:lnTo>
                  <a:lnTo>
                    <a:pt x="304" y="28"/>
                  </a:lnTo>
                  <a:lnTo>
                    <a:pt x="302" y="30"/>
                  </a:lnTo>
                  <a:lnTo>
                    <a:pt x="302" y="32"/>
                  </a:lnTo>
                  <a:lnTo>
                    <a:pt x="300" y="32"/>
                  </a:lnTo>
                  <a:lnTo>
                    <a:pt x="298" y="34"/>
                  </a:lnTo>
                  <a:lnTo>
                    <a:pt x="294" y="36"/>
                  </a:lnTo>
                  <a:lnTo>
                    <a:pt x="292" y="40"/>
                  </a:lnTo>
                  <a:lnTo>
                    <a:pt x="290" y="44"/>
                  </a:lnTo>
                  <a:lnTo>
                    <a:pt x="288" y="48"/>
                  </a:lnTo>
                  <a:lnTo>
                    <a:pt x="286" y="52"/>
                  </a:lnTo>
                  <a:lnTo>
                    <a:pt x="286" y="54"/>
                  </a:lnTo>
                  <a:lnTo>
                    <a:pt x="290" y="56"/>
                  </a:lnTo>
                  <a:lnTo>
                    <a:pt x="298" y="62"/>
                  </a:lnTo>
                  <a:lnTo>
                    <a:pt x="308" y="70"/>
                  </a:lnTo>
                  <a:lnTo>
                    <a:pt x="318" y="76"/>
                  </a:lnTo>
                  <a:lnTo>
                    <a:pt x="326" y="82"/>
                  </a:lnTo>
                  <a:lnTo>
                    <a:pt x="330" y="82"/>
                  </a:lnTo>
                  <a:lnTo>
                    <a:pt x="330" y="84"/>
                  </a:lnTo>
                  <a:lnTo>
                    <a:pt x="334" y="84"/>
                  </a:lnTo>
                  <a:lnTo>
                    <a:pt x="336" y="84"/>
                  </a:lnTo>
                  <a:lnTo>
                    <a:pt x="340" y="82"/>
                  </a:lnTo>
                  <a:lnTo>
                    <a:pt x="344" y="78"/>
                  </a:lnTo>
                  <a:lnTo>
                    <a:pt x="348" y="70"/>
                  </a:lnTo>
                  <a:lnTo>
                    <a:pt x="352" y="58"/>
                  </a:lnTo>
                  <a:lnTo>
                    <a:pt x="354" y="48"/>
                  </a:lnTo>
                  <a:lnTo>
                    <a:pt x="356" y="42"/>
                  </a:lnTo>
                  <a:lnTo>
                    <a:pt x="358" y="12"/>
                  </a:lnTo>
                  <a:lnTo>
                    <a:pt x="358" y="10"/>
                  </a:lnTo>
                  <a:lnTo>
                    <a:pt x="358" y="6"/>
                  </a:lnTo>
                  <a:lnTo>
                    <a:pt x="358" y="4"/>
                  </a:lnTo>
                  <a:lnTo>
                    <a:pt x="360" y="2"/>
                  </a:lnTo>
                  <a:lnTo>
                    <a:pt x="360" y="0"/>
                  </a:lnTo>
                  <a:lnTo>
                    <a:pt x="364" y="0"/>
                  </a:lnTo>
                  <a:lnTo>
                    <a:pt x="368" y="0"/>
                  </a:lnTo>
                  <a:lnTo>
                    <a:pt x="372" y="4"/>
                  </a:lnTo>
                  <a:lnTo>
                    <a:pt x="376" y="6"/>
                  </a:lnTo>
                  <a:lnTo>
                    <a:pt x="376" y="12"/>
                  </a:lnTo>
                  <a:lnTo>
                    <a:pt x="378" y="16"/>
                  </a:lnTo>
                  <a:lnTo>
                    <a:pt x="378" y="20"/>
                  </a:lnTo>
                  <a:lnTo>
                    <a:pt x="378" y="22"/>
                  </a:lnTo>
                  <a:lnTo>
                    <a:pt x="378" y="24"/>
                  </a:lnTo>
                  <a:lnTo>
                    <a:pt x="376" y="24"/>
                  </a:lnTo>
                  <a:lnTo>
                    <a:pt x="376" y="28"/>
                  </a:lnTo>
                  <a:lnTo>
                    <a:pt x="376" y="32"/>
                  </a:lnTo>
                  <a:lnTo>
                    <a:pt x="376" y="36"/>
                  </a:lnTo>
                  <a:lnTo>
                    <a:pt x="378" y="40"/>
                  </a:lnTo>
                  <a:lnTo>
                    <a:pt x="378" y="42"/>
                  </a:lnTo>
                  <a:lnTo>
                    <a:pt x="382" y="42"/>
                  </a:lnTo>
                  <a:lnTo>
                    <a:pt x="384" y="42"/>
                  </a:lnTo>
                  <a:lnTo>
                    <a:pt x="388" y="42"/>
                  </a:lnTo>
                  <a:lnTo>
                    <a:pt x="390" y="42"/>
                  </a:lnTo>
                  <a:lnTo>
                    <a:pt x="392" y="44"/>
                  </a:lnTo>
                  <a:lnTo>
                    <a:pt x="394" y="46"/>
                  </a:lnTo>
                  <a:lnTo>
                    <a:pt x="396" y="50"/>
                  </a:lnTo>
                  <a:lnTo>
                    <a:pt x="398" y="56"/>
                  </a:lnTo>
                  <a:lnTo>
                    <a:pt x="402" y="62"/>
                  </a:lnTo>
                  <a:lnTo>
                    <a:pt x="404" y="66"/>
                  </a:lnTo>
                  <a:lnTo>
                    <a:pt x="408" y="68"/>
                  </a:lnTo>
                  <a:lnTo>
                    <a:pt x="408" y="70"/>
                  </a:lnTo>
                  <a:lnTo>
                    <a:pt x="410" y="72"/>
                  </a:lnTo>
                  <a:lnTo>
                    <a:pt x="410" y="76"/>
                  </a:lnTo>
                  <a:lnTo>
                    <a:pt x="412" y="80"/>
                  </a:lnTo>
                  <a:lnTo>
                    <a:pt x="414" y="84"/>
                  </a:lnTo>
                  <a:lnTo>
                    <a:pt x="416" y="88"/>
                  </a:lnTo>
                  <a:lnTo>
                    <a:pt x="416" y="92"/>
                  </a:lnTo>
                  <a:lnTo>
                    <a:pt x="418" y="94"/>
                  </a:lnTo>
                  <a:lnTo>
                    <a:pt x="420" y="98"/>
                  </a:lnTo>
                  <a:lnTo>
                    <a:pt x="424" y="100"/>
                  </a:lnTo>
                  <a:lnTo>
                    <a:pt x="426" y="104"/>
                  </a:lnTo>
                  <a:lnTo>
                    <a:pt x="430" y="108"/>
                  </a:lnTo>
                  <a:lnTo>
                    <a:pt x="434" y="112"/>
                  </a:lnTo>
                  <a:lnTo>
                    <a:pt x="436" y="114"/>
                  </a:lnTo>
                  <a:lnTo>
                    <a:pt x="454" y="136"/>
                  </a:lnTo>
                  <a:lnTo>
                    <a:pt x="454" y="144"/>
                  </a:lnTo>
                  <a:lnTo>
                    <a:pt x="488" y="170"/>
                  </a:lnTo>
                  <a:lnTo>
                    <a:pt x="490" y="174"/>
                  </a:lnTo>
                  <a:lnTo>
                    <a:pt x="496" y="182"/>
                  </a:lnTo>
                  <a:lnTo>
                    <a:pt x="502" y="194"/>
                  </a:lnTo>
                  <a:lnTo>
                    <a:pt x="506" y="210"/>
                  </a:lnTo>
                  <a:lnTo>
                    <a:pt x="506" y="224"/>
                  </a:lnTo>
                  <a:lnTo>
                    <a:pt x="508" y="240"/>
                  </a:lnTo>
                  <a:lnTo>
                    <a:pt x="508" y="256"/>
                  </a:lnTo>
                  <a:lnTo>
                    <a:pt x="508" y="268"/>
                  </a:lnTo>
                  <a:lnTo>
                    <a:pt x="508" y="272"/>
                  </a:lnTo>
                  <a:lnTo>
                    <a:pt x="508" y="276"/>
                  </a:lnTo>
                  <a:lnTo>
                    <a:pt x="504" y="280"/>
                  </a:lnTo>
                  <a:lnTo>
                    <a:pt x="502" y="284"/>
                  </a:lnTo>
                  <a:lnTo>
                    <a:pt x="498" y="288"/>
                  </a:lnTo>
                  <a:lnTo>
                    <a:pt x="494" y="292"/>
                  </a:lnTo>
                  <a:lnTo>
                    <a:pt x="488" y="294"/>
                  </a:lnTo>
                  <a:lnTo>
                    <a:pt x="480" y="312"/>
                  </a:lnTo>
                  <a:lnTo>
                    <a:pt x="478" y="316"/>
                  </a:lnTo>
                  <a:lnTo>
                    <a:pt x="476" y="322"/>
                  </a:lnTo>
                  <a:lnTo>
                    <a:pt x="474" y="326"/>
                  </a:lnTo>
                  <a:lnTo>
                    <a:pt x="472" y="332"/>
                  </a:lnTo>
                  <a:lnTo>
                    <a:pt x="470" y="336"/>
                  </a:lnTo>
                  <a:lnTo>
                    <a:pt x="466" y="338"/>
                  </a:lnTo>
                  <a:lnTo>
                    <a:pt x="462" y="340"/>
                  </a:lnTo>
                  <a:lnTo>
                    <a:pt x="460" y="344"/>
                  </a:lnTo>
                  <a:lnTo>
                    <a:pt x="460" y="346"/>
                  </a:lnTo>
                  <a:lnTo>
                    <a:pt x="460" y="352"/>
                  </a:lnTo>
                  <a:lnTo>
                    <a:pt x="462" y="358"/>
                  </a:lnTo>
                  <a:lnTo>
                    <a:pt x="464" y="364"/>
                  </a:lnTo>
                  <a:lnTo>
                    <a:pt x="466" y="370"/>
                  </a:lnTo>
                  <a:lnTo>
                    <a:pt x="466" y="376"/>
                  </a:lnTo>
                  <a:lnTo>
                    <a:pt x="464" y="380"/>
                  </a:lnTo>
                  <a:lnTo>
                    <a:pt x="460" y="384"/>
                  </a:lnTo>
                  <a:lnTo>
                    <a:pt x="452" y="388"/>
                  </a:lnTo>
                  <a:lnTo>
                    <a:pt x="440" y="394"/>
                  </a:lnTo>
                  <a:lnTo>
                    <a:pt x="430" y="402"/>
                  </a:lnTo>
                  <a:lnTo>
                    <a:pt x="420" y="406"/>
                  </a:lnTo>
                  <a:lnTo>
                    <a:pt x="416" y="408"/>
                  </a:lnTo>
                  <a:lnTo>
                    <a:pt x="414" y="408"/>
                  </a:lnTo>
                  <a:lnTo>
                    <a:pt x="412" y="406"/>
                  </a:lnTo>
                  <a:lnTo>
                    <a:pt x="408" y="404"/>
                  </a:lnTo>
                  <a:lnTo>
                    <a:pt x="402" y="400"/>
                  </a:lnTo>
                  <a:lnTo>
                    <a:pt x="398" y="396"/>
                  </a:lnTo>
                  <a:lnTo>
                    <a:pt x="396" y="392"/>
                  </a:lnTo>
                  <a:lnTo>
                    <a:pt x="394" y="392"/>
                  </a:lnTo>
                  <a:lnTo>
                    <a:pt x="392" y="392"/>
                  </a:lnTo>
                  <a:lnTo>
                    <a:pt x="390" y="392"/>
                  </a:lnTo>
                  <a:lnTo>
                    <a:pt x="386" y="394"/>
                  </a:lnTo>
                  <a:lnTo>
                    <a:pt x="384" y="396"/>
                  </a:lnTo>
                  <a:lnTo>
                    <a:pt x="380" y="396"/>
                  </a:lnTo>
                  <a:lnTo>
                    <a:pt x="376" y="396"/>
                  </a:lnTo>
                  <a:lnTo>
                    <a:pt x="372" y="396"/>
                  </a:lnTo>
                  <a:lnTo>
                    <a:pt x="368" y="394"/>
                  </a:lnTo>
                  <a:lnTo>
                    <a:pt x="366" y="394"/>
                  </a:lnTo>
                  <a:lnTo>
                    <a:pt x="364" y="392"/>
                  </a:lnTo>
                  <a:lnTo>
                    <a:pt x="346" y="392"/>
                  </a:lnTo>
                  <a:lnTo>
                    <a:pt x="344" y="388"/>
                  </a:lnTo>
                  <a:lnTo>
                    <a:pt x="338" y="380"/>
                  </a:lnTo>
                  <a:lnTo>
                    <a:pt x="334" y="366"/>
                  </a:lnTo>
                  <a:lnTo>
                    <a:pt x="330" y="354"/>
                  </a:lnTo>
                  <a:lnTo>
                    <a:pt x="318" y="334"/>
                  </a:lnTo>
                  <a:lnTo>
                    <a:pt x="292" y="332"/>
                  </a:lnTo>
                  <a:lnTo>
                    <a:pt x="274" y="318"/>
                  </a:lnTo>
                  <a:lnTo>
                    <a:pt x="272" y="316"/>
                  </a:lnTo>
                  <a:lnTo>
                    <a:pt x="266" y="310"/>
                  </a:lnTo>
                  <a:lnTo>
                    <a:pt x="256" y="304"/>
                  </a:lnTo>
                  <a:lnTo>
                    <a:pt x="240" y="296"/>
                  </a:lnTo>
                  <a:lnTo>
                    <a:pt x="220" y="292"/>
                  </a:lnTo>
                  <a:lnTo>
                    <a:pt x="214" y="294"/>
                  </a:lnTo>
                  <a:lnTo>
                    <a:pt x="204" y="296"/>
                  </a:lnTo>
                  <a:lnTo>
                    <a:pt x="190" y="300"/>
                  </a:lnTo>
                  <a:lnTo>
                    <a:pt x="178" y="304"/>
                  </a:lnTo>
                  <a:lnTo>
                    <a:pt x="144" y="324"/>
                  </a:lnTo>
                  <a:lnTo>
                    <a:pt x="136" y="324"/>
                  </a:lnTo>
                  <a:lnTo>
                    <a:pt x="134" y="326"/>
                  </a:lnTo>
                  <a:lnTo>
                    <a:pt x="134" y="328"/>
                  </a:lnTo>
                  <a:lnTo>
                    <a:pt x="132" y="332"/>
                  </a:lnTo>
                  <a:lnTo>
                    <a:pt x="130" y="334"/>
                  </a:lnTo>
                  <a:lnTo>
                    <a:pt x="128" y="338"/>
                  </a:lnTo>
                  <a:lnTo>
                    <a:pt x="124" y="340"/>
                  </a:lnTo>
                  <a:lnTo>
                    <a:pt x="120" y="340"/>
                  </a:lnTo>
                  <a:lnTo>
                    <a:pt x="116" y="340"/>
                  </a:lnTo>
                  <a:lnTo>
                    <a:pt x="110" y="340"/>
                  </a:lnTo>
                  <a:lnTo>
                    <a:pt x="106" y="340"/>
                  </a:lnTo>
                  <a:lnTo>
                    <a:pt x="104" y="338"/>
                  </a:lnTo>
                  <a:lnTo>
                    <a:pt x="102" y="338"/>
                  </a:lnTo>
                  <a:lnTo>
                    <a:pt x="80" y="338"/>
                  </a:lnTo>
                  <a:lnTo>
                    <a:pt x="78" y="338"/>
                  </a:lnTo>
                  <a:lnTo>
                    <a:pt x="76" y="340"/>
                  </a:lnTo>
                  <a:lnTo>
                    <a:pt x="74" y="342"/>
                  </a:lnTo>
                  <a:lnTo>
                    <a:pt x="70" y="344"/>
                  </a:lnTo>
                  <a:lnTo>
                    <a:pt x="68" y="346"/>
                  </a:lnTo>
                  <a:lnTo>
                    <a:pt x="64" y="352"/>
                  </a:lnTo>
                  <a:lnTo>
                    <a:pt x="60" y="352"/>
                  </a:lnTo>
                  <a:lnTo>
                    <a:pt x="52" y="352"/>
                  </a:lnTo>
                  <a:lnTo>
                    <a:pt x="48" y="352"/>
                  </a:lnTo>
                  <a:lnTo>
                    <a:pt x="44" y="352"/>
                  </a:lnTo>
                  <a:lnTo>
                    <a:pt x="40" y="352"/>
                  </a:lnTo>
                  <a:lnTo>
                    <a:pt x="36" y="350"/>
                  </a:lnTo>
                  <a:lnTo>
                    <a:pt x="34" y="350"/>
                  </a:lnTo>
                  <a:lnTo>
                    <a:pt x="32" y="348"/>
                  </a:lnTo>
                  <a:lnTo>
                    <a:pt x="32" y="346"/>
                  </a:lnTo>
                  <a:lnTo>
                    <a:pt x="32" y="342"/>
                  </a:lnTo>
                  <a:lnTo>
                    <a:pt x="30" y="340"/>
                  </a:lnTo>
                  <a:lnTo>
                    <a:pt x="30" y="342"/>
                  </a:lnTo>
                  <a:lnTo>
                    <a:pt x="28" y="342"/>
                  </a:lnTo>
                  <a:lnTo>
                    <a:pt x="26" y="344"/>
                  </a:lnTo>
                  <a:lnTo>
                    <a:pt x="24" y="344"/>
                  </a:lnTo>
                  <a:lnTo>
                    <a:pt x="22" y="344"/>
                  </a:lnTo>
                  <a:lnTo>
                    <a:pt x="20" y="342"/>
                  </a:lnTo>
                  <a:lnTo>
                    <a:pt x="18" y="342"/>
                  </a:lnTo>
                  <a:lnTo>
                    <a:pt x="16" y="338"/>
                  </a:lnTo>
                  <a:lnTo>
                    <a:pt x="16" y="336"/>
                  </a:lnTo>
                  <a:lnTo>
                    <a:pt x="16" y="332"/>
                  </a:lnTo>
                  <a:lnTo>
                    <a:pt x="20" y="330"/>
                  </a:lnTo>
                  <a:lnTo>
                    <a:pt x="26" y="326"/>
                  </a:lnTo>
                  <a:lnTo>
                    <a:pt x="30" y="300"/>
                  </a:lnTo>
                  <a:lnTo>
                    <a:pt x="28" y="296"/>
                  </a:lnTo>
                  <a:lnTo>
                    <a:pt x="28" y="292"/>
                  </a:lnTo>
                  <a:lnTo>
                    <a:pt x="26" y="288"/>
                  </a:lnTo>
                  <a:lnTo>
                    <a:pt x="24" y="284"/>
                  </a:lnTo>
                  <a:lnTo>
                    <a:pt x="22" y="280"/>
                  </a:lnTo>
                  <a:lnTo>
                    <a:pt x="22" y="278"/>
                  </a:lnTo>
                  <a:lnTo>
                    <a:pt x="18" y="272"/>
                  </a:lnTo>
                  <a:lnTo>
                    <a:pt x="12" y="258"/>
                  </a:lnTo>
                  <a:lnTo>
                    <a:pt x="8" y="242"/>
                  </a:lnTo>
                  <a:lnTo>
                    <a:pt x="4" y="228"/>
                  </a:lnTo>
                  <a:lnTo>
                    <a:pt x="4" y="218"/>
                  </a:lnTo>
                  <a:lnTo>
                    <a:pt x="8" y="214"/>
                  </a:lnTo>
                  <a:lnTo>
                    <a:pt x="8" y="208"/>
                  </a:lnTo>
                  <a:lnTo>
                    <a:pt x="8" y="202"/>
                  </a:lnTo>
                  <a:lnTo>
                    <a:pt x="6" y="196"/>
                  </a:lnTo>
                  <a:lnTo>
                    <a:pt x="4" y="194"/>
                  </a:lnTo>
                  <a:lnTo>
                    <a:pt x="2" y="188"/>
                  </a:lnTo>
                  <a:lnTo>
                    <a:pt x="0" y="178"/>
                  </a:lnTo>
                  <a:lnTo>
                    <a:pt x="0" y="168"/>
                  </a:lnTo>
                  <a:lnTo>
                    <a:pt x="4" y="160"/>
                  </a:lnTo>
                  <a:lnTo>
                    <a:pt x="8" y="158"/>
                  </a:lnTo>
                  <a:lnTo>
                    <a:pt x="12" y="154"/>
                  </a:lnTo>
                  <a:lnTo>
                    <a:pt x="16" y="150"/>
                  </a:lnTo>
                  <a:lnTo>
                    <a:pt x="20" y="148"/>
                  </a:lnTo>
                  <a:lnTo>
                    <a:pt x="24" y="144"/>
                  </a:lnTo>
                  <a:lnTo>
                    <a:pt x="28" y="140"/>
                  </a:lnTo>
                  <a:lnTo>
                    <a:pt x="30" y="13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57" name="Freeform 319"/>
            <p:cNvSpPr>
              <a:spLocks/>
            </p:cNvSpPr>
            <p:nvPr/>
          </p:nvSpPr>
          <p:spPr bwMode="gray">
            <a:xfrm>
              <a:off x="2353" y="3084"/>
              <a:ext cx="82" cy="96"/>
            </a:xfrm>
            <a:custGeom>
              <a:avLst/>
              <a:gdLst>
                <a:gd name="T0" fmla="*/ 10 w 82"/>
                <a:gd name="T1" fmla="*/ 92 h 96"/>
                <a:gd name="T2" fmla="*/ 8 w 82"/>
                <a:gd name="T3" fmla="*/ 86 h 96"/>
                <a:gd name="T4" fmla="*/ 8 w 82"/>
                <a:gd name="T5" fmla="*/ 78 h 96"/>
                <a:gd name="T6" fmla="*/ 10 w 82"/>
                <a:gd name="T7" fmla="*/ 68 h 96"/>
                <a:gd name="T8" fmla="*/ 12 w 82"/>
                <a:gd name="T9" fmla="*/ 62 h 96"/>
                <a:gd name="T10" fmla="*/ 10 w 82"/>
                <a:gd name="T11" fmla="*/ 56 h 96"/>
                <a:gd name="T12" fmla="*/ 6 w 82"/>
                <a:gd name="T13" fmla="*/ 52 h 96"/>
                <a:gd name="T14" fmla="*/ 2 w 82"/>
                <a:gd name="T15" fmla="*/ 52 h 96"/>
                <a:gd name="T16" fmla="*/ 0 w 82"/>
                <a:gd name="T17" fmla="*/ 46 h 96"/>
                <a:gd name="T18" fmla="*/ 4 w 82"/>
                <a:gd name="T19" fmla="*/ 38 h 96"/>
                <a:gd name="T20" fmla="*/ 8 w 82"/>
                <a:gd name="T21" fmla="*/ 32 h 96"/>
                <a:gd name="T22" fmla="*/ 8 w 82"/>
                <a:gd name="T23" fmla="*/ 30 h 96"/>
                <a:gd name="T24" fmla="*/ 8 w 82"/>
                <a:gd name="T25" fmla="*/ 24 h 96"/>
                <a:gd name="T26" fmla="*/ 10 w 82"/>
                <a:gd name="T27" fmla="*/ 18 h 96"/>
                <a:gd name="T28" fmla="*/ 14 w 82"/>
                <a:gd name="T29" fmla="*/ 18 h 96"/>
                <a:gd name="T30" fmla="*/ 18 w 82"/>
                <a:gd name="T31" fmla="*/ 16 h 96"/>
                <a:gd name="T32" fmla="*/ 20 w 82"/>
                <a:gd name="T33" fmla="*/ 12 h 96"/>
                <a:gd name="T34" fmla="*/ 24 w 82"/>
                <a:gd name="T35" fmla="*/ 8 h 96"/>
                <a:gd name="T36" fmla="*/ 34 w 82"/>
                <a:gd name="T37" fmla="*/ 2 h 96"/>
                <a:gd name="T38" fmla="*/ 44 w 82"/>
                <a:gd name="T39" fmla="*/ 0 h 96"/>
                <a:gd name="T40" fmla="*/ 52 w 82"/>
                <a:gd name="T41" fmla="*/ 0 h 96"/>
                <a:gd name="T42" fmla="*/ 62 w 82"/>
                <a:gd name="T43" fmla="*/ 2 h 96"/>
                <a:gd name="T44" fmla="*/ 68 w 82"/>
                <a:gd name="T45" fmla="*/ 4 h 96"/>
                <a:gd name="T46" fmla="*/ 72 w 82"/>
                <a:gd name="T47" fmla="*/ 6 h 96"/>
                <a:gd name="T48" fmla="*/ 76 w 82"/>
                <a:gd name="T49" fmla="*/ 6 h 96"/>
                <a:gd name="T50" fmla="*/ 78 w 82"/>
                <a:gd name="T51" fmla="*/ 4 h 96"/>
                <a:gd name="T52" fmla="*/ 82 w 82"/>
                <a:gd name="T53" fmla="*/ 10 h 96"/>
                <a:gd name="T54" fmla="*/ 82 w 82"/>
                <a:gd name="T55" fmla="*/ 18 h 96"/>
                <a:gd name="T56" fmla="*/ 74 w 82"/>
                <a:gd name="T57" fmla="*/ 22 h 96"/>
                <a:gd name="T58" fmla="*/ 68 w 82"/>
                <a:gd name="T59" fmla="*/ 22 h 96"/>
                <a:gd name="T60" fmla="*/ 64 w 82"/>
                <a:gd name="T61" fmla="*/ 16 h 96"/>
                <a:gd name="T62" fmla="*/ 60 w 82"/>
                <a:gd name="T63" fmla="*/ 12 h 96"/>
                <a:gd name="T64" fmla="*/ 54 w 82"/>
                <a:gd name="T65" fmla="*/ 8 h 96"/>
                <a:gd name="T66" fmla="*/ 46 w 82"/>
                <a:gd name="T67" fmla="*/ 6 h 96"/>
                <a:gd name="T68" fmla="*/ 36 w 82"/>
                <a:gd name="T69" fmla="*/ 10 h 96"/>
                <a:gd name="T70" fmla="*/ 26 w 82"/>
                <a:gd name="T71" fmla="*/ 16 h 96"/>
                <a:gd name="T72" fmla="*/ 22 w 82"/>
                <a:gd name="T73" fmla="*/ 22 h 96"/>
                <a:gd name="T74" fmla="*/ 22 w 82"/>
                <a:gd name="T75" fmla="*/ 28 h 96"/>
                <a:gd name="T76" fmla="*/ 20 w 82"/>
                <a:gd name="T77" fmla="*/ 34 h 96"/>
                <a:gd name="T78" fmla="*/ 20 w 82"/>
                <a:gd name="T79" fmla="*/ 38 h 96"/>
                <a:gd name="T80" fmla="*/ 24 w 82"/>
                <a:gd name="T81" fmla="*/ 38 h 96"/>
                <a:gd name="T82" fmla="*/ 34 w 82"/>
                <a:gd name="T83" fmla="*/ 36 h 96"/>
                <a:gd name="T84" fmla="*/ 42 w 82"/>
                <a:gd name="T85" fmla="*/ 34 h 96"/>
                <a:gd name="T86" fmla="*/ 44 w 82"/>
                <a:gd name="T87" fmla="*/ 30 h 96"/>
                <a:gd name="T88" fmla="*/ 50 w 82"/>
                <a:gd name="T89" fmla="*/ 28 h 96"/>
                <a:gd name="T90" fmla="*/ 54 w 82"/>
                <a:gd name="T91" fmla="*/ 28 h 96"/>
                <a:gd name="T92" fmla="*/ 54 w 82"/>
                <a:gd name="T93" fmla="*/ 32 h 96"/>
                <a:gd name="T94" fmla="*/ 54 w 82"/>
                <a:gd name="T95" fmla="*/ 36 h 96"/>
                <a:gd name="T96" fmla="*/ 50 w 82"/>
                <a:gd name="T97" fmla="*/ 38 h 96"/>
                <a:gd name="T98" fmla="*/ 42 w 82"/>
                <a:gd name="T99" fmla="*/ 40 h 96"/>
                <a:gd name="T100" fmla="*/ 36 w 82"/>
                <a:gd name="T101" fmla="*/ 44 h 96"/>
                <a:gd name="T102" fmla="*/ 32 w 82"/>
                <a:gd name="T103" fmla="*/ 44 h 96"/>
                <a:gd name="T104" fmla="*/ 32 w 82"/>
                <a:gd name="T105" fmla="*/ 46 h 96"/>
                <a:gd name="T106" fmla="*/ 32 w 82"/>
                <a:gd name="T107" fmla="*/ 50 h 96"/>
                <a:gd name="T108" fmla="*/ 36 w 82"/>
                <a:gd name="T109" fmla="*/ 52 h 96"/>
                <a:gd name="T110" fmla="*/ 42 w 82"/>
                <a:gd name="T111" fmla="*/ 58 h 96"/>
                <a:gd name="T112" fmla="*/ 46 w 82"/>
                <a:gd name="T113" fmla="*/ 66 h 96"/>
                <a:gd name="T114" fmla="*/ 46 w 82"/>
                <a:gd name="T115" fmla="*/ 70 h 96"/>
                <a:gd name="T116" fmla="*/ 62 w 82"/>
                <a:gd name="T117" fmla="*/ 90 h 96"/>
                <a:gd name="T118" fmla="*/ 38 w 82"/>
                <a:gd name="T119" fmla="*/ 96 h 96"/>
                <a:gd name="T120" fmla="*/ 34 w 82"/>
                <a:gd name="T121" fmla="*/ 64 h 96"/>
                <a:gd name="T122" fmla="*/ 28 w 82"/>
                <a:gd name="T123" fmla="*/ 58 h 96"/>
                <a:gd name="T124" fmla="*/ 24 w 82"/>
                <a:gd name="T125" fmla="*/ 78 h 9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82"/>
                <a:gd name="T190" fmla="*/ 0 h 96"/>
                <a:gd name="T191" fmla="*/ 82 w 82"/>
                <a:gd name="T192" fmla="*/ 96 h 9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82" h="96">
                  <a:moveTo>
                    <a:pt x="16" y="88"/>
                  </a:moveTo>
                  <a:lnTo>
                    <a:pt x="10" y="92"/>
                  </a:lnTo>
                  <a:lnTo>
                    <a:pt x="10" y="90"/>
                  </a:lnTo>
                  <a:lnTo>
                    <a:pt x="8" y="86"/>
                  </a:lnTo>
                  <a:lnTo>
                    <a:pt x="8" y="82"/>
                  </a:lnTo>
                  <a:lnTo>
                    <a:pt x="8" y="78"/>
                  </a:lnTo>
                  <a:lnTo>
                    <a:pt x="8" y="72"/>
                  </a:lnTo>
                  <a:lnTo>
                    <a:pt x="10" y="68"/>
                  </a:lnTo>
                  <a:lnTo>
                    <a:pt x="12" y="64"/>
                  </a:lnTo>
                  <a:lnTo>
                    <a:pt x="12" y="62"/>
                  </a:lnTo>
                  <a:lnTo>
                    <a:pt x="12" y="58"/>
                  </a:lnTo>
                  <a:lnTo>
                    <a:pt x="10" y="56"/>
                  </a:lnTo>
                  <a:lnTo>
                    <a:pt x="8" y="54"/>
                  </a:lnTo>
                  <a:lnTo>
                    <a:pt x="6" y="52"/>
                  </a:lnTo>
                  <a:lnTo>
                    <a:pt x="2" y="52"/>
                  </a:lnTo>
                  <a:lnTo>
                    <a:pt x="0" y="50"/>
                  </a:lnTo>
                  <a:lnTo>
                    <a:pt x="0" y="46"/>
                  </a:lnTo>
                  <a:lnTo>
                    <a:pt x="2" y="42"/>
                  </a:lnTo>
                  <a:lnTo>
                    <a:pt x="4" y="38"/>
                  </a:lnTo>
                  <a:lnTo>
                    <a:pt x="6" y="34"/>
                  </a:lnTo>
                  <a:lnTo>
                    <a:pt x="8" y="32"/>
                  </a:lnTo>
                  <a:lnTo>
                    <a:pt x="8" y="30"/>
                  </a:lnTo>
                  <a:lnTo>
                    <a:pt x="8" y="28"/>
                  </a:lnTo>
                  <a:lnTo>
                    <a:pt x="8" y="24"/>
                  </a:lnTo>
                  <a:lnTo>
                    <a:pt x="8" y="20"/>
                  </a:lnTo>
                  <a:lnTo>
                    <a:pt x="10" y="18"/>
                  </a:lnTo>
                  <a:lnTo>
                    <a:pt x="14" y="16"/>
                  </a:lnTo>
                  <a:lnTo>
                    <a:pt x="14" y="18"/>
                  </a:lnTo>
                  <a:lnTo>
                    <a:pt x="16" y="18"/>
                  </a:lnTo>
                  <a:lnTo>
                    <a:pt x="18" y="16"/>
                  </a:lnTo>
                  <a:lnTo>
                    <a:pt x="20" y="16"/>
                  </a:lnTo>
                  <a:lnTo>
                    <a:pt x="20" y="12"/>
                  </a:lnTo>
                  <a:lnTo>
                    <a:pt x="22" y="10"/>
                  </a:lnTo>
                  <a:lnTo>
                    <a:pt x="24" y="8"/>
                  </a:lnTo>
                  <a:lnTo>
                    <a:pt x="30" y="4"/>
                  </a:lnTo>
                  <a:lnTo>
                    <a:pt x="34" y="2"/>
                  </a:lnTo>
                  <a:lnTo>
                    <a:pt x="42" y="0"/>
                  </a:lnTo>
                  <a:lnTo>
                    <a:pt x="44" y="0"/>
                  </a:lnTo>
                  <a:lnTo>
                    <a:pt x="46" y="0"/>
                  </a:lnTo>
                  <a:lnTo>
                    <a:pt x="52" y="0"/>
                  </a:lnTo>
                  <a:lnTo>
                    <a:pt x="56" y="0"/>
                  </a:lnTo>
                  <a:lnTo>
                    <a:pt x="62" y="2"/>
                  </a:lnTo>
                  <a:lnTo>
                    <a:pt x="68" y="4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6" y="4"/>
                  </a:lnTo>
                  <a:lnTo>
                    <a:pt x="78" y="4"/>
                  </a:lnTo>
                  <a:lnTo>
                    <a:pt x="80" y="6"/>
                  </a:lnTo>
                  <a:lnTo>
                    <a:pt x="82" y="10"/>
                  </a:lnTo>
                  <a:lnTo>
                    <a:pt x="82" y="14"/>
                  </a:lnTo>
                  <a:lnTo>
                    <a:pt x="82" y="18"/>
                  </a:lnTo>
                  <a:lnTo>
                    <a:pt x="78" y="20"/>
                  </a:lnTo>
                  <a:lnTo>
                    <a:pt x="74" y="22"/>
                  </a:lnTo>
                  <a:lnTo>
                    <a:pt x="72" y="22"/>
                  </a:lnTo>
                  <a:lnTo>
                    <a:pt x="68" y="22"/>
                  </a:lnTo>
                  <a:lnTo>
                    <a:pt x="66" y="20"/>
                  </a:lnTo>
                  <a:lnTo>
                    <a:pt x="64" y="16"/>
                  </a:lnTo>
                  <a:lnTo>
                    <a:pt x="62" y="14"/>
                  </a:lnTo>
                  <a:lnTo>
                    <a:pt x="60" y="12"/>
                  </a:lnTo>
                  <a:lnTo>
                    <a:pt x="58" y="10"/>
                  </a:lnTo>
                  <a:lnTo>
                    <a:pt x="54" y="8"/>
                  </a:lnTo>
                  <a:lnTo>
                    <a:pt x="50" y="8"/>
                  </a:lnTo>
                  <a:lnTo>
                    <a:pt x="46" y="6"/>
                  </a:lnTo>
                  <a:lnTo>
                    <a:pt x="40" y="8"/>
                  </a:lnTo>
                  <a:lnTo>
                    <a:pt x="36" y="10"/>
                  </a:lnTo>
                  <a:lnTo>
                    <a:pt x="30" y="14"/>
                  </a:lnTo>
                  <a:lnTo>
                    <a:pt x="26" y="16"/>
                  </a:lnTo>
                  <a:lnTo>
                    <a:pt x="24" y="18"/>
                  </a:lnTo>
                  <a:lnTo>
                    <a:pt x="22" y="22"/>
                  </a:lnTo>
                  <a:lnTo>
                    <a:pt x="22" y="24"/>
                  </a:lnTo>
                  <a:lnTo>
                    <a:pt x="22" y="28"/>
                  </a:lnTo>
                  <a:lnTo>
                    <a:pt x="22" y="30"/>
                  </a:lnTo>
                  <a:lnTo>
                    <a:pt x="20" y="34"/>
                  </a:lnTo>
                  <a:lnTo>
                    <a:pt x="20" y="36"/>
                  </a:lnTo>
                  <a:lnTo>
                    <a:pt x="20" y="38"/>
                  </a:lnTo>
                  <a:lnTo>
                    <a:pt x="24" y="38"/>
                  </a:lnTo>
                  <a:lnTo>
                    <a:pt x="28" y="36"/>
                  </a:lnTo>
                  <a:lnTo>
                    <a:pt x="34" y="36"/>
                  </a:lnTo>
                  <a:lnTo>
                    <a:pt x="40" y="36"/>
                  </a:lnTo>
                  <a:lnTo>
                    <a:pt x="42" y="34"/>
                  </a:lnTo>
                  <a:lnTo>
                    <a:pt x="44" y="32"/>
                  </a:lnTo>
                  <a:lnTo>
                    <a:pt x="44" y="30"/>
                  </a:lnTo>
                  <a:lnTo>
                    <a:pt x="48" y="28"/>
                  </a:lnTo>
                  <a:lnTo>
                    <a:pt x="50" y="28"/>
                  </a:lnTo>
                  <a:lnTo>
                    <a:pt x="52" y="28"/>
                  </a:lnTo>
                  <a:lnTo>
                    <a:pt x="54" y="28"/>
                  </a:lnTo>
                  <a:lnTo>
                    <a:pt x="54" y="30"/>
                  </a:lnTo>
                  <a:lnTo>
                    <a:pt x="54" y="32"/>
                  </a:lnTo>
                  <a:lnTo>
                    <a:pt x="54" y="34"/>
                  </a:lnTo>
                  <a:lnTo>
                    <a:pt x="54" y="36"/>
                  </a:lnTo>
                  <a:lnTo>
                    <a:pt x="52" y="38"/>
                  </a:lnTo>
                  <a:lnTo>
                    <a:pt x="50" y="38"/>
                  </a:lnTo>
                  <a:lnTo>
                    <a:pt x="46" y="40"/>
                  </a:lnTo>
                  <a:lnTo>
                    <a:pt x="42" y="40"/>
                  </a:lnTo>
                  <a:lnTo>
                    <a:pt x="38" y="42"/>
                  </a:lnTo>
                  <a:lnTo>
                    <a:pt x="36" y="44"/>
                  </a:lnTo>
                  <a:lnTo>
                    <a:pt x="32" y="44"/>
                  </a:lnTo>
                  <a:lnTo>
                    <a:pt x="32" y="46"/>
                  </a:lnTo>
                  <a:lnTo>
                    <a:pt x="30" y="48"/>
                  </a:lnTo>
                  <a:lnTo>
                    <a:pt x="32" y="50"/>
                  </a:lnTo>
                  <a:lnTo>
                    <a:pt x="36" y="52"/>
                  </a:lnTo>
                  <a:lnTo>
                    <a:pt x="40" y="54"/>
                  </a:lnTo>
                  <a:lnTo>
                    <a:pt x="42" y="58"/>
                  </a:lnTo>
                  <a:lnTo>
                    <a:pt x="44" y="62"/>
                  </a:lnTo>
                  <a:lnTo>
                    <a:pt x="46" y="66"/>
                  </a:lnTo>
                  <a:lnTo>
                    <a:pt x="46" y="68"/>
                  </a:lnTo>
                  <a:lnTo>
                    <a:pt x="46" y="70"/>
                  </a:lnTo>
                  <a:lnTo>
                    <a:pt x="58" y="76"/>
                  </a:lnTo>
                  <a:lnTo>
                    <a:pt x="62" y="90"/>
                  </a:lnTo>
                  <a:lnTo>
                    <a:pt x="46" y="92"/>
                  </a:lnTo>
                  <a:lnTo>
                    <a:pt x="38" y="96"/>
                  </a:lnTo>
                  <a:lnTo>
                    <a:pt x="34" y="80"/>
                  </a:lnTo>
                  <a:lnTo>
                    <a:pt x="34" y="64"/>
                  </a:lnTo>
                  <a:lnTo>
                    <a:pt x="32" y="62"/>
                  </a:lnTo>
                  <a:lnTo>
                    <a:pt x="28" y="58"/>
                  </a:lnTo>
                  <a:lnTo>
                    <a:pt x="24" y="58"/>
                  </a:lnTo>
                  <a:lnTo>
                    <a:pt x="24" y="78"/>
                  </a:lnTo>
                  <a:lnTo>
                    <a:pt x="16" y="8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58" name="Freeform 320"/>
            <p:cNvSpPr>
              <a:spLocks/>
            </p:cNvSpPr>
            <p:nvPr/>
          </p:nvSpPr>
          <p:spPr bwMode="gray">
            <a:xfrm>
              <a:off x="2047" y="3042"/>
              <a:ext cx="136" cy="148"/>
            </a:xfrm>
            <a:custGeom>
              <a:avLst/>
              <a:gdLst>
                <a:gd name="T0" fmla="*/ 2 w 136"/>
                <a:gd name="T1" fmla="*/ 2 h 148"/>
                <a:gd name="T2" fmla="*/ 8 w 136"/>
                <a:gd name="T3" fmla="*/ 4 h 148"/>
                <a:gd name="T4" fmla="*/ 18 w 136"/>
                <a:gd name="T5" fmla="*/ 2 h 148"/>
                <a:gd name="T6" fmla="*/ 24 w 136"/>
                <a:gd name="T7" fmla="*/ 0 h 148"/>
                <a:gd name="T8" fmla="*/ 32 w 136"/>
                <a:gd name="T9" fmla="*/ 4 h 148"/>
                <a:gd name="T10" fmla="*/ 38 w 136"/>
                <a:gd name="T11" fmla="*/ 14 h 148"/>
                <a:gd name="T12" fmla="*/ 42 w 136"/>
                <a:gd name="T13" fmla="*/ 18 h 148"/>
                <a:gd name="T14" fmla="*/ 42 w 136"/>
                <a:gd name="T15" fmla="*/ 20 h 148"/>
                <a:gd name="T16" fmla="*/ 66 w 136"/>
                <a:gd name="T17" fmla="*/ 42 h 148"/>
                <a:gd name="T18" fmla="*/ 72 w 136"/>
                <a:gd name="T19" fmla="*/ 42 h 148"/>
                <a:gd name="T20" fmla="*/ 92 w 136"/>
                <a:gd name="T21" fmla="*/ 60 h 148"/>
                <a:gd name="T22" fmla="*/ 110 w 136"/>
                <a:gd name="T23" fmla="*/ 74 h 148"/>
                <a:gd name="T24" fmla="*/ 108 w 136"/>
                <a:gd name="T25" fmla="*/ 74 h 148"/>
                <a:gd name="T26" fmla="*/ 104 w 136"/>
                <a:gd name="T27" fmla="*/ 76 h 148"/>
                <a:gd name="T28" fmla="*/ 104 w 136"/>
                <a:gd name="T29" fmla="*/ 78 h 148"/>
                <a:gd name="T30" fmla="*/ 114 w 136"/>
                <a:gd name="T31" fmla="*/ 88 h 148"/>
                <a:gd name="T32" fmla="*/ 126 w 136"/>
                <a:gd name="T33" fmla="*/ 100 h 148"/>
                <a:gd name="T34" fmla="*/ 128 w 136"/>
                <a:gd name="T35" fmla="*/ 102 h 148"/>
                <a:gd name="T36" fmla="*/ 132 w 136"/>
                <a:gd name="T37" fmla="*/ 108 h 148"/>
                <a:gd name="T38" fmla="*/ 136 w 136"/>
                <a:gd name="T39" fmla="*/ 116 h 148"/>
                <a:gd name="T40" fmla="*/ 134 w 136"/>
                <a:gd name="T41" fmla="*/ 116 h 148"/>
                <a:gd name="T42" fmla="*/ 134 w 136"/>
                <a:gd name="T43" fmla="*/ 120 h 148"/>
                <a:gd name="T44" fmla="*/ 136 w 136"/>
                <a:gd name="T45" fmla="*/ 128 h 148"/>
                <a:gd name="T46" fmla="*/ 136 w 136"/>
                <a:gd name="T47" fmla="*/ 132 h 148"/>
                <a:gd name="T48" fmla="*/ 136 w 136"/>
                <a:gd name="T49" fmla="*/ 140 h 148"/>
                <a:gd name="T50" fmla="*/ 132 w 136"/>
                <a:gd name="T51" fmla="*/ 146 h 148"/>
                <a:gd name="T52" fmla="*/ 126 w 136"/>
                <a:gd name="T53" fmla="*/ 148 h 148"/>
                <a:gd name="T54" fmla="*/ 122 w 136"/>
                <a:gd name="T55" fmla="*/ 148 h 148"/>
                <a:gd name="T56" fmla="*/ 100 w 136"/>
                <a:gd name="T57" fmla="*/ 138 h 148"/>
                <a:gd name="T58" fmla="*/ 82 w 136"/>
                <a:gd name="T59" fmla="*/ 116 h 148"/>
                <a:gd name="T60" fmla="*/ 62 w 136"/>
                <a:gd name="T61" fmla="*/ 88 h 148"/>
                <a:gd name="T62" fmla="*/ 52 w 136"/>
                <a:gd name="T63" fmla="*/ 68 h 148"/>
                <a:gd name="T64" fmla="*/ 44 w 136"/>
                <a:gd name="T65" fmla="*/ 60 h 148"/>
                <a:gd name="T66" fmla="*/ 40 w 136"/>
                <a:gd name="T67" fmla="*/ 54 h 148"/>
                <a:gd name="T68" fmla="*/ 34 w 136"/>
                <a:gd name="T69" fmla="*/ 46 h 148"/>
                <a:gd name="T70" fmla="*/ 14 w 136"/>
                <a:gd name="T71" fmla="*/ 18 h 148"/>
                <a:gd name="T72" fmla="*/ 12 w 136"/>
                <a:gd name="T73" fmla="*/ 16 h 148"/>
                <a:gd name="T74" fmla="*/ 6 w 136"/>
                <a:gd name="T75" fmla="*/ 12 h 148"/>
                <a:gd name="T76" fmla="*/ 0 w 136"/>
                <a:gd name="T77" fmla="*/ 6 h 148"/>
                <a:gd name="T78" fmla="*/ 0 w 136"/>
                <a:gd name="T79" fmla="*/ 0 h 14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36"/>
                <a:gd name="T121" fmla="*/ 0 h 148"/>
                <a:gd name="T122" fmla="*/ 136 w 136"/>
                <a:gd name="T123" fmla="*/ 148 h 148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36" h="148">
                  <a:moveTo>
                    <a:pt x="0" y="0"/>
                  </a:moveTo>
                  <a:lnTo>
                    <a:pt x="2" y="2"/>
                  </a:lnTo>
                  <a:lnTo>
                    <a:pt x="4" y="2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4" y="0"/>
                  </a:lnTo>
                  <a:lnTo>
                    <a:pt x="28" y="2"/>
                  </a:lnTo>
                  <a:lnTo>
                    <a:pt x="32" y="4"/>
                  </a:lnTo>
                  <a:lnTo>
                    <a:pt x="36" y="8"/>
                  </a:lnTo>
                  <a:lnTo>
                    <a:pt x="38" y="14"/>
                  </a:lnTo>
                  <a:lnTo>
                    <a:pt x="40" y="16"/>
                  </a:lnTo>
                  <a:lnTo>
                    <a:pt x="42" y="18"/>
                  </a:lnTo>
                  <a:lnTo>
                    <a:pt x="42" y="20"/>
                  </a:lnTo>
                  <a:lnTo>
                    <a:pt x="66" y="42"/>
                  </a:lnTo>
                  <a:lnTo>
                    <a:pt x="68" y="40"/>
                  </a:lnTo>
                  <a:lnTo>
                    <a:pt x="72" y="42"/>
                  </a:lnTo>
                  <a:lnTo>
                    <a:pt x="82" y="50"/>
                  </a:lnTo>
                  <a:lnTo>
                    <a:pt x="92" y="60"/>
                  </a:lnTo>
                  <a:lnTo>
                    <a:pt x="104" y="68"/>
                  </a:lnTo>
                  <a:lnTo>
                    <a:pt x="110" y="74"/>
                  </a:lnTo>
                  <a:lnTo>
                    <a:pt x="108" y="74"/>
                  </a:lnTo>
                  <a:lnTo>
                    <a:pt x="106" y="74"/>
                  </a:lnTo>
                  <a:lnTo>
                    <a:pt x="104" y="76"/>
                  </a:lnTo>
                  <a:lnTo>
                    <a:pt x="102" y="76"/>
                  </a:lnTo>
                  <a:lnTo>
                    <a:pt x="104" y="78"/>
                  </a:lnTo>
                  <a:lnTo>
                    <a:pt x="106" y="82"/>
                  </a:lnTo>
                  <a:lnTo>
                    <a:pt x="114" y="88"/>
                  </a:lnTo>
                  <a:lnTo>
                    <a:pt x="114" y="100"/>
                  </a:lnTo>
                  <a:lnTo>
                    <a:pt x="126" y="100"/>
                  </a:lnTo>
                  <a:lnTo>
                    <a:pt x="128" y="102"/>
                  </a:lnTo>
                  <a:lnTo>
                    <a:pt x="130" y="104"/>
                  </a:lnTo>
                  <a:lnTo>
                    <a:pt x="132" y="108"/>
                  </a:lnTo>
                  <a:lnTo>
                    <a:pt x="134" y="112"/>
                  </a:lnTo>
                  <a:lnTo>
                    <a:pt x="136" y="116"/>
                  </a:lnTo>
                  <a:lnTo>
                    <a:pt x="134" y="116"/>
                  </a:lnTo>
                  <a:lnTo>
                    <a:pt x="134" y="118"/>
                  </a:lnTo>
                  <a:lnTo>
                    <a:pt x="134" y="120"/>
                  </a:lnTo>
                  <a:lnTo>
                    <a:pt x="134" y="124"/>
                  </a:lnTo>
                  <a:lnTo>
                    <a:pt x="136" y="128"/>
                  </a:lnTo>
                  <a:lnTo>
                    <a:pt x="136" y="130"/>
                  </a:lnTo>
                  <a:lnTo>
                    <a:pt x="136" y="132"/>
                  </a:lnTo>
                  <a:lnTo>
                    <a:pt x="136" y="136"/>
                  </a:lnTo>
                  <a:lnTo>
                    <a:pt x="136" y="140"/>
                  </a:lnTo>
                  <a:lnTo>
                    <a:pt x="134" y="144"/>
                  </a:lnTo>
                  <a:lnTo>
                    <a:pt x="132" y="146"/>
                  </a:lnTo>
                  <a:lnTo>
                    <a:pt x="128" y="148"/>
                  </a:lnTo>
                  <a:lnTo>
                    <a:pt x="126" y="148"/>
                  </a:lnTo>
                  <a:lnTo>
                    <a:pt x="122" y="148"/>
                  </a:lnTo>
                  <a:lnTo>
                    <a:pt x="102" y="142"/>
                  </a:lnTo>
                  <a:lnTo>
                    <a:pt x="100" y="138"/>
                  </a:lnTo>
                  <a:lnTo>
                    <a:pt x="92" y="128"/>
                  </a:lnTo>
                  <a:lnTo>
                    <a:pt x="82" y="116"/>
                  </a:lnTo>
                  <a:lnTo>
                    <a:pt x="72" y="102"/>
                  </a:lnTo>
                  <a:lnTo>
                    <a:pt x="62" y="88"/>
                  </a:lnTo>
                  <a:lnTo>
                    <a:pt x="56" y="78"/>
                  </a:lnTo>
                  <a:lnTo>
                    <a:pt x="52" y="68"/>
                  </a:lnTo>
                  <a:lnTo>
                    <a:pt x="44" y="62"/>
                  </a:lnTo>
                  <a:lnTo>
                    <a:pt x="44" y="60"/>
                  </a:lnTo>
                  <a:lnTo>
                    <a:pt x="42" y="58"/>
                  </a:lnTo>
                  <a:lnTo>
                    <a:pt x="40" y="54"/>
                  </a:lnTo>
                  <a:lnTo>
                    <a:pt x="38" y="50"/>
                  </a:lnTo>
                  <a:lnTo>
                    <a:pt x="34" y="46"/>
                  </a:lnTo>
                  <a:lnTo>
                    <a:pt x="32" y="42"/>
                  </a:lnTo>
                  <a:lnTo>
                    <a:pt x="14" y="18"/>
                  </a:lnTo>
                  <a:lnTo>
                    <a:pt x="12" y="16"/>
                  </a:lnTo>
                  <a:lnTo>
                    <a:pt x="8" y="14"/>
                  </a:lnTo>
                  <a:lnTo>
                    <a:pt x="6" y="12"/>
                  </a:lnTo>
                  <a:lnTo>
                    <a:pt x="2" y="8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59" name="Freeform 321"/>
            <p:cNvSpPr>
              <a:spLocks/>
            </p:cNvSpPr>
            <p:nvPr/>
          </p:nvSpPr>
          <p:spPr bwMode="gray">
            <a:xfrm>
              <a:off x="2179" y="3194"/>
              <a:ext cx="116" cy="32"/>
            </a:xfrm>
            <a:custGeom>
              <a:avLst/>
              <a:gdLst>
                <a:gd name="T0" fmla="*/ 50 w 116"/>
                <a:gd name="T1" fmla="*/ 22 h 32"/>
                <a:gd name="T2" fmla="*/ 22 w 116"/>
                <a:gd name="T3" fmla="*/ 22 h 32"/>
                <a:gd name="T4" fmla="*/ 0 w 116"/>
                <a:gd name="T5" fmla="*/ 10 h 32"/>
                <a:gd name="T6" fmla="*/ 2 w 116"/>
                <a:gd name="T7" fmla="*/ 4 h 32"/>
                <a:gd name="T8" fmla="*/ 2 w 116"/>
                <a:gd name="T9" fmla="*/ 4 h 32"/>
                <a:gd name="T10" fmla="*/ 6 w 116"/>
                <a:gd name="T11" fmla="*/ 2 h 32"/>
                <a:gd name="T12" fmla="*/ 10 w 116"/>
                <a:gd name="T13" fmla="*/ 0 h 32"/>
                <a:gd name="T14" fmla="*/ 14 w 116"/>
                <a:gd name="T15" fmla="*/ 0 h 32"/>
                <a:gd name="T16" fmla="*/ 20 w 116"/>
                <a:gd name="T17" fmla="*/ 0 h 32"/>
                <a:gd name="T18" fmla="*/ 26 w 116"/>
                <a:gd name="T19" fmla="*/ 0 h 32"/>
                <a:gd name="T20" fmla="*/ 56 w 116"/>
                <a:gd name="T21" fmla="*/ 8 h 32"/>
                <a:gd name="T22" fmla="*/ 58 w 116"/>
                <a:gd name="T23" fmla="*/ 8 h 32"/>
                <a:gd name="T24" fmla="*/ 62 w 116"/>
                <a:gd name="T25" fmla="*/ 6 h 32"/>
                <a:gd name="T26" fmla="*/ 66 w 116"/>
                <a:gd name="T27" fmla="*/ 6 h 32"/>
                <a:gd name="T28" fmla="*/ 72 w 116"/>
                <a:gd name="T29" fmla="*/ 6 h 32"/>
                <a:gd name="T30" fmla="*/ 80 w 116"/>
                <a:gd name="T31" fmla="*/ 6 h 32"/>
                <a:gd name="T32" fmla="*/ 84 w 116"/>
                <a:gd name="T33" fmla="*/ 8 h 32"/>
                <a:gd name="T34" fmla="*/ 90 w 116"/>
                <a:gd name="T35" fmla="*/ 12 h 32"/>
                <a:gd name="T36" fmla="*/ 96 w 116"/>
                <a:gd name="T37" fmla="*/ 14 h 32"/>
                <a:gd name="T38" fmla="*/ 102 w 116"/>
                <a:gd name="T39" fmla="*/ 16 h 32"/>
                <a:gd name="T40" fmla="*/ 108 w 116"/>
                <a:gd name="T41" fmla="*/ 18 h 32"/>
                <a:gd name="T42" fmla="*/ 110 w 116"/>
                <a:gd name="T43" fmla="*/ 20 h 32"/>
                <a:gd name="T44" fmla="*/ 112 w 116"/>
                <a:gd name="T45" fmla="*/ 20 h 32"/>
                <a:gd name="T46" fmla="*/ 112 w 116"/>
                <a:gd name="T47" fmla="*/ 20 h 32"/>
                <a:gd name="T48" fmla="*/ 114 w 116"/>
                <a:gd name="T49" fmla="*/ 22 h 32"/>
                <a:gd name="T50" fmla="*/ 114 w 116"/>
                <a:gd name="T51" fmla="*/ 24 h 32"/>
                <a:gd name="T52" fmla="*/ 116 w 116"/>
                <a:gd name="T53" fmla="*/ 28 h 32"/>
                <a:gd name="T54" fmla="*/ 114 w 116"/>
                <a:gd name="T55" fmla="*/ 30 h 32"/>
                <a:gd name="T56" fmla="*/ 114 w 116"/>
                <a:gd name="T57" fmla="*/ 32 h 32"/>
                <a:gd name="T58" fmla="*/ 110 w 116"/>
                <a:gd name="T59" fmla="*/ 32 h 32"/>
                <a:gd name="T60" fmla="*/ 100 w 116"/>
                <a:gd name="T61" fmla="*/ 32 h 32"/>
                <a:gd name="T62" fmla="*/ 88 w 116"/>
                <a:gd name="T63" fmla="*/ 30 h 32"/>
                <a:gd name="T64" fmla="*/ 76 w 116"/>
                <a:gd name="T65" fmla="*/ 30 h 32"/>
                <a:gd name="T66" fmla="*/ 72 w 116"/>
                <a:gd name="T67" fmla="*/ 28 h 32"/>
                <a:gd name="T68" fmla="*/ 50 w 116"/>
                <a:gd name="T69" fmla="*/ 22 h 3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16"/>
                <a:gd name="T106" fmla="*/ 0 h 32"/>
                <a:gd name="T107" fmla="*/ 116 w 116"/>
                <a:gd name="T108" fmla="*/ 32 h 3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16" h="32">
                  <a:moveTo>
                    <a:pt x="50" y="22"/>
                  </a:moveTo>
                  <a:lnTo>
                    <a:pt x="22" y="22"/>
                  </a:lnTo>
                  <a:lnTo>
                    <a:pt x="0" y="10"/>
                  </a:lnTo>
                  <a:lnTo>
                    <a:pt x="2" y="4"/>
                  </a:lnTo>
                  <a:lnTo>
                    <a:pt x="6" y="2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20" y="0"/>
                  </a:lnTo>
                  <a:lnTo>
                    <a:pt x="26" y="0"/>
                  </a:lnTo>
                  <a:lnTo>
                    <a:pt x="56" y="8"/>
                  </a:lnTo>
                  <a:lnTo>
                    <a:pt x="58" y="8"/>
                  </a:lnTo>
                  <a:lnTo>
                    <a:pt x="62" y="6"/>
                  </a:lnTo>
                  <a:lnTo>
                    <a:pt x="66" y="6"/>
                  </a:lnTo>
                  <a:lnTo>
                    <a:pt x="72" y="6"/>
                  </a:lnTo>
                  <a:lnTo>
                    <a:pt x="80" y="6"/>
                  </a:lnTo>
                  <a:lnTo>
                    <a:pt x="84" y="8"/>
                  </a:lnTo>
                  <a:lnTo>
                    <a:pt x="90" y="12"/>
                  </a:lnTo>
                  <a:lnTo>
                    <a:pt x="96" y="14"/>
                  </a:lnTo>
                  <a:lnTo>
                    <a:pt x="102" y="16"/>
                  </a:lnTo>
                  <a:lnTo>
                    <a:pt x="108" y="18"/>
                  </a:lnTo>
                  <a:lnTo>
                    <a:pt x="110" y="20"/>
                  </a:lnTo>
                  <a:lnTo>
                    <a:pt x="112" y="20"/>
                  </a:lnTo>
                  <a:lnTo>
                    <a:pt x="114" y="22"/>
                  </a:lnTo>
                  <a:lnTo>
                    <a:pt x="114" y="24"/>
                  </a:lnTo>
                  <a:lnTo>
                    <a:pt x="116" y="28"/>
                  </a:lnTo>
                  <a:lnTo>
                    <a:pt x="114" y="30"/>
                  </a:lnTo>
                  <a:lnTo>
                    <a:pt x="114" y="32"/>
                  </a:lnTo>
                  <a:lnTo>
                    <a:pt x="110" y="32"/>
                  </a:lnTo>
                  <a:lnTo>
                    <a:pt x="100" y="32"/>
                  </a:lnTo>
                  <a:lnTo>
                    <a:pt x="88" y="30"/>
                  </a:lnTo>
                  <a:lnTo>
                    <a:pt x="76" y="30"/>
                  </a:lnTo>
                  <a:lnTo>
                    <a:pt x="72" y="28"/>
                  </a:lnTo>
                  <a:lnTo>
                    <a:pt x="50" y="2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60" name="Freeform 322"/>
            <p:cNvSpPr>
              <a:spLocks/>
            </p:cNvSpPr>
            <p:nvPr/>
          </p:nvSpPr>
          <p:spPr bwMode="gray">
            <a:xfrm>
              <a:off x="4551" y="3258"/>
              <a:ext cx="176" cy="204"/>
            </a:xfrm>
            <a:custGeom>
              <a:avLst/>
              <a:gdLst>
                <a:gd name="T0" fmla="*/ 2 w 176"/>
                <a:gd name="T1" fmla="*/ 94 h 204"/>
                <a:gd name="T2" fmla="*/ 8 w 176"/>
                <a:gd name="T3" fmla="*/ 90 h 204"/>
                <a:gd name="T4" fmla="*/ 22 w 176"/>
                <a:gd name="T5" fmla="*/ 84 h 204"/>
                <a:gd name="T6" fmla="*/ 28 w 176"/>
                <a:gd name="T7" fmla="*/ 80 h 204"/>
                <a:gd name="T8" fmla="*/ 26 w 176"/>
                <a:gd name="T9" fmla="*/ 70 h 204"/>
                <a:gd name="T10" fmla="*/ 24 w 176"/>
                <a:gd name="T11" fmla="*/ 66 h 204"/>
                <a:gd name="T12" fmla="*/ 24 w 176"/>
                <a:gd name="T13" fmla="*/ 52 h 204"/>
                <a:gd name="T14" fmla="*/ 28 w 176"/>
                <a:gd name="T15" fmla="*/ 44 h 204"/>
                <a:gd name="T16" fmla="*/ 26 w 176"/>
                <a:gd name="T17" fmla="*/ 36 h 204"/>
                <a:gd name="T18" fmla="*/ 34 w 176"/>
                <a:gd name="T19" fmla="*/ 18 h 204"/>
                <a:gd name="T20" fmla="*/ 42 w 176"/>
                <a:gd name="T21" fmla="*/ 16 h 204"/>
                <a:gd name="T22" fmla="*/ 48 w 176"/>
                <a:gd name="T23" fmla="*/ 8 h 204"/>
                <a:gd name="T24" fmla="*/ 58 w 176"/>
                <a:gd name="T25" fmla="*/ 4 h 204"/>
                <a:gd name="T26" fmla="*/ 64 w 176"/>
                <a:gd name="T27" fmla="*/ 6 h 204"/>
                <a:gd name="T28" fmla="*/ 68 w 176"/>
                <a:gd name="T29" fmla="*/ 0 h 204"/>
                <a:gd name="T30" fmla="*/ 74 w 176"/>
                <a:gd name="T31" fmla="*/ 2 h 204"/>
                <a:gd name="T32" fmla="*/ 72 w 176"/>
                <a:gd name="T33" fmla="*/ 20 h 204"/>
                <a:gd name="T34" fmla="*/ 98 w 176"/>
                <a:gd name="T35" fmla="*/ 46 h 204"/>
                <a:gd name="T36" fmla="*/ 110 w 176"/>
                <a:gd name="T37" fmla="*/ 48 h 204"/>
                <a:gd name="T38" fmla="*/ 118 w 176"/>
                <a:gd name="T39" fmla="*/ 60 h 204"/>
                <a:gd name="T40" fmla="*/ 128 w 176"/>
                <a:gd name="T41" fmla="*/ 66 h 204"/>
                <a:gd name="T42" fmla="*/ 140 w 176"/>
                <a:gd name="T43" fmla="*/ 78 h 204"/>
                <a:gd name="T44" fmla="*/ 166 w 176"/>
                <a:gd name="T45" fmla="*/ 90 h 204"/>
                <a:gd name="T46" fmla="*/ 166 w 176"/>
                <a:gd name="T47" fmla="*/ 98 h 204"/>
                <a:gd name="T48" fmla="*/ 168 w 176"/>
                <a:gd name="T49" fmla="*/ 104 h 204"/>
                <a:gd name="T50" fmla="*/ 174 w 176"/>
                <a:gd name="T51" fmla="*/ 108 h 204"/>
                <a:gd name="T52" fmla="*/ 176 w 176"/>
                <a:gd name="T53" fmla="*/ 120 h 204"/>
                <a:gd name="T54" fmla="*/ 174 w 176"/>
                <a:gd name="T55" fmla="*/ 156 h 204"/>
                <a:gd name="T56" fmla="*/ 162 w 176"/>
                <a:gd name="T57" fmla="*/ 152 h 204"/>
                <a:gd name="T58" fmla="*/ 132 w 176"/>
                <a:gd name="T59" fmla="*/ 150 h 204"/>
                <a:gd name="T60" fmla="*/ 112 w 176"/>
                <a:gd name="T61" fmla="*/ 180 h 204"/>
                <a:gd name="T62" fmla="*/ 106 w 176"/>
                <a:gd name="T63" fmla="*/ 190 h 204"/>
                <a:gd name="T64" fmla="*/ 98 w 176"/>
                <a:gd name="T65" fmla="*/ 186 h 204"/>
                <a:gd name="T66" fmla="*/ 84 w 176"/>
                <a:gd name="T67" fmla="*/ 200 h 204"/>
                <a:gd name="T68" fmla="*/ 82 w 176"/>
                <a:gd name="T69" fmla="*/ 194 h 204"/>
                <a:gd name="T70" fmla="*/ 76 w 176"/>
                <a:gd name="T71" fmla="*/ 188 h 204"/>
                <a:gd name="T72" fmla="*/ 56 w 176"/>
                <a:gd name="T73" fmla="*/ 188 h 204"/>
                <a:gd name="T74" fmla="*/ 50 w 176"/>
                <a:gd name="T75" fmla="*/ 198 h 204"/>
                <a:gd name="T76" fmla="*/ 46 w 176"/>
                <a:gd name="T77" fmla="*/ 202 h 204"/>
                <a:gd name="T78" fmla="*/ 40 w 176"/>
                <a:gd name="T79" fmla="*/ 204 h 204"/>
                <a:gd name="T80" fmla="*/ 30 w 176"/>
                <a:gd name="T81" fmla="*/ 160 h 204"/>
                <a:gd name="T82" fmla="*/ 30 w 176"/>
                <a:gd name="T83" fmla="*/ 150 h 204"/>
                <a:gd name="T84" fmla="*/ 24 w 176"/>
                <a:gd name="T85" fmla="*/ 138 h 204"/>
                <a:gd name="T86" fmla="*/ 10 w 176"/>
                <a:gd name="T87" fmla="*/ 118 h 204"/>
                <a:gd name="T88" fmla="*/ 2 w 176"/>
                <a:gd name="T89" fmla="*/ 102 h 20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76"/>
                <a:gd name="T136" fmla="*/ 0 h 204"/>
                <a:gd name="T137" fmla="*/ 176 w 176"/>
                <a:gd name="T138" fmla="*/ 204 h 204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76" h="204">
                  <a:moveTo>
                    <a:pt x="0" y="96"/>
                  </a:moveTo>
                  <a:lnTo>
                    <a:pt x="2" y="94"/>
                  </a:lnTo>
                  <a:lnTo>
                    <a:pt x="4" y="94"/>
                  </a:lnTo>
                  <a:lnTo>
                    <a:pt x="6" y="92"/>
                  </a:lnTo>
                  <a:lnTo>
                    <a:pt x="8" y="90"/>
                  </a:lnTo>
                  <a:lnTo>
                    <a:pt x="12" y="88"/>
                  </a:lnTo>
                  <a:lnTo>
                    <a:pt x="18" y="86"/>
                  </a:lnTo>
                  <a:lnTo>
                    <a:pt x="22" y="84"/>
                  </a:lnTo>
                  <a:lnTo>
                    <a:pt x="24" y="84"/>
                  </a:lnTo>
                  <a:lnTo>
                    <a:pt x="26" y="82"/>
                  </a:lnTo>
                  <a:lnTo>
                    <a:pt x="28" y="80"/>
                  </a:lnTo>
                  <a:lnTo>
                    <a:pt x="28" y="76"/>
                  </a:lnTo>
                  <a:lnTo>
                    <a:pt x="28" y="74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4" y="68"/>
                  </a:lnTo>
                  <a:lnTo>
                    <a:pt x="24" y="66"/>
                  </a:lnTo>
                  <a:lnTo>
                    <a:pt x="24" y="62"/>
                  </a:lnTo>
                  <a:lnTo>
                    <a:pt x="24" y="56"/>
                  </a:lnTo>
                  <a:lnTo>
                    <a:pt x="24" y="52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8" y="44"/>
                  </a:lnTo>
                  <a:lnTo>
                    <a:pt x="28" y="40"/>
                  </a:lnTo>
                  <a:lnTo>
                    <a:pt x="26" y="38"/>
                  </a:lnTo>
                  <a:lnTo>
                    <a:pt x="26" y="36"/>
                  </a:lnTo>
                  <a:lnTo>
                    <a:pt x="16" y="20"/>
                  </a:lnTo>
                  <a:lnTo>
                    <a:pt x="34" y="18"/>
                  </a:lnTo>
                  <a:lnTo>
                    <a:pt x="36" y="18"/>
                  </a:lnTo>
                  <a:lnTo>
                    <a:pt x="38" y="18"/>
                  </a:lnTo>
                  <a:lnTo>
                    <a:pt x="42" y="16"/>
                  </a:lnTo>
                  <a:lnTo>
                    <a:pt x="44" y="12"/>
                  </a:lnTo>
                  <a:lnTo>
                    <a:pt x="46" y="10"/>
                  </a:lnTo>
                  <a:lnTo>
                    <a:pt x="48" y="8"/>
                  </a:lnTo>
                  <a:lnTo>
                    <a:pt x="52" y="6"/>
                  </a:lnTo>
                  <a:lnTo>
                    <a:pt x="54" y="4"/>
                  </a:lnTo>
                  <a:lnTo>
                    <a:pt x="58" y="4"/>
                  </a:lnTo>
                  <a:lnTo>
                    <a:pt x="60" y="6"/>
                  </a:lnTo>
                  <a:lnTo>
                    <a:pt x="62" y="6"/>
                  </a:lnTo>
                  <a:lnTo>
                    <a:pt x="64" y="6"/>
                  </a:lnTo>
                  <a:lnTo>
                    <a:pt x="66" y="4"/>
                  </a:lnTo>
                  <a:lnTo>
                    <a:pt x="66" y="2"/>
                  </a:lnTo>
                  <a:lnTo>
                    <a:pt x="68" y="0"/>
                  </a:lnTo>
                  <a:lnTo>
                    <a:pt x="70" y="0"/>
                  </a:lnTo>
                  <a:lnTo>
                    <a:pt x="72" y="0"/>
                  </a:lnTo>
                  <a:lnTo>
                    <a:pt x="74" y="2"/>
                  </a:lnTo>
                  <a:lnTo>
                    <a:pt x="74" y="6"/>
                  </a:lnTo>
                  <a:lnTo>
                    <a:pt x="72" y="10"/>
                  </a:lnTo>
                  <a:lnTo>
                    <a:pt x="72" y="20"/>
                  </a:lnTo>
                  <a:lnTo>
                    <a:pt x="76" y="32"/>
                  </a:lnTo>
                  <a:lnTo>
                    <a:pt x="86" y="42"/>
                  </a:lnTo>
                  <a:lnTo>
                    <a:pt x="98" y="46"/>
                  </a:lnTo>
                  <a:lnTo>
                    <a:pt x="108" y="44"/>
                  </a:lnTo>
                  <a:lnTo>
                    <a:pt x="108" y="46"/>
                  </a:lnTo>
                  <a:lnTo>
                    <a:pt x="110" y="48"/>
                  </a:lnTo>
                  <a:lnTo>
                    <a:pt x="112" y="52"/>
                  </a:lnTo>
                  <a:lnTo>
                    <a:pt x="114" y="56"/>
                  </a:lnTo>
                  <a:lnTo>
                    <a:pt x="118" y="60"/>
                  </a:lnTo>
                  <a:lnTo>
                    <a:pt x="124" y="62"/>
                  </a:lnTo>
                  <a:lnTo>
                    <a:pt x="128" y="66"/>
                  </a:lnTo>
                  <a:lnTo>
                    <a:pt x="132" y="68"/>
                  </a:lnTo>
                  <a:lnTo>
                    <a:pt x="136" y="72"/>
                  </a:lnTo>
                  <a:lnTo>
                    <a:pt x="140" y="78"/>
                  </a:lnTo>
                  <a:lnTo>
                    <a:pt x="142" y="82"/>
                  </a:lnTo>
                  <a:lnTo>
                    <a:pt x="144" y="88"/>
                  </a:lnTo>
                  <a:lnTo>
                    <a:pt x="166" y="90"/>
                  </a:lnTo>
                  <a:lnTo>
                    <a:pt x="166" y="92"/>
                  </a:lnTo>
                  <a:lnTo>
                    <a:pt x="166" y="94"/>
                  </a:lnTo>
                  <a:lnTo>
                    <a:pt x="166" y="98"/>
                  </a:lnTo>
                  <a:lnTo>
                    <a:pt x="166" y="102"/>
                  </a:lnTo>
                  <a:lnTo>
                    <a:pt x="168" y="104"/>
                  </a:lnTo>
                  <a:lnTo>
                    <a:pt x="170" y="106"/>
                  </a:lnTo>
                  <a:lnTo>
                    <a:pt x="172" y="106"/>
                  </a:lnTo>
                  <a:lnTo>
                    <a:pt x="174" y="108"/>
                  </a:lnTo>
                  <a:lnTo>
                    <a:pt x="176" y="112"/>
                  </a:lnTo>
                  <a:lnTo>
                    <a:pt x="176" y="116"/>
                  </a:lnTo>
                  <a:lnTo>
                    <a:pt x="176" y="120"/>
                  </a:lnTo>
                  <a:lnTo>
                    <a:pt x="176" y="132"/>
                  </a:lnTo>
                  <a:lnTo>
                    <a:pt x="176" y="144"/>
                  </a:lnTo>
                  <a:lnTo>
                    <a:pt x="174" y="156"/>
                  </a:lnTo>
                  <a:lnTo>
                    <a:pt x="172" y="162"/>
                  </a:lnTo>
                  <a:lnTo>
                    <a:pt x="170" y="160"/>
                  </a:lnTo>
                  <a:lnTo>
                    <a:pt x="162" y="152"/>
                  </a:lnTo>
                  <a:lnTo>
                    <a:pt x="150" y="148"/>
                  </a:lnTo>
                  <a:lnTo>
                    <a:pt x="136" y="148"/>
                  </a:lnTo>
                  <a:lnTo>
                    <a:pt x="132" y="150"/>
                  </a:lnTo>
                  <a:lnTo>
                    <a:pt x="126" y="158"/>
                  </a:lnTo>
                  <a:lnTo>
                    <a:pt x="116" y="168"/>
                  </a:lnTo>
                  <a:lnTo>
                    <a:pt x="112" y="180"/>
                  </a:lnTo>
                  <a:lnTo>
                    <a:pt x="108" y="192"/>
                  </a:lnTo>
                  <a:lnTo>
                    <a:pt x="108" y="190"/>
                  </a:lnTo>
                  <a:lnTo>
                    <a:pt x="106" y="190"/>
                  </a:lnTo>
                  <a:lnTo>
                    <a:pt x="104" y="188"/>
                  </a:lnTo>
                  <a:lnTo>
                    <a:pt x="102" y="186"/>
                  </a:lnTo>
                  <a:lnTo>
                    <a:pt x="98" y="186"/>
                  </a:lnTo>
                  <a:lnTo>
                    <a:pt x="94" y="188"/>
                  </a:lnTo>
                  <a:lnTo>
                    <a:pt x="88" y="192"/>
                  </a:lnTo>
                  <a:lnTo>
                    <a:pt x="84" y="200"/>
                  </a:lnTo>
                  <a:lnTo>
                    <a:pt x="82" y="196"/>
                  </a:lnTo>
                  <a:lnTo>
                    <a:pt x="82" y="194"/>
                  </a:lnTo>
                  <a:lnTo>
                    <a:pt x="80" y="192"/>
                  </a:lnTo>
                  <a:lnTo>
                    <a:pt x="78" y="188"/>
                  </a:lnTo>
                  <a:lnTo>
                    <a:pt x="76" y="188"/>
                  </a:lnTo>
                  <a:lnTo>
                    <a:pt x="58" y="184"/>
                  </a:lnTo>
                  <a:lnTo>
                    <a:pt x="58" y="186"/>
                  </a:lnTo>
                  <a:lnTo>
                    <a:pt x="56" y="188"/>
                  </a:lnTo>
                  <a:lnTo>
                    <a:pt x="54" y="192"/>
                  </a:lnTo>
                  <a:lnTo>
                    <a:pt x="52" y="194"/>
                  </a:lnTo>
                  <a:lnTo>
                    <a:pt x="50" y="198"/>
                  </a:lnTo>
                  <a:lnTo>
                    <a:pt x="48" y="198"/>
                  </a:lnTo>
                  <a:lnTo>
                    <a:pt x="46" y="200"/>
                  </a:lnTo>
                  <a:lnTo>
                    <a:pt x="46" y="202"/>
                  </a:lnTo>
                  <a:lnTo>
                    <a:pt x="44" y="202"/>
                  </a:lnTo>
                  <a:lnTo>
                    <a:pt x="42" y="204"/>
                  </a:lnTo>
                  <a:lnTo>
                    <a:pt x="40" y="204"/>
                  </a:lnTo>
                  <a:lnTo>
                    <a:pt x="38" y="202"/>
                  </a:lnTo>
                  <a:lnTo>
                    <a:pt x="34" y="180"/>
                  </a:lnTo>
                  <a:lnTo>
                    <a:pt x="30" y="160"/>
                  </a:lnTo>
                  <a:lnTo>
                    <a:pt x="30" y="158"/>
                  </a:lnTo>
                  <a:lnTo>
                    <a:pt x="30" y="154"/>
                  </a:lnTo>
                  <a:lnTo>
                    <a:pt x="30" y="150"/>
                  </a:lnTo>
                  <a:lnTo>
                    <a:pt x="28" y="144"/>
                  </a:lnTo>
                  <a:lnTo>
                    <a:pt x="26" y="140"/>
                  </a:lnTo>
                  <a:lnTo>
                    <a:pt x="24" y="138"/>
                  </a:lnTo>
                  <a:lnTo>
                    <a:pt x="12" y="122"/>
                  </a:lnTo>
                  <a:lnTo>
                    <a:pt x="12" y="120"/>
                  </a:lnTo>
                  <a:lnTo>
                    <a:pt x="10" y="118"/>
                  </a:lnTo>
                  <a:lnTo>
                    <a:pt x="6" y="114"/>
                  </a:lnTo>
                  <a:lnTo>
                    <a:pt x="4" y="108"/>
                  </a:lnTo>
                  <a:lnTo>
                    <a:pt x="2" y="102"/>
                  </a:lnTo>
                  <a:lnTo>
                    <a:pt x="0" y="9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61" name="Freeform 323"/>
            <p:cNvSpPr>
              <a:spLocks/>
            </p:cNvSpPr>
            <p:nvPr/>
          </p:nvSpPr>
          <p:spPr bwMode="gray">
            <a:xfrm>
              <a:off x="4401" y="3118"/>
              <a:ext cx="178" cy="244"/>
            </a:xfrm>
            <a:custGeom>
              <a:avLst/>
              <a:gdLst>
                <a:gd name="T0" fmla="*/ 72 w 178"/>
                <a:gd name="T1" fmla="*/ 216 h 244"/>
                <a:gd name="T2" fmla="*/ 68 w 178"/>
                <a:gd name="T3" fmla="*/ 200 h 244"/>
                <a:gd name="T4" fmla="*/ 58 w 178"/>
                <a:gd name="T5" fmla="*/ 176 h 244"/>
                <a:gd name="T6" fmla="*/ 46 w 178"/>
                <a:gd name="T7" fmla="*/ 148 h 244"/>
                <a:gd name="T8" fmla="*/ 18 w 178"/>
                <a:gd name="T9" fmla="*/ 108 h 244"/>
                <a:gd name="T10" fmla="*/ 4 w 178"/>
                <a:gd name="T11" fmla="*/ 90 h 244"/>
                <a:gd name="T12" fmla="*/ 6 w 178"/>
                <a:gd name="T13" fmla="*/ 84 h 244"/>
                <a:gd name="T14" fmla="*/ 4 w 178"/>
                <a:gd name="T15" fmla="*/ 78 h 244"/>
                <a:gd name="T16" fmla="*/ 0 w 178"/>
                <a:gd name="T17" fmla="*/ 74 h 244"/>
                <a:gd name="T18" fmla="*/ 6 w 178"/>
                <a:gd name="T19" fmla="*/ 64 h 244"/>
                <a:gd name="T20" fmla="*/ 14 w 178"/>
                <a:gd name="T21" fmla="*/ 64 h 244"/>
                <a:gd name="T22" fmla="*/ 28 w 178"/>
                <a:gd name="T23" fmla="*/ 68 h 244"/>
                <a:gd name="T24" fmla="*/ 36 w 178"/>
                <a:gd name="T25" fmla="*/ 66 h 244"/>
                <a:gd name="T26" fmla="*/ 38 w 178"/>
                <a:gd name="T27" fmla="*/ 62 h 244"/>
                <a:gd name="T28" fmla="*/ 42 w 178"/>
                <a:gd name="T29" fmla="*/ 54 h 244"/>
                <a:gd name="T30" fmla="*/ 46 w 178"/>
                <a:gd name="T31" fmla="*/ 48 h 244"/>
                <a:gd name="T32" fmla="*/ 60 w 178"/>
                <a:gd name="T33" fmla="*/ 44 h 244"/>
                <a:gd name="T34" fmla="*/ 82 w 178"/>
                <a:gd name="T35" fmla="*/ 18 h 244"/>
                <a:gd name="T36" fmla="*/ 82 w 178"/>
                <a:gd name="T37" fmla="*/ 8 h 244"/>
                <a:gd name="T38" fmla="*/ 88 w 178"/>
                <a:gd name="T39" fmla="*/ 4 h 244"/>
                <a:gd name="T40" fmla="*/ 100 w 178"/>
                <a:gd name="T41" fmla="*/ 8 h 244"/>
                <a:gd name="T42" fmla="*/ 116 w 178"/>
                <a:gd name="T43" fmla="*/ 14 h 244"/>
                <a:gd name="T44" fmla="*/ 124 w 178"/>
                <a:gd name="T45" fmla="*/ 22 h 244"/>
                <a:gd name="T46" fmla="*/ 126 w 178"/>
                <a:gd name="T47" fmla="*/ 28 h 244"/>
                <a:gd name="T48" fmla="*/ 134 w 178"/>
                <a:gd name="T49" fmla="*/ 36 h 244"/>
                <a:gd name="T50" fmla="*/ 146 w 178"/>
                <a:gd name="T51" fmla="*/ 36 h 244"/>
                <a:gd name="T52" fmla="*/ 158 w 178"/>
                <a:gd name="T53" fmla="*/ 38 h 244"/>
                <a:gd name="T54" fmla="*/ 162 w 178"/>
                <a:gd name="T55" fmla="*/ 42 h 244"/>
                <a:gd name="T56" fmla="*/ 162 w 178"/>
                <a:gd name="T57" fmla="*/ 60 h 244"/>
                <a:gd name="T58" fmla="*/ 156 w 178"/>
                <a:gd name="T59" fmla="*/ 66 h 244"/>
                <a:gd name="T60" fmla="*/ 148 w 178"/>
                <a:gd name="T61" fmla="*/ 64 h 244"/>
                <a:gd name="T62" fmla="*/ 142 w 178"/>
                <a:gd name="T63" fmla="*/ 66 h 244"/>
                <a:gd name="T64" fmla="*/ 128 w 178"/>
                <a:gd name="T65" fmla="*/ 72 h 244"/>
                <a:gd name="T66" fmla="*/ 122 w 178"/>
                <a:gd name="T67" fmla="*/ 82 h 244"/>
                <a:gd name="T68" fmla="*/ 118 w 178"/>
                <a:gd name="T69" fmla="*/ 92 h 244"/>
                <a:gd name="T70" fmla="*/ 114 w 178"/>
                <a:gd name="T71" fmla="*/ 98 h 244"/>
                <a:gd name="T72" fmla="*/ 110 w 178"/>
                <a:gd name="T73" fmla="*/ 116 h 244"/>
                <a:gd name="T74" fmla="*/ 114 w 178"/>
                <a:gd name="T75" fmla="*/ 126 h 244"/>
                <a:gd name="T76" fmla="*/ 116 w 178"/>
                <a:gd name="T77" fmla="*/ 134 h 244"/>
                <a:gd name="T78" fmla="*/ 118 w 178"/>
                <a:gd name="T79" fmla="*/ 134 h 244"/>
                <a:gd name="T80" fmla="*/ 126 w 178"/>
                <a:gd name="T81" fmla="*/ 134 h 244"/>
                <a:gd name="T82" fmla="*/ 126 w 178"/>
                <a:gd name="T83" fmla="*/ 136 h 244"/>
                <a:gd name="T84" fmla="*/ 138 w 178"/>
                <a:gd name="T85" fmla="*/ 140 h 244"/>
                <a:gd name="T86" fmla="*/ 142 w 178"/>
                <a:gd name="T87" fmla="*/ 140 h 244"/>
                <a:gd name="T88" fmla="*/ 150 w 178"/>
                <a:gd name="T89" fmla="*/ 134 h 244"/>
                <a:gd name="T90" fmla="*/ 152 w 178"/>
                <a:gd name="T91" fmla="*/ 156 h 244"/>
                <a:gd name="T92" fmla="*/ 156 w 178"/>
                <a:gd name="T93" fmla="*/ 158 h 244"/>
                <a:gd name="T94" fmla="*/ 164 w 178"/>
                <a:gd name="T95" fmla="*/ 160 h 244"/>
                <a:gd name="T96" fmla="*/ 176 w 178"/>
                <a:gd name="T97" fmla="*/ 176 h 244"/>
                <a:gd name="T98" fmla="*/ 178 w 178"/>
                <a:gd name="T99" fmla="*/ 184 h 244"/>
                <a:gd name="T100" fmla="*/ 174 w 178"/>
                <a:gd name="T101" fmla="*/ 192 h 244"/>
                <a:gd name="T102" fmla="*/ 174 w 178"/>
                <a:gd name="T103" fmla="*/ 206 h 244"/>
                <a:gd name="T104" fmla="*/ 176 w 178"/>
                <a:gd name="T105" fmla="*/ 210 h 244"/>
                <a:gd name="T106" fmla="*/ 178 w 178"/>
                <a:gd name="T107" fmla="*/ 220 h 244"/>
                <a:gd name="T108" fmla="*/ 170 w 178"/>
                <a:gd name="T109" fmla="*/ 224 h 244"/>
                <a:gd name="T110" fmla="*/ 156 w 178"/>
                <a:gd name="T111" fmla="*/ 230 h 244"/>
                <a:gd name="T112" fmla="*/ 148 w 178"/>
                <a:gd name="T113" fmla="*/ 238 h 244"/>
                <a:gd name="T114" fmla="*/ 132 w 178"/>
                <a:gd name="T115" fmla="*/ 244 h 244"/>
                <a:gd name="T116" fmla="*/ 120 w 178"/>
                <a:gd name="T117" fmla="*/ 244 h 244"/>
                <a:gd name="T118" fmla="*/ 112 w 178"/>
                <a:gd name="T119" fmla="*/ 240 h 244"/>
                <a:gd name="T120" fmla="*/ 98 w 178"/>
                <a:gd name="T121" fmla="*/ 234 h 244"/>
                <a:gd name="T122" fmla="*/ 82 w 178"/>
                <a:gd name="T123" fmla="*/ 226 h 24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78"/>
                <a:gd name="T187" fmla="*/ 0 h 244"/>
                <a:gd name="T188" fmla="*/ 178 w 178"/>
                <a:gd name="T189" fmla="*/ 244 h 24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78" h="244">
                  <a:moveTo>
                    <a:pt x="82" y="226"/>
                  </a:moveTo>
                  <a:lnTo>
                    <a:pt x="76" y="222"/>
                  </a:lnTo>
                  <a:lnTo>
                    <a:pt x="72" y="216"/>
                  </a:lnTo>
                  <a:lnTo>
                    <a:pt x="70" y="210"/>
                  </a:lnTo>
                  <a:lnTo>
                    <a:pt x="68" y="204"/>
                  </a:lnTo>
                  <a:lnTo>
                    <a:pt x="68" y="200"/>
                  </a:lnTo>
                  <a:lnTo>
                    <a:pt x="66" y="196"/>
                  </a:lnTo>
                  <a:lnTo>
                    <a:pt x="64" y="190"/>
                  </a:lnTo>
                  <a:lnTo>
                    <a:pt x="58" y="176"/>
                  </a:lnTo>
                  <a:lnTo>
                    <a:pt x="52" y="164"/>
                  </a:lnTo>
                  <a:lnTo>
                    <a:pt x="48" y="152"/>
                  </a:lnTo>
                  <a:lnTo>
                    <a:pt x="46" y="148"/>
                  </a:lnTo>
                  <a:lnTo>
                    <a:pt x="40" y="136"/>
                  </a:lnTo>
                  <a:lnTo>
                    <a:pt x="30" y="122"/>
                  </a:lnTo>
                  <a:lnTo>
                    <a:pt x="18" y="108"/>
                  </a:lnTo>
                  <a:lnTo>
                    <a:pt x="10" y="98"/>
                  </a:lnTo>
                  <a:lnTo>
                    <a:pt x="6" y="94"/>
                  </a:lnTo>
                  <a:lnTo>
                    <a:pt x="4" y="90"/>
                  </a:lnTo>
                  <a:lnTo>
                    <a:pt x="4" y="86"/>
                  </a:lnTo>
                  <a:lnTo>
                    <a:pt x="4" y="84"/>
                  </a:lnTo>
                  <a:lnTo>
                    <a:pt x="6" y="84"/>
                  </a:lnTo>
                  <a:lnTo>
                    <a:pt x="6" y="80"/>
                  </a:lnTo>
                  <a:lnTo>
                    <a:pt x="4" y="78"/>
                  </a:lnTo>
                  <a:lnTo>
                    <a:pt x="4" y="76"/>
                  </a:lnTo>
                  <a:lnTo>
                    <a:pt x="2" y="74"/>
                  </a:lnTo>
                  <a:lnTo>
                    <a:pt x="0" y="74"/>
                  </a:lnTo>
                  <a:lnTo>
                    <a:pt x="2" y="68"/>
                  </a:lnTo>
                  <a:lnTo>
                    <a:pt x="4" y="66"/>
                  </a:lnTo>
                  <a:lnTo>
                    <a:pt x="6" y="64"/>
                  </a:lnTo>
                  <a:lnTo>
                    <a:pt x="8" y="62"/>
                  </a:lnTo>
                  <a:lnTo>
                    <a:pt x="10" y="62"/>
                  </a:lnTo>
                  <a:lnTo>
                    <a:pt x="14" y="64"/>
                  </a:lnTo>
                  <a:lnTo>
                    <a:pt x="16" y="66"/>
                  </a:lnTo>
                  <a:lnTo>
                    <a:pt x="26" y="66"/>
                  </a:lnTo>
                  <a:lnTo>
                    <a:pt x="28" y="68"/>
                  </a:lnTo>
                  <a:lnTo>
                    <a:pt x="30" y="68"/>
                  </a:lnTo>
                  <a:lnTo>
                    <a:pt x="34" y="68"/>
                  </a:lnTo>
                  <a:lnTo>
                    <a:pt x="36" y="66"/>
                  </a:lnTo>
                  <a:lnTo>
                    <a:pt x="36" y="64"/>
                  </a:lnTo>
                  <a:lnTo>
                    <a:pt x="38" y="62"/>
                  </a:lnTo>
                  <a:lnTo>
                    <a:pt x="40" y="60"/>
                  </a:lnTo>
                  <a:lnTo>
                    <a:pt x="40" y="56"/>
                  </a:lnTo>
                  <a:lnTo>
                    <a:pt x="42" y="54"/>
                  </a:lnTo>
                  <a:lnTo>
                    <a:pt x="44" y="50"/>
                  </a:lnTo>
                  <a:lnTo>
                    <a:pt x="46" y="48"/>
                  </a:lnTo>
                  <a:lnTo>
                    <a:pt x="48" y="48"/>
                  </a:lnTo>
                  <a:lnTo>
                    <a:pt x="60" y="44"/>
                  </a:lnTo>
                  <a:lnTo>
                    <a:pt x="70" y="36"/>
                  </a:lnTo>
                  <a:lnTo>
                    <a:pt x="78" y="28"/>
                  </a:lnTo>
                  <a:lnTo>
                    <a:pt x="82" y="18"/>
                  </a:lnTo>
                  <a:lnTo>
                    <a:pt x="84" y="14"/>
                  </a:lnTo>
                  <a:lnTo>
                    <a:pt x="84" y="10"/>
                  </a:lnTo>
                  <a:lnTo>
                    <a:pt x="82" y="8"/>
                  </a:lnTo>
                  <a:lnTo>
                    <a:pt x="82" y="4"/>
                  </a:lnTo>
                  <a:lnTo>
                    <a:pt x="82" y="0"/>
                  </a:lnTo>
                  <a:lnTo>
                    <a:pt x="88" y="4"/>
                  </a:lnTo>
                  <a:lnTo>
                    <a:pt x="94" y="6"/>
                  </a:lnTo>
                  <a:lnTo>
                    <a:pt x="96" y="6"/>
                  </a:lnTo>
                  <a:lnTo>
                    <a:pt x="100" y="8"/>
                  </a:lnTo>
                  <a:lnTo>
                    <a:pt x="104" y="10"/>
                  </a:lnTo>
                  <a:lnTo>
                    <a:pt x="110" y="12"/>
                  </a:lnTo>
                  <a:lnTo>
                    <a:pt x="116" y="14"/>
                  </a:lnTo>
                  <a:lnTo>
                    <a:pt x="122" y="18"/>
                  </a:lnTo>
                  <a:lnTo>
                    <a:pt x="124" y="22"/>
                  </a:lnTo>
                  <a:lnTo>
                    <a:pt x="124" y="24"/>
                  </a:lnTo>
                  <a:lnTo>
                    <a:pt x="124" y="26"/>
                  </a:lnTo>
                  <a:lnTo>
                    <a:pt x="126" y="28"/>
                  </a:lnTo>
                  <a:lnTo>
                    <a:pt x="126" y="32"/>
                  </a:lnTo>
                  <a:lnTo>
                    <a:pt x="130" y="34"/>
                  </a:lnTo>
                  <a:lnTo>
                    <a:pt x="134" y="36"/>
                  </a:lnTo>
                  <a:lnTo>
                    <a:pt x="140" y="36"/>
                  </a:lnTo>
                  <a:lnTo>
                    <a:pt x="142" y="36"/>
                  </a:lnTo>
                  <a:lnTo>
                    <a:pt x="146" y="36"/>
                  </a:lnTo>
                  <a:lnTo>
                    <a:pt x="150" y="36"/>
                  </a:lnTo>
                  <a:lnTo>
                    <a:pt x="154" y="38"/>
                  </a:lnTo>
                  <a:lnTo>
                    <a:pt x="158" y="38"/>
                  </a:lnTo>
                  <a:lnTo>
                    <a:pt x="160" y="40"/>
                  </a:lnTo>
                  <a:lnTo>
                    <a:pt x="162" y="42"/>
                  </a:lnTo>
                  <a:lnTo>
                    <a:pt x="162" y="44"/>
                  </a:lnTo>
                  <a:lnTo>
                    <a:pt x="156" y="60"/>
                  </a:lnTo>
                  <a:lnTo>
                    <a:pt x="162" y="60"/>
                  </a:lnTo>
                  <a:lnTo>
                    <a:pt x="162" y="66"/>
                  </a:lnTo>
                  <a:lnTo>
                    <a:pt x="156" y="66"/>
                  </a:lnTo>
                  <a:lnTo>
                    <a:pt x="154" y="64"/>
                  </a:lnTo>
                  <a:lnTo>
                    <a:pt x="152" y="64"/>
                  </a:lnTo>
                  <a:lnTo>
                    <a:pt x="148" y="64"/>
                  </a:lnTo>
                  <a:lnTo>
                    <a:pt x="146" y="66"/>
                  </a:lnTo>
                  <a:lnTo>
                    <a:pt x="142" y="66"/>
                  </a:lnTo>
                  <a:lnTo>
                    <a:pt x="138" y="68"/>
                  </a:lnTo>
                  <a:lnTo>
                    <a:pt x="134" y="68"/>
                  </a:lnTo>
                  <a:lnTo>
                    <a:pt x="128" y="72"/>
                  </a:lnTo>
                  <a:lnTo>
                    <a:pt x="124" y="76"/>
                  </a:lnTo>
                  <a:lnTo>
                    <a:pt x="122" y="80"/>
                  </a:lnTo>
                  <a:lnTo>
                    <a:pt x="122" y="82"/>
                  </a:lnTo>
                  <a:lnTo>
                    <a:pt x="122" y="86"/>
                  </a:lnTo>
                  <a:lnTo>
                    <a:pt x="120" y="90"/>
                  </a:lnTo>
                  <a:lnTo>
                    <a:pt x="118" y="92"/>
                  </a:lnTo>
                  <a:lnTo>
                    <a:pt x="118" y="94"/>
                  </a:lnTo>
                  <a:lnTo>
                    <a:pt x="116" y="96"/>
                  </a:lnTo>
                  <a:lnTo>
                    <a:pt x="114" y="98"/>
                  </a:lnTo>
                  <a:lnTo>
                    <a:pt x="112" y="102"/>
                  </a:lnTo>
                  <a:lnTo>
                    <a:pt x="110" y="108"/>
                  </a:lnTo>
                  <a:lnTo>
                    <a:pt x="110" y="116"/>
                  </a:lnTo>
                  <a:lnTo>
                    <a:pt x="114" y="122"/>
                  </a:lnTo>
                  <a:lnTo>
                    <a:pt x="114" y="124"/>
                  </a:lnTo>
                  <a:lnTo>
                    <a:pt x="114" y="126"/>
                  </a:lnTo>
                  <a:lnTo>
                    <a:pt x="116" y="128"/>
                  </a:lnTo>
                  <a:lnTo>
                    <a:pt x="116" y="132"/>
                  </a:lnTo>
                  <a:lnTo>
                    <a:pt x="116" y="134"/>
                  </a:lnTo>
                  <a:lnTo>
                    <a:pt x="118" y="134"/>
                  </a:lnTo>
                  <a:lnTo>
                    <a:pt x="120" y="132"/>
                  </a:lnTo>
                  <a:lnTo>
                    <a:pt x="122" y="132"/>
                  </a:lnTo>
                  <a:lnTo>
                    <a:pt x="126" y="134"/>
                  </a:lnTo>
                  <a:lnTo>
                    <a:pt x="126" y="136"/>
                  </a:lnTo>
                  <a:lnTo>
                    <a:pt x="128" y="138"/>
                  </a:lnTo>
                  <a:lnTo>
                    <a:pt x="132" y="138"/>
                  </a:lnTo>
                  <a:lnTo>
                    <a:pt x="138" y="140"/>
                  </a:lnTo>
                  <a:lnTo>
                    <a:pt x="140" y="140"/>
                  </a:lnTo>
                  <a:lnTo>
                    <a:pt x="142" y="140"/>
                  </a:lnTo>
                  <a:lnTo>
                    <a:pt x="144" y="138"/>
                  </a:lnTo>
                  <a:lnTo>
                    <a:pt x="148" y="136"/>
                  </a:lnTo>
                  <a:lnTo>
                    <a:pt x="150" y="134"/>
                  </a:lnTo>
                  <a:lnTo>
                    <a:pt x="152" y="132"/>
                  </a:lnTo>
                  <a:lnTo>
                    <a:pt x="154" y="130"/>
                  </a:lnTo>
                  <a:lnTo>
                    <a:pt x="152" y="156"/>
                  </a:lnTo>
                  <a:lnTo>
                    <a:pt x="154" y="158"/>
                  </a:lnTo>
                  <a:lnTo>
                    <a:pt x="156" y="158"/>
                  </a:lnTo>
                  <a:lnTo>
                    <a:pt x="160" y="160"/>
                  </a:lnTo>
                  <a:lnTo>
                    <a:pt x="164" y="160"/>
                  </a:lnTo>
                  <a:lnTo>
                    <a:pt x="166" y="160"/>
                  </a:lnTo>
                  <a:lnTo>
                    <a:pt x="176" y="176"/>
                  </a:lnTo>
                  <a:lnTo>
                    <a:pt x="176" y="178"/>
                  </a:lnTo>
                  <a:lnTo>
                    <a:pt x="178" y="180"/>
                  </a:lnTo>
                  <a:lnTo>
                    <a:pt x="178" y="184"/>
                  </a:lnTo>
                  <a:lnTo>
                    <a:pt x="176" y="186"/>
                  </a:lnTo>
                  <a:lnTo>
                    <a:pt x="176" y="188"/>
                  </a:lnTo>
                  <a:lnTo>
                    <a:pt x="174" y="192"/>
                  </a:lnTo>
                  <a:lnTo>
                    <a:pt x="174" y="196"/>
                  </a:lnTo>
                  <a:lnTo>
                    <a:pt x="174" y="202"/>
                  </a:lnTo>
                  <a:lnTo>
                    <a:pt x="174" y="206"/>
                  </a:lnTo>
                  <a:lnTo>
                    <a:pt x="174" y="208"/>
                  </a:lnTo>
                  <a:lnTo>
                    <a:pt x="176" y="208"/>
                  </a:lnTo>
                  <a:lnTo>
                    <a:pt x="176" y="210"/>
                  </a:lnTo>
                  <a:lnTo>
                    <a:pt x="178" y="214"/>
                  </a:lnTo>
                  <a:lnTo>
                    <a:pt x="178" y="216"/>
                  </a:lnTo>
                  <a:lnTo>
                    <a:pt x="178" y="220"/>
                  </a:lnTo>
                  <a:lnTo>
                    <a:pt x="176" y="222"/>
                  </a:lnTo>
                  <a:lnTo>
                    <a:pt x="174" y="224"/>
                  </a:lnTo>
                  <a:lnTo>
                    <a:pt x="170" y="224"/>
                  </a:lnTo>
                  <a:lnTo>
                    <a:pt x="166" y="226"/>
                  </a:lnTo>
                  <a:lnTo>
                    <a:pt x="160" y="228"/>
                  </a:lnTo>
                  <a:lnTo>
                    <a:pt x="156" y="230"/>
                  </a:lnTo>
                  <a:lnTo>
                    <a:pt x="154" y="234"/>
                  </a:lnTo>
                  <a:lnTo>
                    <a:pt x="152" y="236"/>
                  </a:lnTo>
                  <a:lnTo>
                    <a:pt x="148" y="238"/>
                  </a:lnTo>
                  <a:lnTo>
                    <a:pt x="142" y="240"/>
                  </a:lnTo>
                  <a:lnTo>
                    <a:pt x="138" y="242"/>
                  </a:lnTo>
                  <a:lnTo>
                    <a:pt x="132" y="244"/>
                  </a:lnTo>
                  <a:lnTo>
                    <a:pt x="130" y="244"/>
                  </a:lnTo>
                  <a:lnTo>
                    <a:pt x="128" y="244"/>
                  </a:lnTo>
                  <a:lnTo>
                    <a:pt x="120" y="244"/>
                  </a:lnTo>
                  <a:lnTo>
                    <a:pt x="118" y="244"/>
                  </a:lnTo>
                  <a:lnTo>
                    <a:pt x="116" y="242"/>
                  </a:lnTo>
                  <a:lnTo>
                    <a:pt x="112" y="240"/>
                  </a:lnTo>
                  <a:lnTo>
                    <a:pt x="108" y="238"/>
                  </a:lnTo>
                  <a:lnTo>
                    <a:pt x="104" y="236"/>
                  </a:lnTo>
                  <a:lnTo>
                    <a:pt x="98" y="234"/>
                  </a:lnTo>
                  <a:lnTo>
                    <a:pt x="96" y="232"/>
                  </a:lnTo>
                  <a:lnTo>
                    <a:pt x="94" y="230"/>
                  </a:lnTo>
                  <a:lnTo>
                    <a:pt x="82" y="22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62" name="Freeform 324"/>
            <p:cNvSpPr>
              <a:spLocks/>
            </p:cNvSpPr>
            <p:nvPr/>
          </p:nvSpPr>
          <p:spPr bwMode="gray">
            <a:xfrm>
              <a:off x="4525" y="2938"/>
              <a:ext cx="176" cy="172"/>
            </a:xfrm>
            <a:custGeom>
              <a:avLst/>
              <a:gdLst>
                <a:gd name="T0" fmla="*/ 166 w 176"/>
                <a:gd name="T1" fmla="*/ 50 h 172"/>
                <a:gd name="T2" fmla="*/ 162 w 176"/>
                <a:gd name="T3" fmla="*/ 46 h 172"/>
                <a:gd name="T4" fmla="*/ 152 w 176"/>
                <a:gd name="T5" fmla="*/ 38 h 172"/>
                <a:gd name="T6" fmla="*/ 142 w 176"/>
                <a:gd name="T7" fmla="*/ 34 h 172"/>
                <a:gd name="T8" fmla="*/ 134 w 176"/>
                <a:gd name="T9" fmla="*/ 26 h 172"/>
                <a:gd name="T10" fmla="*/ 126 w 176"/>
                <a:gd name="T11" fmla="*/ 22 h 172"/>
                <a:gd name="T12" fmla="*/ 110 w 176"/>
                <a:gd name="T13" fmla="*/ 26 h 172"/>
                <a:gd name="T14" fmla="*/ 100 w 176"/>
                <a:gd name="T15" fmla="*/ 30 h 172"/>
                <a:gd name="T16" fmla="*/ 84 w 176"/>
                <a:gd name="T17" fmla="*/ 32 h 172"/>
                <a:gd name="T18" fmla="*/ 72 w 176"/>
                <a:gd name="T19" fmla="*/ 30 h 172"/>
                <a:gd name="T20" fmla="*/ 62 w 176"/>
                <a:gd name="T21" fmla="*/ 22 h 172"/>
                <a:gd name="T22" fmla="*/ 54 w 176"/>
                <a:gd name="T23" fmla="*/ 14 h 172"/>
                <a:gd name="T24" fmla="*/ 48 w 176"/>
                <a:gd name="T25" fmla="*/ 6 h 172"/>
                <a:gd name="T26" fmla="*/ 42 w 176"/>
                <a:gd name="T27" fmla="*/ 4 h 172"/>
                <a:gd name="T28" fmla="*/ 42 w 176"/>
                <a:gd name="T29" fmla="*/ 0 h 172"/>
                <a:gd name="T30" fmla="*/ 40 w 176"/>
                <a:gd name="T31" fmla="*/ 2 h 172"/>
                <a:gd name="T32" fmla="*/ 40 w 176"/>
                <a:gd name="T33" fmla="*/ 6 h 172"/>
                <a:gd name="T34" fmla="*/ 38 w 176"/>
                <a:gd name="T35" fmla="*/ 8 h 172"/>
                <a:gd name="T36" fmla="*/ 36 w 176"/>
                <a:gd name="T37" fmla="*/ 12 h 172"/>
                <a:gd name="T38" fmla="*/ 36 w 176"/>
                <a:gd name="T39" fmla="*/ 16 h 172"/>
                <a:gd name="T40" fmla="*/ 36 w 176"/>
                <a:gd name="T41" fmla="*/ 20 h 172"/>
                <a:gd name="T42" fmla="*/ 32 w 176"/>
                <a:gd name="T43" fmla="*/ 18 h 172"/>
                <a:gd name="T44" fmla="*/ 32 w 176"/>
                <a:gd name="T45" fmla="*/ 14 h 172"/>
                <a:gd name="T46" fmla="*/ 34 w 176"/>
                <a:gd name="T47" fmla="*/ 10 h 172"/>
                <a:gd name="T48" fmla="*/ 32 w 176"/>
                <a:gd name="T49" fmla="*/ 6 h 172"/>
                <a:gd name="T50" fmla="*/ 24 w 176"/>
                <a:gd name="T51" fmla="*/ 10 h 172"/>
                <a:gd name="T52" fmla="*/ 18 w 176"/>
                <a:gd name="T53" fmla="*/ 16 h 172"/>
                <a:gd name="T54" fmla="*/ 10 w 176"/>
                <a:gd name="T55" fmla="*/ 20 h 172"/>
                <a:gd name="T56" fmla="*/ 0 w 176"/>
                <a:gd name="T57" fmla="*/ 30 h 172"/>
                <a:gd name="T58" fmla="*/ 0 w 176"/>
                <a:gd name="T59" fmla="*/ 36 h 172"/>
                <a:gd name="T60" fmla="*/ 2 w 176"/>
                <a:gd name="T61" fmla="*/ 48 h 172"/>
                <a:gd name="T62" fmla="*/ 4 w 176"/>
                <a:gd name="T63" fmla="*/ 54 h 172"/>
                <a:gd name="T64" fmla="*/ 2 w 176"/>
                <a:gd name="T65" fmla="*/ 62 h 172"/>
                <a:gd name="T66" fmla="*/ 0 w 176"/>
                <a:gd name="T67" fmla="*/ 72 h 172"/>
                <a:gd name="T68" fmla="*/ 6 w 176"/>
                <a:gd name="T69" fmla="*/ 84 h 172"/>
                <a:gd name="T70" fmla="*/ 48 w 176"/>
                <a:gd name="T71" fmla="*/ 98 h 172"/>
                <a:gd name="T72" fmla="*/ 56 w 176"/>
                <a:gd name="T73" fmla="*/ 98 h 172"/>
                <a:gd name="T74" fmla="*/ 62 w 176"/>
                <a:gd name="T75" fmla="*/ 96 h 172"/>
                <a:gd name="T76" fmla="*/ 66 w 176"/>
                <a:gd name="T77" fmla="*/ 96 h 172"/>
                <a:gd name="T78" fmla="*/ 66 w 176"/>
                <a:gd name="T79" fmla="*/ 102 h 172"/>
                <a:gd name="T80" fmla="*/ 60 w 176"/>
                <a:gd name="T81" fmla="*/ 108 h 172"/>
                <a:gd name="T82" fmla="*/ 60 w 176"/>
                <a:gd name="T83" fmla="*/ 122 h 172"/>
                <a:gd name="T84" fmla="*/ 60 w 176"/>
                <a:gd name="T85" fmla="*/ 140 h 172"/>
                <a:gd name="T86" fmla="*/ 64 w 176"/>
                <a:gd name="T87" fmla="*/ 148 h 172"/>
                <a:gd name="T88" fmla="*/ 68 w 176"/>
                <a:gd name="T89" fmla="*/ 164 h 172"/>
                <a:gd name="T90" fmla="*/ 116 w 176"/>
                <a:gd name="T91" fmla="*/ 152 h 172"/>
                <a:gd name="T92" fmla="*/ 122 w 176"/>
                <a:gd name="T93" fmla="*/ 140 h 172"/>
                <a:gd name="T94" fmla="*/ 116 w 176"/>
                <a:gd name="T95" fmla="*/ 140 h 172"/>
                <a:gd name="T96" fmla="*/ 112 w 176"/>
                <a:gd name="T97" fmla="*/ 136 h 172"/>
                <a:gd name="T98" fmla="*/ 108 w 176"/>
                <a:gd name="T99" fmla="*/ 126 h 172"/>
                <a:gd name="T100" fmla="*/ 104 w 176"/>
                <a:gd name="T101" fmla="*/ 124 h 172"/>
                <a:gd name="T102" fmla="*/ 106 w 176"/>
                <a:gd name="T103" fmla="*/ 118 h 172"/>
                <a:gd name="T104" fmla="*/ 126 w 176"/>
                <a:gd name="T105" fmla="*/ 124 h 172"/>
                <a:gd name="T106" fmla="*/ 144 w 176"/>
                <a:gd name="T107" fmla="*/ 124 h 172"/>
                <a:gd name="T108" fmla="*/ 156 w 176"/>
                <a:gd name="T109" fmla="*/ 122 h 172"/>
                <a:gd name="T110" fmla="*/ 162 w 176"/>
                <a:gd name="T111" fmla="*/ 120 h 172"/>
                <a:gd name="T112" fmla="*/ 156 w 176"/>
                <a:gd name="T113" fmla="*/ 100 h 172"/>
                <a:gd name="T114" fmla="*/ 154 w 176"/>
                <a:gd name="T115" fmla="*/ 90 h 172"/>
                <a:gd name="T116" fmla="*/ 166 w 176"/>
                <a:gd name="T117" fmla="*/ 76 h 172"/>
                <a:gd name="T118" fmla="*/ 168 w 176"/>
                <a:gd name="T119" fmla="*/ 62 h 172"/>
                <a:gd name="T120" fmla="*/ 176 w 176"/>
                <a:gd name="T121" fmla="*/ 58 h 17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76"/>
                <a:gd name="T184" fmla="*/ 0 h 172"/>
                <a:gd name="T185" fmla="*/ 176 w 176"/>
                <a:gd name="T186" fmla="*/ 172 h 17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76" h="172">
                  <a:moveTo>
                    <a:pt x="176" y="58"/>
                  </a:moveTo>
                  <a:lnTo>
                    <a:pt x="170" y="54"/>
                  </a:lnTo>
                  <a:lnTo>
                    <a:pt x="166" y="50"/>
                  </a:lnTo>
                  <a:lnTo>
                    <a:pt x="164" y="48"/>
                  </a:lnTo>
                  <a:lnTo>
                    <a:pt x="162" y="46"/>
                  </a:lnTo>
                  <a:lnTo>
                    <a:pt x="160" y="44"/>
                  </a:lnTo>
                  <a:lnTo>
                    <a:pt x="156" y="40"/>
                  </a:lnTo>
                  <a:lnTo>
                    <a:pt x="152" y="38"/>
                  </a:lnTo>
                  <a:lnTo>
                    <a:pt x="146" y="36"/>
                  </a:lnTo>
                  <a:lnTo>
                    <a:pt x="144" y="34"/>
                  </a:lnTo>
                  <a:lnTo>
                    <a:pt x="142" y="34"/>
                  </a:lnTo>
                  <a:lnTo>
                    <a:pt x="138" y="32"/>
                  </a:lnTo>
                  <a:lnTo>
                    <a:pt x="136" y="28"/>
                  </a:lnTo>
                  <a:lnTo>
                    <a:pt x="134" y="26"/>
                  </a:lnTo>
                  <a:lnTo>
                    <a:pt x="132" y="24"/>
                  </a:lnTo>
                  <a:lnTo>
                    <a:pt x="126" y="22"/>
                  </a:lnTo>
                  <a:lnTo>
                    <a:pt x="120" y="24"/>
                  </a:lnTo>
                  <a:lnTo>
                    <a:pt x="116" y="24"/>
                  </a:lnTo>
                  <a:lnTo>
                    <a:pt x="110" y="26"/>
                  </a:lnTo>
                  <a:lnTo>
                    <a:pt x="108" y="26"/>
                  </a:lnTo>
                  <a:lnTo>
                    <a:pt x="106" y="28"/>
                  </a:lnTo>
                  <a:lnTo>
                    <a:pt x="100" y="30"/>
                  </a:lnTo>
                  <a:lnTo>
                    <a:pt x="94" y="32"/>
                  </a:lnTo>
                  <a:lnTo>
                    <a:pt x="88" y="32"/>
                  </a:lnTo>
                  <a:lnTo>
                    <a:pt x="84" y="32"/>
                  </a:lnTo>
                  <a:lnTo>
                    <a:pt x="80" y="32"/>
                  </a:lnTo>
                  <a:lnTo>
                    <a:pt x="78" y="32"/>
                  </a:lnTo>
                  <a:lnTo>
                    <a:pt x="72" y="30"/>
                  </a:lnTo>
                  <a:lnTo>
                    <a:pt x="68" y="28"/>
                  </a:lnTo>
                  <a:lnTo>
                    <a:pt x="64" y="24"/>
                  </a:lnTo>
                  <a:lnTo>
                    <a:pt x="62" y="22"/>
                  </a:lnTo>
                  <a:lnTo>
                    <a:pt x="56" y="18"/>
                  </a:lnTo>
                  <a:lnTo>
                    <a:pt x="54" y="14"/>
                  </a:lnTo>
                  <a:lnTo>
                    <a:pt x="50" y="10"/>
                  </a:lnTo>
                  <a:lnTo>
                    <a:pt x="50" y="8"/>
                  </a:lnTo>
                  <a:lnTo>
                    <a:pt x="48" y="6"/>
                  </a:lnTo>
                  <a:lnTo>
                    <a:pt x="46" y="4"/>
                  </a:lnTo>
                  <a:lnTo>
                    <a:pt x="44" y="4"/>
                  </a:lnTo>
                  <a:lnTo>
                    <a:pt x="42" y="4"/>
                  </a:lnTo>
                  <a:lnTo>
                    <a:pt x="42" y="2"/>
                  </a:lnTo>
                  <a:lnTo>
                    <a:pt x="42" y="0"/>
                  </a:lnTo>
                  <a:lnTo>
                    <a:pt x="40" y="0"/>
                  </a:lnTo>
                  <a:lnTo>
                    <a:pt x="40" y="2"/>
                  </a:lnTo>
                  <a:lnTo>
                    <a:pt x="42" y="4"/>
                  </a:lnTo>
                  <a:lnTo>
                    <a:pt x="40" y="4"/>
                  </a:lnTo>
                  <a:lnTo>
                    <a:pt x="40" y="6"/>
                  </a:lnTo>
                  <a:lnTo>
                    <a:pt x="40" y="8"/>
                  </a:lnTo>
                  <a:lnTo>
                    <a:pt x="38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6" y="14"/>
                  </a:lnTo>
                  <a:lnTo>
                    <a:pt x="36" y="16"/>
                  </a:lnTo>
                  <a:lnTo>
                    <a:pt x="36" y="18"/>
                  </a:lnTo>
                  <a:lnTo>
                    <a:pt x="36" y="20"/>
                  </a:lnTo>
                  <a:lnTo>
                    <a:pt x="34" y="20"/>
                  </a:lnTo>
                  <a:lnTo>
                    <a:pt x="32" y="18"/>
                  </a:lnTo>
                  <a:lnTo>
                    <a:pt x="32" y="16"/>
                  </a:lnTo>
                  <a:lnTo>
                    <a:pt x="32" y="14"/>
                  </a:lnTo>
                  <a:lnTo>
                    <a:pt x="34" y="14"/>
                  </a:lnTo>
                  <a:lnTo>
                    <a:pt x="34" y="12"/>
                  </a:lnTo>
                  <a:lnTo>
                    <a:pt x="34" y="10"/>
                  </a:lnTo>
                  <a:lnTo>
                    <a:pt x="32" y="8"/>
                  </a:lnTo>
                  <a:lnTo>
                    <a:pt x="32" y="6"/>
                  </a:lnTo>
                  <a:lnTo>
                    <a:pt x="32" y="4"/>
                  </a:lnTo>
                  <a:lnTo>
                    <a:pt x="28" y="6"/>
                  </a:lnTo>
                  <a:lnTo>
                    <a:pt x="24" y="10"/>
                  </a:lnTo>
                  <a:lnTo>
                    <a:pt x="22" y="14"/>
                  </a:lnTo>
                  <a:lnTo>
                    <a:pt x="20" y="16"/>
                  </a:lnTo>
                  <a:lnTo>
                    <a:pt x="18" y="16"/>
                  </a:lnTo>
                  <a:lnTo>
                    <a:pt x="18" y="18"/>
                  </a:lnTo>
                  <a:lnTo>
                    <a:pt x="14" y="18"/>
                  </a:lnTo>
                  <a:lnTo>
                    <a:pt x="10" y="20"/>
                  </a:lnTo>
                  <a:lnTo>
                    <a:pt x="6" y="24"/>
                  </a:lnTo>
                  <a:lnTo>
                    <a:pt x="2" y="26"/>
                  </a:lnTo>
                  <a:lnTo>
                    <a:pt x="0" y="30"/>
                  </a:lnTo>
                  <a:lnTo>
                    <a:pt x="0" y="32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2" y="48"/>
                  </a:lnTo>
                  <a:lnTo>
                    <a:pt x="2" y="50"/>
                  </a:lnTo>
                  <a:lnTo>
                    <a:pt x="4" y="54"/>
                  </a:lnTo>
                  <a:lnTo>
                    <a:pt x="4" y="58"/>
                  </a:lnTo>
                  <a:lnTo>
                    <a:pt x="2" y="60"/>
                  </a:lnTo>
                  <a:lnTo>
                    <a:pt x="2" y="62"/>
                  </a:lnTo>
                  <a:lnTo>
                    <a:pt x="2" y="64"/>
                  </a:lnTo>
                  <a:lnTo>
                    <a:pt x="0" y="68"/>
                  </a:lnTo>
                  <a:lnTo>
                    <a:pt x="0" y="72"/>
                  </a:lnTo>
                  <a:lnTo>
                    <a:pt x="2" y="76"/>
                  </a:lnTo>
                  <a:lnTo>
                    <a:pt x="2" y="80"/>
                  </a:lnTo>
                  <a:lnTo>
                    <a:pt x="6" y="84"/>
                  </a:lnTo>
                  <a:lnTo>
                    <a:pt x="12" y="86"/>
                  </a:lnTo>
                  <a:lnTo>
                    <a:pt x="44" y="90"/>
                  </a:lnTo>
                  <a:lnTo>
                    <a:pt x="48" y="98"/>
                  </a:lnTo>
                  <a:lnTo>
                    <a:pt x="52" y="98"/>
                  </a:lnTo>
                  <a:lnTo>
                    <a:pt x="56" y="98"/>
                  </a:lnTo>
                  <a:lnTo>
                    <a:pt x="60" y="98"/>
                  </a:lnTo>
                  <a:lnTo>
                    <a:pt x="62" y="96"/>
                  </a:lnTo>
                  <a:lnTo>
                    <a:pt x="64" y="96"/>
                  </a:lnTo>
                  <a:lnTo>
                    <a:pt x="66" y="96"/>
                  </a:lnTo>
                  <a:lnTo>
                    <a:pt x="66" y="98"/>
                  </a:lnTo>
                  <a:lnTo>
                    <a:pt x="66" y="102"/>
                  </a:lnTo>
                  <a:lnTo>
                    <a:pt x="64" y="104"/>
                  </a:lnTo>
                  <a:lnTo>
                    <a:pt x="62" y="106"/>
                  </a:lnTo>
                  <a:lnTo>
                    <a:pt x="60" y="108"/>
                  </a:lnTo>
                  <a:lnTo>
                    <a:pt x="60" y="112"/>
                  </a:lnTo>
                  <a:lnTo>
                    <a:pt x="58" y="116"/>
                  </a:lnTo>
                  <a:lnTo>
                    <a:pt x="60" y="122"/>
                  </a:lnTo>
                  <a:lnTo>
                    <a:pt x="62" y="128"/>
                  </a:lnTo>
                  <a:lnTo>
                    <a:pt x="68" y="132"/>
                  </a:lnTo>
                  <a:lnTo>
                    <a:pt x="60" y="140"/>
                  </a:lnTo>
                  <a:lnTo>
                    <a:pt x="62" y="140"/>
                  </a:lnTo>
                  <a:lnTo>
                    <a:pt x="62" y="144"/>
                  </a:lnTo>
                  <a:lnTo>
                    <a:pt x="64" y="148"/>
                  </a:lnTo>
                  <a:lnTo>
                    <a:pt x="66" y="154"/>
                  </a:lnTo>
                  <a:lnTo>
                    <a:pt x="68" y="160"/>
                  </a:lnTo>
                  <a:lnTo>
                    <a:pt x="68" y="164"/>
                  </a:lnTo>
                  <a:lnTo>
                    <a:pt x="80" y="166"/>
                  </a:lnTo>
                  <a:lnTo>
                    <a:pt x="98" y="172"/>
                  </a:lnTo>
                  <a:lnTo>
                    <a:pt x="116" y="152"/>
                  </a:lnTo>
                  <a:lnTo>
                    <a:pt x="124" y="148"/>
                  </a:lnTo>
                  <a:lnTo>
                    <a:pt x="124" y="140"/>
                  </a:lnTo>
                  <a:lnTo>
                    <a:pt x="122" y="140"/>
                  </a:lnTo>
                  <a:lnTo>
                    <a:pt x="118" y="140"/>
                  </a:lnTo>
                  <a:lnTo>
                    <a:pt x="116" y="140"/>
                  </a:lnTo>
                  <a:lnTo>
                    <a:pt x="114" y="140"/>
                  </a:lnTo>
                  <a:lnTo>
                    <a:pt x="112" y="138"/>
                  </a:lnTo>
                  <a:lnTo>
                    <a:pt x="112" y="136"/>
                  </a:lnTo>
                  <a:lnTo>
                    <a:pt x="112" y="130"/>
                  </a:lnTo>
                  <a:lnTo>
                    <a:pt x="110" y="128"/>
                  </a:lnTo>
                  <a:lnTo>
                    <a:pt x="108" y="126"/>
                  </a:lnTo>
                  <a:lnTo>
                    <a:pt x="106" y="124"/>
                  </a:lnTo>
                  <a:lnTo>
                    <a:pt x="104" y="124"/>
                  </a:lnTo>
                  <a:lnTo>
                    <a:pt x="104" y="122"/>
                  </a:lnTo>
                  <a:lnTo>
                    <a:pt x="104" y="118"/>
                  </a:lnTo>
                  <a:lnTo>
                    <a:pt x="106" y="118"/>
                  </a:lnTo>
                  <a:lnTo>
                    <a:pt x="108" y="120"/>
                  </a:lnTo>
                  <a:lnTo>
                    <a:pt x="114" y="122"/>
                  </a:lnTo>
                  <a:lnTo>
                    <a:pt x="126" y="124"/>
                  </a:lnTo>
                  <a:lnTo>
                    <a:pt x="128" y="130"/>
                  </a:lnTo>
                  <a:lnTo>
                    <a:pt x="144" y="128"/>
                  </a:lnTo>
                  <a:lnTo>
                    <a:pt x="144" y="124"/>
                  </a:lnTo>
                  <a:lnTo>
                    <a:pt x="152" y="120"/>
                  </a:lnTo>
                  <a:lnTo>
                    <a:pt x="154" y="120"/>
                  </a:lnTo>
                  <a:lnTo>
                    <a:pt x="156" y="122"/>
                  </a:lnTo>
                  <a:lnTo>
                    <a:pt x="158" y="122"/>
                  </a:lnTo>
                  <a:lnTo>
                    <a:pt x="160" y="120"/>
                  </a:lnTo>
                  <a:lnTo>
                    <a:pt x="162" y="120"/>
                  </a:lnTo>
                  <a:lnTo>
                    <a:pt x="164" y="118"/>
                  </a:lnTo>
                  <a:lnTo>
                    <a:pt x="164" y="116"/>
                  </a:lnTo>
                  <a:lnTo>
                    <a:pt x="156" y="100"/>
                  </a:lnTo>
                  <a:lnTo>
                    <a:pt x="156" y="98"/>
                  </a:lnTo>
                  <a:lnTo>
                    <a:pt x="154" y="96"/>
                  </a:lnTo>
                  <a:lnTo>
                    <a:pt x="154" y="90"/>
                  </a:lnTo>
                  <a:lnTo>
                    <a:pt x="154" y="84"/>
                  </a:lnTo>
                  <a:lnTo>
                    <a:pt x="156" y="78"/>
                  </a:lnTo>
                  <a:lnTo>
                    <a:pt x="166" y="76"/>
                  </a:lnTo>
                  <a:lnTo>
                    <a:pt x="164" y="64"/>
                  </a:lnTo>
                  <a:lnTo>
                    <a:pt x="168" y="62"/>
                  </a:lnTo>
                  <a:lnTo>
                    <a:pt x="170" y="62"/>
                  </a:lnTo>
                  <a:lnTo>
                    <a:pt x="174" y="60"/>
                  </a:lnTo>
                  <a:lnTo>
                    <a:pt x="176" y="5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63" name="Freeform 325"/>
            <p:cNvSpPr>
              <a:spLocks/>
            </p:cNvSpPr>
            <p:nvPr/>
          </p:nvSpPr>
          <p:spPr bwMode="gray">
            <a:xfrm>
              <a:off x="4679" y="2996"/>
              <a:ext cx="52" cy="86"/>
            </a:xfrm>
            <a:custGeom>
              <a:avLst/>
              <a:gdLst>
                <a:gd name="T0" fmla="*/ 52 w 52"/>
                <a:gd name="T1" fmla="*/ 28 h 86"/>
                <a:gd name="T2" fmla="*/ 52 w 52"/>
                <a:gd name="T3" fmla="*/ 28 h 86"/>
                <a:gd name="T4" fmla="*/ 48 w 52"/>
                <a:gd name="T5" fmla="*/ 26 h 86"/>
                <a:gd name="T6" fmla="*/ 46 w 52"/>
                <a:gd name="T7" fmla="*/ 22 h 86"/>
                <a:gd name="T8" fmla="*/ 40 w 52"/>
                <a:gd name="T9" fmla="*/ 16 h 86"/>
                <a:gd name="T10" fmla="*/ 34 w 52"/>
                <a:gd name="T11" fmla="*/ 12 h 86"/>
                <a:gd name="T12" fmla="*/ 28 w 52"/>
                <a:gd name="T13" fmla="*/ 6 h 86"/>
                <a:gd name="T14" fmla="*/ 22 w 52"/>
                <a:gd name="T15" fmla="*/ 0 h 86"/>
                <a:gd name="T16" fmla="*/ 22 w 52"/>
                <a:gd name="T17" fmla="*/ 0 h 86"/>
                <a:gd name="T18" fmla="*/ 20 w 52"/>
                <a:gd name="T19" fmla="*/ 2 h 86"/>
                <a:gd name="T20" fmla="*/ 16 w 52"/>
                <a:gd name="T21" fmla="*/ 4 h 86"/>
                <a:gd name="T22" fmla="*/ 14 w 52"/>
                <a:gd name="T23" fmla="*/ 4 h 86"/>
                <a:gd name="T24" fmla="*/ 10 w 52"/>
                <a:gd name="T25" fmla="*/ 6 h 86"/>
                <a:gd name="T26" fmla="*/ 10 w 52"/>
                <a:gd name="T27" fmla="*/ 6 h 86"/>
                <a:gd name="T28" fmla="*/ 12 w 52"/>
                <a:gd name="T29" fmla="*/ 18 h 86"/>
                <a:gd name="T30" fmla="*/ 2 w 52"/>
                <a:gd name="T31" fmla="*/ 20 h 86"/>
                <a:gd name="T32" fmla="*/ 0 w 52"/>
                <a:gd name="T33" fmla="*/ 26 h 86"/>
                <a:gd name="T34" fmla="*/ 0 w 52"/>
                <a:gd name="T35" fmla="*/ 32 h 86"/>
                <a:gd name="T36" fmla="*/ 0 w 52"/>
                <a:gd name="T37" fmla="*/ 38 h 86"/>
                <a:gd name="T38" fmla="*/ 2 w 52"/>
                <a:gd name="T39" fmla="*/ 40 h 86"/>
                <a:gd name="T40" fmla="*/ 2 w 52"/>
                <a:gd name="T41" fmla="*/ 42 h 86"/>
                <a:gd name="T42" fmla="*/ 10 w 52"/>
                <a:gd name="T43" fmla="*/ 58 h 86"/>
                <a:gd name="T44" fmla="*/ 14 w 52"/>
                <a:gd name="T45" fmla="*/ 58 h 86"/>
                <a:gd name="T46" fmla="*/ 16 w 52"/>
                <a:gd name="T47" fmla="*/ 60 h 86"/>
                <a:gd name="T48" fmla="*/ 16 w 52"/>
                <a:gd name="T49" fmla="*/ 62 h 86"/>
                <a:gd name="T50" fmla="*/ 18 w 52"/>
                <a:gd name="T51" fmla="*/ 66 h 86"/>
                <a:gd name="T52" fmla="*/ 18 w 52"/>
                <a:gd name="T53" fmla="*/ 70 h 86"/>
                <a:gd name="T54" fmla="*/ 18 w 52"/>
                <a:gd name="T55" fmla="*/ 72 h 86"/>
                <a:gd name="T56" fmla="*/ 16 w 52"/>
                <a:gd name="T57" fmla="*/ 74 h 86"/>
                <a:gd name="T58" fmla="*/ 16 w 52"/>
                <a:gd name="T59" fmla="*/ 78 h 86"/>
                <a:gd name="T60" fmla="*/ 16 w 52"/>
                <a:gd name="T61" fmla="*/ 80 h 86"/>
                <a:gd name="T62" fmla="*/ 16 w 52"/>
                <a:gd name="T63" fmla="*/ 84 h 86"/>
                <a:gd name="T64" fmla="*/ 18 w 52"/>
                <a:gd name="T65" fmla="*/ 86 h 86"/>
                <a:gd name="T66" fmla="*/ 24 w 52"/>
                <a:gd name="T67" fmla="*/ 84 h 86"/>
                <a:gd name="T68" fmla="*/ 26 w 52"/>
                <a:gd name="T69" fmla="*/ 84 h 86"/>
                <a:gd name="T70" fmla="*/ 36 w 52"/>
                <a:gd name="T71" fmla="*/ 82 h 86"/>
                <a:gd name="T72" fmla="*/ 40 w 52"/>
                <a:gd name="T73" fmla="*/ 82 h 86"/>
                <a:gd name="T74" fmla="*/ 46 w 52"/>
                <a:gd name="T75" fmla="*/ 82 h 86"/>
                <a:gd name="T76" fmla="*/ 46 w 52"/>
                <a:gd name="T77" fmla="*/ 82 h 86"/>
                <a:gd name="T78" fmla="*/ 44 w 52"/>
                <a:gd name="T79" fmla="*/ 80 h 86"/>
                <a:gd name="T80" fmla="*/ 42 w 52"/>
                <a:gd name="T81" fmla="*/ 78 h 86"/>
                <a:gd name="T82" fmla="*/ 42 w 52"/>
                <a:gd name="T83" fmla="*/ 74 h 86"/>
                <a:gd name="T84" fmla="*/ 40 w 52"/>
                <a:gd name="T85" fmla="*/ 64 h 86"/>
                <a:gd name="T86" fmla="*/ 36 w 52"/>
                <a:gd name="T87" fmla="*/ 62 h 86"/>
                <a:gd name="T88" fmla="*/ 36 w 52"/>
                <a:gd name="T89" fmla="*/ 62 h 86"/>
                <a:gd name="T90" fmla="*/ 34 w 52"/>
                <a:gd name="T91" fmla="*/ 58 h 86"/>
                <a:gd name="T92" fmla="*/ 32 w 52"/>
                <a:gd name="T93" fmla="*/ 54 h 86"/>
                <a:gd name="T94" fmla="*/ 32 w 52"/>
                <a:gd name="T95" fmla="*/ 50 h 86"/>
                <a:gd name="T96" fmla="*/ 32 w 52"/>
                <a:gd name="T97" fmla="*/ 44 h 86"/>
                <a:gd name="T98" fmla="*/ 34 w 52"/>
                <a:gd name="T99" fmla="*/ 40 h 86"/>
                <a:gd name="T100" fmla="*/ 38 w 52"/>
                <a:gd name="T101" fmla="*/ 40 h 86"/>
                <a:gd name="T102" fmla="*/ 40 w 52"/>
                <a:gd name="T103" fmla="*/ 40 h 86"/>
                <a:gd name="T104" fmla="*/ 42 w 52"/>
                <a:gd name="T105" fmla="*/ 42 h 86"/>
                <a:gd name="T106" fmla="*/ 44 w 52"/>
                <a:gd name="T107" fmla="*/ 42 h 86"/>
                <a:gd name="T108" fmla="*/ 44 w 52"/>
                <a:gd name="T109" fmla="*/ 40 h 86"/>
                <a:gd name="T110" fmla="*/ 46 w 52"/>
                <a:gd name="T111" fmla="*/ 38 h 86"/>
                <a:gd name="T112" fmla="*/ 46 w 52"/>
                <a:gd name="T113" fmla="*/ 38 h 86"/>
                <a:gd name="T114" fmla="*/ 46 w 52"/>
                <a:gd name="T115" fmla="*/ 36 h 86"/>
                <a:gd name="T116" fmla="*/ 48 w 52"/>
                <a:gd name="T117" fmla="*/ 34 h 86"/>
                <a:gd name="T118" fmla="*/ 48 w 52"/>
                <a:gd name="T119" fmla="*/ 32 h 86"/>
                <a:gd name="T120" fmla="*/ 52 w 52"/>
                <a:gd name="T121" fmla="*/ 28 h 8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52"/>
                <a:gd name="T184" fmla="*/ 0 h 86"/>
                <a:gd name="T185" fmla="*/ 52 w 52"/>
                <a:gd name="T186" fmla="*/ 86 h 8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52" h="86">
                  <a:moveTo>
                    <a:pt x="52" y="28"/>
                  </a:moveTo>
                  <a:lnTo>
                    <a:pt x="52" y="28"/>
                  </a:lnTo>
                  <a:lnTo>
                    <a:pt x="48" y="26"/>
                  </a:lnTo>
                  <a:lnTo>
                    <a:pt x="46" y="22"/>
                  </a:lnTo>
                  <a:lnTo>
                    <a:pt x="40" y="16"/>
                  </a:lnTo>
                  <a:lnTo>
                    <a:pt x="34" y="12"/>
                  </a:lnTo>
                  <a:lnTo>
                    <a:pt x="28" y="6"/>
                  </a:lnTo>
                  <a:lnTo>
                    <a:pt x="22" y="0"/>
                  </a:lnTo>
                  <a:lnTo>
                    <a:pt x="20" y="2"/>
                  </a:lnTo>
                  <a:lnTo>
                    <a:pt x="16" y="4"/>
                  </a:lnTo>
                  <a:lnTo>
                    <a:pt x="14" y="4"/>
                  </a:lnTo>
                  <a:lnTo>
                    <a:pt x="10" y="6"/>
                  </a:lnTo>
                  <a:lnTo>
                    <a:pt x="12" y="18"/>
                  </a:lnTo>
                  <a:lnTo>
                    <a:pt x="2" y="20"/>
                  </a:lnTo>
                  <a:lnTo>
                    <a:pt x="0" y="26"/>
                  </a:lnTo>
                  <a:lnTo>
                    <a:pt x="0" y="32"/>
                  </a:lnTo>
                  <a:lnTo>
                    <a:pt x="0" y="38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10" y="58"/>
                  </a:lnTo>
                  <a:lnTo>
                    <a:pt x="14" y="58"/>
                  </a:lnTo>
                  <a:lnTo>
                    <a:pt x="16" y="60"/>
                  </a:lnTo>
                  <a:lnTo>
                    <a:pt x="16" y="62"/>
                  </a:lnTo>
                  <a:lnTo>
                    <a:pt x="18" y="66"/>
                  </a:lnTo>
                  <a:lnTo>
                    <a:pt x="18" y="70"/>
                  </a:lnTo>
                  <a:lnTo>
                    <a:pt x="18" y="72"/>
                  </a:lnTo>
                  <a:lnTo>
                    <a:pt x="16" y="74"/>
                  </a:lnTo>
                  <a:lnTo>
                    <a:pt x="16" y="78"/>
                  </a:lnTo>
                  <a:lnTo>
                    <a:pt x="16" y="80"/>
                  </a:lnTo>
                  <a:lnTo>
                    <a:pt x="16" y="84"/>
                  </a:lnTo>
                  <a:lnTo>
                    <a:pt x="18" y="86"/>
                  </a:lnTo>
                  <a:lnTo>
                    <a:pt x="24" y="84"/>
                  </a:lnTo>
                  <a:lnTo>
                    <a:pt x="26" y="84"/>
                  </a:lnTo>
                  <a:lnTo>
                    <a:pt x="36" y="82"/>
                  </a:lnTo>
                  <a:lnTo>
                    <a:pt x="40" y="82"/>
                  </a:lnTo>
                  <a:lnTo>
                    <a:pt x="46" y="82"/>
                  </a:lnTo>
                  <a:lnTo>
                    <a:pt x="44" y="80"/>
                  </a:lnTo>
                  <a:lnTo>
                    <a:pt x="42" y="78"/>
                  </a:lnTo>
                  <a:lnTo>
                    <a:pt x="42" y="74"/>
                  </a:lnTo>
                  <a:lnTo>
                    <a:pt x="40" y="64"/>
                  </a:lnTo>
                  <a:lnTo>
                    <a:pt x="36" y="62"/>
                  </a:lnTo>
                  <a:lnTo>
                    <a:pt x="34" y="58"/>
                  </a:lnTo>
                  <a:lnTo>
                    <a:pt x="32" y="54"/>
                  </a:lnTo>
                  <a:lnTo>
                    <a:pt x="32" y="50"/>
                  </a:lnTo>
                  <a:lnTo>
                    <a:pt x="32" y="44"/>
                  </a:lnTo>
                  <a:lnTo>
                    <a:pt x="34" y="40"/>
                  </a:lnTo>
                  <a:lnTo>
                    <a:pt x="38" y="40"/>
                  </a:lnTo>
                  <a:lnTo>
                    <a:pt x="40" y="40"/>
                  </a:lnTo>
                  <a:lnTo>
                    <a:pt x="42" y="42"/>
                  </a:lnTo>
                  <a:lnTo>
                    <a:pt x="44" y="42"/>
                  </a:lnTo>
                  <a:lnTo>
                    <a:pt x="44" y="40"/>
                  </a:lnTo>
                  <a:lnTo>
                    <a:pt x="46" y="38"/>
                  </a:lnTo>
                  <a:lnTo>
                    <a:pt x="46" y="36"/>
                  </a:lnTo>
                  <a:lnTo>
                    <a:pt x="48" y="34"/>
                  </a:lnTo>
                  <a:lnTo>
                    <a:pt x="48" y="32"/>
                  </a:lnTo>
                  <a:lnTo>
                    <a:pt x="52" y="2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64" name="Freeform 326"/>
            <p:cNvSpPr>
              <a:spLocks/>
            </p:cNvSpPr>
            <p:nvPr/>
          </p:nvSpPr>
          <p:spPr bwMode="gray">
            <a:xfrm>
              <a:off x="4711" y="3024"/>
              <a:ext cx="46" cy="56"/>
            </a:xfrm>
            <a:custGeom>
              <a:avLst/>
              <a:gdLst>
                <a:gd name="T0" fmla="*/ 20 w 46"/>
                <a:gd name="T1" fmla="*/ 0 h 56"/>
                <a:gd name="T2" fmla="*/ 28 w 46"/>
                <a:gd name="T3" fmla="*/ 4 h 56"/>
                <a:gd name="T4" fmla="*/ 36 w 46"/>
                <a:gd name="T5" fmla="*/ 8 h 56"/>
                <a:gd name="T6" fmla="*/ 46 w 46"/>
                <a:gd name="T7" fmla="*/ 10 h 56"/>
                <a:gd name="T8" fmla="*/ 44 w 46"/>
                <a:gd name="T9" fmla="*/ 16 h 56"/>
                <a:gd name="T10" fmla="*/ 44 w 46"/>
                <a:gd name="T11" fmla="*/ 16 h 56"/>
                <a:gd name="T12" fmla="*/ 42 w 46"/>
                <a:gd name="T13" fmla="*/ 18 h 56"/>
                <a:gd name="T14" fmla="*/ 40 w 46"/>
                <a:gd name="T15" fmla="*/ 20 h 56"/>
                <a:gd name="T16" fmla="*/ 38 w 46"/>
                <a:gd name="T17" fmla="*/ 22 h 56"/>
                <a:gd name="T18" fmla="*/ 38 w 46"/>
                <a:gd name="T19" fmla="*/ 24 h 56"/>
                <a:gd name="T20" fmla="*/ 36 w 46"/>
                <a:gd name="T21" fmla="*/ 26 h 56"/>
                <a:gd name="T22" fmla="*/ 36 w 46"/>
                <a:gd name="T23" fmla="*/ 28 h 56"/>
                <a:gd name="T24" fmla="*/ 38 w 46"/>
                <a:gd name="T25" fmla="*/ 30 h 56"/>
                <a:gd name="T26" fmla="*/ 38 w 46"/>
                <a:gd name="T27" fmla="*/ 30 h 56"/>
                <a:gd name="T28" fmla="*/ 40 w 46"/>
                <a:gd name="T29" fmla="*/ 32 h 56"/>
                <a:gd name="T30" fmla="*/ 42 w 46"/>
                <a:gd name="T31" fmla="*/ 36 h 56"/>
                <a:gd name="T32" fmla="*/ 42 w 46"/>
                <a:gd name="T33" fmla="*/ 38 h 56"/>
                <a:gd name="T34" fmla="*/ 42 w 46"/>
                <a:gd name="T35" fmla="*/ 38 h 56"/>
                <a:gd name="T36" fmla="*/ 40 w 46"/>
                <a:gd name="T37" fmla="*/ 42 h 56"/>
                <a:gd name="T38" fmla="*/ 40 w 46"/>
                <a:gd name="T39" fmla="*/ 44 h 56"/>
                <a:gd name="T40" fmla="*/ 40 w 46"/>
                <a:gd name="T41" fmla="*/ 46 h 56"/>
                <a:gd name="T42" fmla="*/ 40 w 46"/>
                <a:gd name="T43" fmla="*/ 48 h 56"/>
                <a:gd name="T44" fmla="*/ 40 w 46"/>
                <a:gd name="T45" fmla="*/ 50 h 56"/>
                <a:gd name="T46" fmla="*/ 38 w 46"/>
                <a:gd name="T47" fmla="*/ 52 h 56"/>
                <a:gd name="T48" fmla="*/ 36 w 46"/>
                <a:gd name="T49" fmla="*/ 52 h 56"/>
                <a:gd name="T50" fmla="*/ 34 w 46"/>
                <a:gd name="T51" fmla="*/ 52 h 56"/>
                <a:gd name="T52" fmla="*/ 34 w 46"/>
                <a:gd name="T53" fmla="*/ 52 h 56"/>
                <a:gd name="T54" fmla="*/ 32 w 46"/>
                <a:gd name="T55" fmla="*/ 50 h 56"/>
                <a:gd name="T56" fmla="*/ 28 w 46"/>
                <a:gd name="T57" fmla="*/ 50 h 56"/>
                <a:gd name="T58" fmla="*/ 26 w 46"/>
                <a:gd name="T59" fmla="*/ 52 h 56"/>
                <a:gd name="T60" fmla="*/ 24 w 46"/>
                <a:gd name="T61" fmla="*/ 52 h 56"/>
                <a:gd name="T62" fmla="*/ 20 w 46"/>
                <a:gd name="T63" fmla="*/ 50 h 56"/>
                <a:gd name="T64" fmla="*/ 20 w 46"/>
                <a:gd name="T65" fmla="*/ 50 h 56"/>
                <a:gd name="T66" fmla="*/ 18 w 46"/>
                <a:gd name="T67" fmla="*/ 54 h 56"/>
                <a:gd name="T68" fmla="*/ 20 w 46"/>
                <a:gd name="T69" fmla="*/ 56 h 56"/>
                <a:gd name="T70" fmla="*/ 14 w 46"/>
                <a:gd name="T71" fmla="*/ 54 h 56"/>
                <a:gd name="T72" fmla="*/ 14 w 46"/>
                <a:gd name="T73" fmla="*/ 54 h 56"/>
                <a:gd name="T74" fmla="*/ 12 w 46"/>
                <a:gd name="T75" fmla="*/ 52 h 56"/>
                <a:gd name="T76" fmla="*/ 10 w 46"/>
                <a:gd name="T77" fmla="*/ 50 h 56"/>
                <a:gd name="T78" fmla="*/ 10 w 46"/>
                <a:gd name="T79" fmla="*/ 46 h 56"/>
                <a:gd name="T80" fmla="*/ 8 w 46"/>
                <a:gd name="T81" fmla="*/ 36 h 56"/>
                <a:gd name="T82" fmla="*/ 4 w 46"/>
                <a:gd name="T83" fmla="*/ 34 h 56"/>
                <a:gd name="T84" fmla="*/ 4 w 46"/>
                <a:gd name="T85" fmla="*/ 34 h 56"/>
                <a:gd name="T86" fmla="*/ 2 w 46"/>
                <a:gd name="T87" fmla="*/ 30 h 56"/>
                <a:gd name="T88" fmla="*/ 0 w 46"/>
                <a:gd name="T89" fmla="*/ 26 h 56"/>
                <a:gd name="T90" fmla="*/ 0 w 46"/>
                <a:gd name="T91" fmla="*/ 22 h 56"/>
                <a:gd name="T92" fmla="*/ 0 w 46"/>
                <a:gd name="T93" fmla="*/ 16 h 56"/>
                <a:gd name="T94" fmla="*/ 2 w 46"/>
                <a:gd name="T95" fmla="*/ 12 h 56"/>
                <a:gd name="T96" fmla="*/ 6 w 46"/>
                <a:gd name="T97" fmla="*/ 12 h 56"/>
                <a:gd name="T98" fmla="*/ 8 w 46"/>
                <a:gd name="T99" fmla="*/ 12 h 56"/>
                <a:gd name="T100" fmla="*/ 10 w 46"/>
                <a:gd name="T101" fmla="*/ 14 h 56"/>
                <a:gd name="T102" fmla="*/ 12 w 46"/>
                <a:gd name="T103" fmla="*/ 14 h 56"/>
                <a:gd name="T104" fmla="*/ 12 w 46"/>
                <a:gd name="T105" fmla="*/ 12 h 56"/>
                <a:gd name="T106" fmla="*/ 14 w 46"/>
                <a:gd name="T107" fmla="*/ 10 h 56"/>
                <a:gd name="T108" fmla="*/ 14 w 46"/>
                <a:gd name="T109" fmla="*/ 10 h 56"/>
                <a:gd name="T110" fmla="*/ 14 w 46"/>
                <a:gd name="T111" fmla="*/ 8 h 56"/>
                <a:gd name="T112" fmla="*/ 16 w 46"/>
                <a:gd name="T113" fmla="*/ 6 h 56"/>
                <a:gd name="T114" fmla="*/ 16 w 46"/>
                <a:gd name="T115" fmla="*/ 4 h 56"/>
                <a:gd name="T116" fmla="*/ 20 w 46"/>
                <a:gd name="T117" fmla="*/ 0 h 5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46"/>
                <a:gd name="T178" fmla="*/ 0 h 56"/>
                <a:gd name="T179" fmla="*/ 46 w 46"/>
                <a:gd name="T180" fmla="*/ 56 h 5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46" h="56">
                  <a:moveTo>
                    <a:pt x="20" y="0"/>
                  </a:moveTo>
                  <a:lnTo>
                    <a:pt x="28" y="4"/>
                  </a:lnTo>
                  <a:lnTo>
                    <a:pt x="36" y="8"/>
                  </a:lnTo>
                  <a:lnTo>
                    <a:pt x="46" y="10"/>
                  </a:lnTo>
                  <a:lnTo>
                    <a:pt x="44" y="16"/>
                  </a:lnTo>
                  <a:lnTo>
                    <a:pt x="42" y="18"/>
                  </a:lnTo>
                  <a:lnTo>
                    <a:pt x="40" y="20"/>
                  </a:lnTo>
                  <a:lnTo>
                    <a:pt x="38" y="22"/>
                  </a:lnTo>
                  <a:lnTo>
                    <a:pt x="38" y="24"/>
                  </a:lnTo>
                  <a:lnTo>
                    <a:pt x="36" y="26"/>
                  </a:lnTo>
                  <a:lnTo>
                    <a:pt x="36" y="28"/>
                  </a:lnTo>
                  <a:lnTo>
                    <a:pt x="38" y="30"/>
                  </a:lnTo>
                  <a:lnTo>
                    <a:pt x="40" y="32"/>
                  </a:lnTo>
                  <a:lnTo>
                    <a:pt x="42" y="36"/>
                  </a:lnTo>
                  <a:lnTo>
                    <a:pt x="42" y="38"/>
                  </a:lnTo>
                  <a:lnTo>
                    <a:pt x="40" y="42"/>
                  </a:lnTo>
                  <a:lnTo>
                    <a:pt x="40" y="44"/>
                  </a:lnTo>
                  <a:lnTo>
                    <a:pt x="40" y="46"/>
                  </a:lnTo>
                  <a:lnTo>
                    <a:pt x="40" y="48"/>
                  </a:lnTo>
                  <a:lnTo>
                    <a:pt x="40" y="50"/>
                  </a:lnTo>
                  <a:lnTo>
                    <a:pt x="38" y="52"/>
                  </a:lnTo>
                  <a:lnTo>
                    <a:pt x="36" y="52"/>
                  </a:lnTo>
                  <a:lnTo>
                    <a:pt x="34" y="52"/>
                  </a:lnTo>
                  <a:lnTo>
                    <a:pt x="32" y="50"/>
                  </a:lnTo>
                  <a:lnTo>
                    <a:pt x="28" y="50"/>
                  </a:lnTo>
                  <a:lnTo>
                    <a:pt x="26" y="52"/>
                  </a:lnTo>
                  <a:lnTo>
                    <a:pt x="24" y="52"/>
                  </a:lnTo>
                  <a:lnTo>
                    <a:pt x="20" y="50"/>
                  </a:lnTo>
                  <a:lnTo>
                    <a:pt x="18" y="54"/>
                  </a:lnTo>
                  <a:lnTo>
                    <a:pt x="20" y="56"/>
                  </a:lnTo>
                  <a:lnTo>
                    <a:pt x="14" y="54"/>
                  </a:lnTo>
                  <a:lnTo>
                    <a:pt x="12" y="52"/>
                  </a:lnTo>
                  <a:lnTo>
                    <a:pt x="10" y="50"/>
                  </a:lnTo>
                  <a:lnTo>
                    <a:pt x="10" y="46"/>
                  </a:lnTo>
                  <a:lnTo>
                    <a:pt x="8" y="36"/>
                  </a:lnTo>
                  <a:lnTo>
                    <a:pt x="4" y="34"/>
                  </a:lnTo>
                  <a:lnTo>
                    <a:pt x="2" y="30"/>
                  </a:lnTo>
                  <a:lnTo>
                    <a:pt x="0" y="26"/>
                  </a:lnTo>
                  <a:lnTo>
                    <a:pt x="0" y="22"/>
                  </a:lnTo>
                  <a:lnTo>
                    <a:pt x="0" y="16"/>
                  </a:lnTo>
                  <a:lnTo>
                    <a:pt x="2" y="12"/>
                  </a:lnTo>
                  <a:lnTo>
                    <a:pt x="6" y="12"/>
                  </a:lnTo>
                  <a:lnTo>
                    <a:pt x="8" y="12"/>
                  </a:lnTo>
                  <a:lnTo>
                    <a:pt x="10" y="14"/>
                  </a:lnTo>
                  <a:lnTo>
                    <a:pt x="12" y="14"/>
                  </a:lnTo>
                  <a:lnTo>
                    <a:pt x="12" y="12"/>
                  </a:lnTo>
                  <a:lnTo>
                    <a:pt x="14" y="10"/>
                  </a:lnTo>
                  <a:lnTo>
                    <a:pt x="14" y="8"/>
                  </a:lnTo>
                  <a:lnTo>
                    <a:pt x="16" y="6"/>
                  </a:lnTo>
                  <a:lnTo>
                    <a:pt x="16" y="4"/>
                  </a:lnTo>
                  <a:lnTo>
                    <a:pt x="20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65" name="Freeform 327"/>
            <p:cNvSpPr>
              <a:spLocks/>
            </p:cNvSpPr>
            <p:nvPr/>
          </p:nvSpPr>
          <p:spPr bwMode="gray">
            <a:xfrm>
              <a:off x="4747" y="3034"/>
              <a:ext cx="46" cy="42"/>
            </a:xfrm>
            <a:custGeom>
              <a:avLst/>
              <a:gdLst>
                <a:gd name="T0" fmla="*/ 46 w 46"/>
                <a:gd name="T1" fmla="*/ 18 h 42"/>
                <a:gd name="T2" fmla="*/ 38 w 46"/>
                <a:gd name="T3" fmla="*/ 12 h 42"/>
                <a:gd name="T4" fmla="*/ 32 w 46"/>
                <a:gd name="T5" fmla="*/ 8 h 42"/>
                <a:gd name="T6" fmla="*/ 20 w 46"/>
                <a:gd name="T7" fmla="*/ 4 h 42"/>
                <a:gd name="T8" fmla="*/ 10 w 46"/>
                <a:gd name="T9" fmla="*/ 0 h 42"/>
                <a:gd name="T10" fmla="*/ 8 w 46"/>
                <a:gd name="T11" fmla="*/ 2 h 42"/>
                <a:gd name="T12" fmla="*/ 8 w 46"/>
                <a:gd name="T13" fmla="*/ 6 h 42"/>
                <a:gd name="T14" fmla="*/ 8 w 46"/>
                <a:gd name="T15" fmla="*/ 6 h 42"/>
                <a:gd name="T16" fmla="*/ 6 w 46"/>
                <a:gd name="T17" fmla="*/ 8 h 42"/>
                <a:gd name="T18" fmla="*/ 4 w 46"/>
                <a:gd name="T19" fmla="*/ 10 h 42"/>
                <a:gd name="T20" fmla="*/ 2 w 46"/>
                <a:gd name="T21" fmla="*/ 12 h 42"/>
                <a:gd name="T22" fmla="*/ 2 w 46"/>
                <a:gd name="T23" fmla="*/ 14 h 42"/>
                <a:gd name="T24" fmla="*/ 0 w 46"/>
                <a:gd name="T25" fmla="*/ 16 h 42"/>
                <a:gd name="T26" fmla="*/ 0 w 46"/>
                <a:gd name="T27" fmla="*/ 18 h 42"/>
                <a:gd name="T28" fmla="*/ 2 w 46"/>
                <a:gd name="T29" fmla="*/ 20 h 42"/>
                <a:gd name="T30" fmla="*/ 2 w 46"/>
                <a:gd name="T31" fmla="*/ 20 h 42"/>
                <a:gd name="T32" fmla="*/ 4 w 46"/>
                <a:gd name="T33" fmla="*/ 22 h 42"/>
                <a:gd name="T34" fmla="*/ 6 w 46"/>
                <a:gd name="T35" fmla="*/ 26 h 42"/>
                <a:gd name="T36" fmla="*/ 6 w 46"/>
                <a:gd name="T37" fmla="*/ 28 h 42"/>
                <a:gd name="T38" fmla="*/ 6 w 46"/>
                <a:gd name="T39" fmla="*/ 28 h 42"/>
                <a:gd name="T40" fmla="*/ 4 w 46"/>
                <a:gd name="T41" fmla="*/ 32 h 42"/>
                <a:gd name="T42" fmla="*/ 4 w 46"/>
                <a:gd name="T43" fmla="*/ 34 h 42"/>
                <a:gd name="T44" fmla="*/ 4 w 46"/>
                <a:gd name="T45" fmla="*/ 36 h 42"/>
                <a:gd name="T46" fmla="*/ 4 w 46"/>
                <a:gd name="T47" fmla="*/ 38 h 42"/>
                <a:gd name="T48" fmla="*/ 4 w 46"/>
                <a:gd name="T49" fmla="*/ 40 h 42"/>
                <a:gd name="T50" fmla="*/ 2 w 46"/>
                <a:gd name="T51" fmla="*/ 40 h 42"/>
                <a:gd name="T52" fmla="*/ 2 w 46"/>
                <a:gd name="T53" fmla="*/ 42 h 42"/>
                <a:gd name="T54" fmla="*/ 4 w 46"/>
                <a:gd name="T55" fmla="*/ 42 h 42"/>
                <a:gd name="T56" fmla="*/ 8 w 46"/>
                <a:gd name="T57" fmla="*/ 42 h 42"/>
                <a:gd name="T58" fmla="*/ 8 w 46"/>
                <a:gd name="T59" fmla="*/ 42 h 42"/>
                <a:gd name="T60" fmla="*/ 10 w 46"/>
                <a:gd name="T61" fmla="*/ 40 h 42"/>
                <a:gd name="T62" fmla="*/ 10 w 46"/>
                <a:gd name="T63" fmla="*/ 40 h 42"/>
                <a:gd name="T64" fmla="*/ 12 w 46"/>
                <a:gd name="T65" fmla="*/ 40 h 42"/>
                <a:gd name="T66" fmla="*/ 14 w 46"/>
                <a:gd name="T67" fmla="*/ 40 h 42"/>
                <a:gd name="T68" fmla="*/ 16 w 46"/>
                <a:gd name="T69" fmla="*/ 40 h 42"/>
                <a:gd name="T70" fmla="*/ 16 w 46"/>
                <a:gd name="T71" fmla="*/ 40 h 42"/>
                <a:gd name="T72" fmla="*/ 18 w 46"/>
                <a:gd name="T73" fmla="*/ 40 h 42"/>
                <a:gd name="T74" fmla="*/ 20 w 46"/>
                <a:gd name="T75" fmla="*/ 40 h 42"/>
                <a:gd name="T76" fmla="*/ 22 w 46"/>
                <a:gd name="T77" fmla="*/ 42 h 42"/>
                <a:gd name="T78" fmla="*/ 24 w 46"/>
                <a:gd name="T79" fmla="*/ 42 h 42"/>
                <a:gd name="T80" fmla="*/ 26 w 46"/>
                <a:gd name="T81" fmla="*/ 42 h 42"/>
                <a:gd name="T82" fmla="*/ 26 w 46"/>
                <a:gd name="T83" fmla="*/ 42 h 42"/>
                <a:gd name="T84" fmla="*/ 28 w 46"/>
                <a:gd name="T85" fmla="*/ 42 h 42"/>
                <a:gd name="T86" fmla="*/ 28 w 46"/>
                <a:gd name="T87" fmla="*/ 40 h 42"/>
                <a:gd name="T88" fmla="*/ 30 w 46"/>
                <a:gd name="T89" fmla="*/ 38 h 42"/>
                <a:gd name="T90" fmla="*/ 30 w 46"/>
                <a:gd name="T91" fmla="*/ 36 h 42"/>
                <a:gd name="T92" fmla="*/ 32 w 46"/>
                <a:gd name="T93" fmla="*/ 32 h 42"/>
                <a:gd name="T94" fmla="*/ 34 w 46"/>
                <a:gd name="T95" fmla="*/ 28 h 42"/>
                <a:gd name="T96" fmla="*/ 36 w 46"/>
                <a:gd name="T97" fmla="*/ 26 h 42"/>
                <a:gd name="T98" fmla="*/ 40 w 46"/>
                <a:gd name="T99" fmla="*/ 26 h 42"/>
                <a:gd name="T100" fmla="*/ 42 w 46"/>
                <a:gd name="T101" fmla="*/ 22 h 42"/>
                <a:gd name="T102" fmla="*/ 46 w 46"/>
                <a:gd name="T103" fmla="*/ 18 h 4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46"/>
                <a:gd name="T157" fmla="*/ 0 h 42"/>
                <a:gd name="T158" fmla="*/ 46 w 46"/>
                <a:gd name="T159" fmla="*/ 42 h 42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46" h="42">
                  <a:moveTo>
                    <a:pt x="46" y="18"/>
                  </a:moveTo>
                  <a:lnTo>
                    <a:pt x="38" y="12"/>
                  </a:lnTo>
                  <a:lnTo>
                    <a:pt x="32" y="8"/>
                  </a:lnTo>
                  <a:lnTo>
                    <a:pt x="20" y="4"/>
                  </a:lnTo>
                  <a:lnTo>
                    <a:pt x="10" y="0"/>
                  </a:lnTo>
                  <a:lnTo>
                    <a:pt x="8" y="2"/>
                  </a:lnTo>
                  <a:lnTo>
                    <a:pt x="8" y="6"/>
                  </a:lnTo>
                  <a:lnTo>
                    <a:pt x="6" y="8"/>
                  </a:lnTo>
                  <a:lnTo>
                    <a:pt x="4" y="10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20"/>
                  </a:lnTo>
                  <a:lnTo>
                    <a:pt x="4" y="22"/>
                  </a:lnTo>
                  <a:lnTo>
                    <a:pt x="6" y="26"/>
                  </a:lnTo>
                  <a:lnTo>
                    <a:pt x="6" y="28"/>
                  </a:lnTo>
                  <a:lnTo>
                    <a:pt x="4" y="32"/>
                  </a:lnTo>
                  <a:lnTo>
                    <a:pt x="4" y="34"/>
                  </a:lnTo>
                  <a:lnTo>
                    <a:pt x="4" y="36"/>
                  </a:lnTo>
                  <a:lnTo>
                    <a:pt x="4" y="38"/>
                  </a:lnTo>
                  <a:lnTo>
                    <a:pt x="4" y="40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4" y="42"/>
                  </a:lnTo>
                  <a:lnTo>
                    <a:pt x="8" y="42"/>
                  </a:lnTo>
                  <a:lnTo>
                    <a:pt x="10" y="40"/>
                  </a:lnTo>
                  <a:lnTo>
                    <a:pt x="12" y="40"/>
                  </a:lnTo>
                  <a:lnTo>
                    <a:pt x="14" y="40"/>
                  </a:lnTo>
                  <a:lnTo>
                    <a:pt x="16" y="40"/>
                  </a:lnTo>
                  <a:lnTo>
                    <a:pt x="18" y="40"/>
                  </a:lnTo>
                  <a:lnTo>
                    <a:pt x="20" y="40"/>
                  </a:lnTo>
                  <a:lnTo>
                    <a:pt x="22" y="42"/>
                  </a:lnTo>
                  <a:lnTo>
                    <a:pt x="24" y="42"/>
                  </a:lnTo>
                  <a:lnTo>
                    <a:pt x="26" y="42"/>
                  </a:lnTo>
                  <a:lnTo>
                    <a:pt x="28" y="42"/>
                  </a:lnTo>
                  <a:lnTo>
                    <a:pt x="28" y="40"/>
                  </a:lnTo>
                  <a:lnTo>
                    <a:pt x="30" y="38"/>
                  </a:lnTo>
                  <a:lnTo>
                    <a:pt x="30" y="36"/>
                  </a:lnTo>
                  <a:lnTo>
                    <a:pt x="32" y="32"/>
                  </a:lnTo>
                  <a:lnTo>
                    <a:pt x="34" y="28"/>
                  </a:lnTo>
                  <a:lnTo>
                    <a:pt x="36" y="26"/>
                  </a:lnTo>
                  <a:lnTo>
                    <a:pt x="40" y="26"/>
                  </a:lnTo>
                  <a:lnTo>
                    <a:pt x="42" y="22"/>
                  </a:lnTo>
                  <a:lnTo>
                    <a:pt x="46" y="1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66" name="Freeform 328"/>
            <p:cNvSpPr>
              <a:spLocks/>
            </p:cNvSpPr>
            <p:nvPr/>
          </p:nvSpPr>
          <p:spPr bwMode="gray">
            <a:xfrm>
              <a:off x="4445" y="2936"/>
              <a:ext cx="148" cy="242"/>
            </a:xfrm>
            <a:custGeom>
              <a:avLst/>
              <a:gdLst>
                <a:gd name="T0" fmla="*/ 128 w 148"/>
                <a:gd name="T1" fmla="*/ 204 h 242"/>
                <a:gd name="T2" fmla="*/ 126 w 148"/>
                <a:gd name="T3" fmla="*/ 212 h 242"/>
                <a:gd name="T4" fmla="*/ 114 w 148"/>
                <a:gd name="T5" fmla="*/ 240 h 242"/>
                <a:gd name="T6" fmla="*/ 118 w 148"/>
                <a:gd name="T7" fmla="*/ 226 h 242"/>
                <a:gd name="T8" fmla="*/ 114 w 148"/>
                <a:gd name="T9" fmla="*/ 220 h 242"/>
                <a:gd name="T10" fmla="*/ 106 w 148"/>
                <a:gd name="T11" fmla="*/ 218 h 242"/>
                <a:gd name="T12" fmla="*/ 96 w 148"/>
                <a:gd name="T13" fmla="*/ 218 h 242"/>
                <a:gd name="T14" fmla="*/ 82 w 148"/>
                <a:gd name="T15" fmla="*/ 214 h 242"/>
                <a:gd name="T16" fmla="*/ 80 w 148"/>
                <a:gd name="T17" fmla="*/ 206 h 242"/>
                <a:gd name="T18" fmla="*/ 78 w 148"/>
                <a:gd name="T19" fmla="*/ 200 h 242"/>
                <a:gd name="T20" fmla="*/ 60 w 148"/>
                <a:gd name="T21" fmla="*/ 192 h 242"/>
                <a:gd name="T22" fmla="*/ 50 w 148"/>
                <a:gd name="T23" fmla="*/ 188 h 242"/>
                <a:gd name="T24" fmla="*/ 36 w 148"/>
                <a:gd name="T25" fmla="*/ 180 h 242"/>
                <a:gd name="T26" fmla="*/ 26 w 148"/>
                <a:gd name="T27" fmla="*/ 172 h 242"/>
                <a:gd name="T28" fmla="*/ 26 w 148"/>
                <a:gd name="T29" fmla="*/ 172 h 242"/>
                <a:gd name="T30" fmla="*/ 14 w 148"/>
                <a:gd name="T31" fmla="*/ 168 h 242"/>
                <a:gd name="T32" fmla="*/ 2 w 148"/>
                <a:gd name="T33" fmla="*/ 166 h 242"/>
                <a:gd name="T34" fmla="*/ 4 w 148"/>
                <a:gd name="T35" fmla="*/ 160 h 242"/>
                <a:gd name="T36" fmla="*/ 14 w 148"/>
                <a:gd name="T37" fmla="*/ 142 h 242"/>
                <a:gd name="T38" fmla="*/ 18 w 148"/>
                <a:gd name="T39" fmla="*/ 122 h 242"/>
                <a:gd name="T40" fmla="*/ 18 w 148"/>
                <a:gd name="T41" fmla="*/ 92 h 242"/>
                <a:gd name="T42" fmla="*/ 20 w 148"/>
                <a:gd name="T43" fmla="*/ 72 h 242"/>
                <a:gd name="T44" fmla="*/ 18 w 148"/>
                <a:gd name="T45" fmla="*/ 66 h 242"/>
                <a:gd name="T46" fmla="*/ 18 w 148"/>
                <a:gd name="T47" fmla="*/ 56 h 242"/>
                <a:gd name="T48" fmla="*/ 34 w 148"/>
                <a:gd name="T49" fmla="*/ 50 h 242"/>
                <a:gd name="T50" fmla="*/ 68 w 148"/>
                <a:gd name="T51" fmla="*/ 22 h 242"/>
                <a:gd name="T52" fmla="*/ 78 w 148"/>
                <a:gd name="T53" fmla="*/ 12 h 242"/>
                <a:gd name="T54" fmla="*/ 86 w 148"/>
                <a:gd name="T55" fmla="*/ 8 h 242"/>
                <a:gd name="T56" fmla="*/ 94 w 148"/>
                <a:gd name="T57" fmla="*/ 6 h 242"/>
                <a:gd name="T58" fmla="*/ 102 w 148"/>
                <a:gd name="T59" fmla="*/ 2 h 242"/>
                <a:gd name="T60" fmla="*/ 112 w 148"/>
                <a:gd name="T61" fmla="*/ 0 h 242"/>
                <a:gd name="T62" fmla="*/ 116 w 148"/>
                <a:gd name="T63" fmla="*/ 2 h 242"/>
                <a:gd name="T64" fmla="*/ 114 w 148"/>
                <a:gd name="T65" fmla="*/ 6 h 242"/>
                <a:gd name="T66" fmla="*/ 106 w 148"/>
                <a:gd name="T67" fmla="*/ 10 h 242"/>
                <a:gd name="T68" fmla="*/ 98 w 148"/>
                <a:gd name="T69" fmla="*/ 20 h 242"/>
                <a:gd name="T70" fmla="*/ 86 w 148"/>
                <a:gd name="T71" fmla="*/ 26 h 242"/>
                <a:gd name="T72" fmla="*/ 80 w 148"/>
                <a:gd name="T73" fmla="*/ 32 h 242"/>
                <a:gd name="T74" fmla="*/ 80 w 148"/>
                <a:gd name="T75" fmla="*/ 44 h 242"/>
                <a:gd name="T76" fmla="*/ 82 w 148"/>
                <a:gd name="T77" fmla="*/ 50 h 242"/>
                <a:gd name="T78" fmla="*/ 84 w 148"/>
                <a:gd name="T79" fmla="*/ 60 h 242"/>
                <a:gd name="T80" fmla="*/ 82 w 148"/>
                <a:gd name="T81" fmla="*/ 66 h 242"/>
                <a:gd name="T82" fmla="*/ 82 w 148"/>
                <a:gd name="T83" fmla="*/ 78 h 242"/>
                <a:gd name="T84" fmla="*/ 92 w 148"/>
                <a:gd name="T85" fmla="*/ 88 h 242"/>
                <a:gd name="T86" fmla="*/ 128 w 148"/>
                <a:gd name="T87" fmla="*/ 100 h 242"/>
                <a:gd name="T88" fmla="*/ 140 w 148"/>
                <a:gd name="T89" fmla="*/ 100 h 242"/>
                <a:gd name="T90" fmla="*/ 142 w 148"/>
                <a:gd name="T91" fmla="*/ 98 h 242"/>
                <a:gd name="T92" fmla="*/ 146 w 148"/>
                <a:gd name="T93" fmla="*/ 100 h 242"/>
                <a:gd name="T94" fmla="*/ 144 w 148"/>
                <a:gd name="T95" fmla="*/ 106 h 242"/>
                <a:gd name="T96" fmla="*/ 140 w 148"/>
                <a:gd name="T97" fmla="*/ 114 h 242"/>
                <a:gd name="T98" fmla="*/ 142 w 148"/>
                <a:gd name="T99" fmla="*/ 130 h 242"/>
                <a:gd name="T100" fmla="*/ 142 w 148"/>
                <a:gd name="T101" fmla="*/ 142 h 242"/>
                <a:gd name="T102" fmla="*/ 146 w 148"/>
                <a:gd name="T103" fmla="*/ 156 h 242"/>
                <a:gd name="T104" fmla="*/ 146 w 148"/>
                <a:gd name="T105" fmla="*/ 166 h 242"/>
                <a:gd name="T106" fmla="*/ 144 w 148"/>
                <a:gd name="T107" fmla="*/ 160 h 242"/>
                <a:gd name="T108" fmla="*/ 120 w 148"/>
                <a:gd name="T109" fmla="*/ 168 h 242"/>
                <a:gd name="T110" fmla="*/ 128 w 148"/>
                <a:gd name="T111" fmla="*/ 178 h 242"/>
                <a:gd name="T112" fmla="*/ 122 w 148"/>
                <a:gd name="T113" fmla="*/ 174 h 242"/>
                <a:gd name="T114" fmla="*/ 120 w 148"/>
                <a:gd name="T115" fmla="*/ 186 h 242"/>
                <a:gd name="T116" fmla="*/ 124 w 148"/>
                <a:gd name="T117" fmla="*/ 194 h 242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48"/>
                <a:gd name="T178" fmla="*/ 0 h 242"/>
                <a:gd name="T179" fmla="*/ 148 w 148"/>
                <a:gd name="T180" fmla="*/ 242 h 242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48" h="242">
                  <a:moveTo>
                    <a:pt x="124" y="194"/>
                  </a:moveTo>
                  <a:lnTo>
                    <a:pt x="126" y="200"/>
                  </a:lnTo>
                  <a:lnTo>
                    <a:pt x="128" y="204"/>
                  </a:lnTo>
                  <a:lnTo>
                    <a:pt x="128" y="208"/>
                  </a:lnTo>
                  <a:lnTo>
                    <a:pt x="126" y="212"/>
                  </a:lnTo>
                  <a:lnTo>
                    <a:pt x="118" y="242"/>
                  </a:lnTo>
                  <a:lnTo>
                    <a:pt x="116" y="240"/>
                  </a:lnTo>
                  <a:lnTo>
                    <a:pt x="114" y="240"/>
                  </a:lnTo>
                  <a:lnTo>
                    <a:pt x="112" y="242"/>
                  </a:lnTo>
                  <a:lnTo>
                    <a:pt x="118" y="226"/>
                  </a:lnTo>
                  <a:lnTo>
                    <a:pt x="118" y="224"/>
                  </a:lnTo>
                  <a:lnTo>
                    <a:pt x="116" y="222"/>
                  </a:lnTo>
                  <a:lnTo>
                    <a:pt x="114" y="220"/>
                  </a:lnTo>
                  <a:lnTo>
                    <a:pt x="110" y="220"/>
                  </a:lnTo>
                  <a:lnTo>
                    <a:pt x="106" y="218"/>
                  </a:lnTo>
                  <a:lnTo>
                    <a:pt x="102" y="218"/>
                  </a:lnTo>
                  <a:lnTo>
                    <a:pt x="98" y="218"/>
                  </a:lnTo>
                  <a:lnTo>
                    <a:pt x="96" y="218"/>
                  </a:lnTo>
                  <a:lnTo>
                    <a:pt x="90" y="218"/>
                  </a:lnTo>
                  <a:lnTo>
                    <a:pt x="86" y="216"/>
                  </a:lnTo>
                  <a:lnTo>
                    <a:pt x="82" y="214"/>
                  </a:lnTo>
                  <a:lnTo>
                    <a:pt x="82" y="210"/>
                  </a:lnTo>
                  <a:lnTo>
                    <a:pt x="80" y="208"/>
                  </a:lnTo>
                  <a:lnTo>
                    <a:pt x="80" y="206"/>
                  </a:lnTo>
                  <a:lnTo>
                    <a:pt x="80" y="204"/>
                  </a:lnTo>
                  <a:lnTo>
                    <a:pt x="78" y="200"/>
                  </a:lnTo>
                  <a:lnTo>
                    <a:pt x="72" y="196"/>
                  </a:lnTo>
                  <a:lnTo>
                    <a:pt x="66" y="194"/>
                  </a:lnTo>
                  <a:lnTo>
                    <a:pt x="60" y="192"/>
                  </a:lnTo>
                  <a:lnTo>
                    <a:pt x="56" y="190"/>
                  </a:lnTo>
                  <a:lnTo>
                    <a:pt x="52" y="188"/>
                  </a:lnTo>
                  <a:lnTo>
                    <a:pt x="50" y="188"/>
                  </a:lnTo>
                  <a:lnTo>
                    <a:pt x="46" y="186"/>
                  </a:lnTo>
                  <a:lnTo>
                    <a:pt x="40" y="184"/>
                  </a:lnTo>
                  <a:lnTo>
                    <a:pt x="36" y="180"/>
                  </a:lnTo>
                  <a:lnTo>
                    <a:pt x="32" y="178"/>
                  </a:lnTo>
                  <a:lnTo>
                    <a:pt x="28" y="174"/>
                  </a:lnTo>
                  <a:lnTo>
                    <a:pt x="26" y="172"/>
                  </a:lnTo>
                  <a:lnTo>
                    <a:pt x="20" y="170"/>
                  </a:lnTo>
                  <a:lnTo>
                    <a:pt x="14" y="168"/>
                  </a:lnTo>
                  <a:lnTo>
                    <a:pt x="10" y="168"/>
                  </a:lnTo>
                  <a:lnTo>
                    <a:pt x="4" y="166"/>
                  </a:lnTo>
                  <a:lnTo>
                    <a:pt x="2" y="166"/>
                  </a:lnTo>
                  <a:lnTo>
                    <a:pt x="0" y="166"/>
                  </a:lnTo>
                  <a:lnTo>
                    <a:pt x="2" y="162"/>
                  </a:lnTo>
                  <a:lnTo>
                    <a:pt x="4" y="160"/>
                  </a:lnTo>
                  <a:lnTo>
                    <a:pt x="10" y="154"/>
                  </a:lnTo>
                  <a:lnTo>
                    <a:pt x="14" y="142"/>
                  </a:lnTo>
                  <a:lnTo>
                    <a:pt x="16" y="136"/>
                  </a:lnTo>
                  <a:lnTo>
                    <a:pt x="18" y="130"/>
                  </a:lnTo>
                  <a:lnTo>
                    <a:pt x="18" y="122"/>
                  </a:lnTo>
                  <a:lnTo>
                    <a:pt x="18" y="114"/>
                  </a:lnTo>
                  <a:lnTo>
                    <a:pt x="18" y="104"/>
                  </a:lnTo>
                  <a:lnTo>
                    <a:pt x="18" y="92"/>
                  </a:lnTo>
                  <a:lnTo>
                    <a:pt x="18" y="80"/>
                  </a:lnTo>
                  <a:lnTo>
                    <a:pt x="20" y="74"/>
                  </a:lnTo>
                  <a:lnTo>
                    <a:pt x="20" y="72"/>
                  </a:lnTo>
                  <a:lnTo>
                    <a:pt x="20" y="70"/>
                  </a:lnTo>
                  <a:lnTo>
                    <a:pt x="18" y="68"/>
                  </a:lnTo>
                  <a:lnTo>
                    <a:pt x="18" y="66"/>
                  </a:lnTo>
                  <a:lnTo>
                    <a:pt x="20" y="62"/>
                  </a:lnTo>
                  <a:lnTo>
                    <a:pt x="18" y="58"/>
                  </a:lnTo>
                  <a:lnTo>
                    <a:pt x="18" y="56"/>
                  </a:lnTo>
                  <a:lnTo>
                    <a:pt x="20" y="56"/>
                  </a:lnTo>
                  <a:lnTo>
                    <a:pt x="20" y="54"/>
                  </a:lnTo>
                  <a:lnTo>
                    <a:pt x="34" y="50"/>
                  </a:lnTo>
                  <a:lnTo>
                    <a:pt x="44" y="34"/>
                  </a:lnTo>
                  <a:lnTo>
                    <a:pt x="50" y="24"/>
                  </a:lnTo>
                  <a:lnTo>
                    <a:pt x="68" y="22"/>
                  </a:lnTo>
                  <a:lnTo>
                    <a:pt x="76" y="14"/>
                  </a:lnTo>
                  <a:lnTo>
                    <a:pt x="78" y="12"/>
                  </a:lnTo>
                  <a:lnTo>
                    <a:pt x="80" y="10"/>
                  </a:lnTo>
                  <a:lnTo>
                    <a:pt x="84" y="8"/>
                  </a:lnTo>
                  <a:lnTo>
                    <a:pt x="86" y="8"/>
                  </a:lnTo>
                  <a:lnTo>
                    <a:pt x="88" y="8"/>
                  </a:lnTo>
                  <a:lnTo>
                    <a:pt x="92" y="8"/>
                  </a:lnTo>
                  <a:lnTo>
                    <a:pt x="94" y="6"/>
                  </a:lnTo>
                  <a:lnTo>
                    <a:pt x="96" y="6"/>
                  </a:lnTo>
                  <a:lnTo>
                    <a:pt x="98" y="4"/>
                  </a:lnTo>
                  <a:lnTo>
                    <a:pt x="102" y="2"/>
                  </a:lnTo>
                  <a:lnTo>
                    <a:pt x="106" y="2"/>
                  </a:lnTo>
                  <a:lnTo>
                    <a:pt x="110" y="0"/>
                  </a:lnTo>
                  <a:lnTo>
                    <a:pt x="112" y="0"/>
                  </a:lnTo>
                  <a:lnTo>
                    <a:pt x="114" y="0"/>
                  </a:lnTo>
                  <a:lnTo>
                    <a:pt x="114" y="2"/>
                  </a:lnTo>
                  <a:lnTo>
                    <a:pt x="116" y="2"/>
                  </a:lnTo>
                  <a:lnTo>
                    <a:pt x="116" y="4"/>
                  </a:lnTo>
                  <a:lnTo>
                    <a:pt x="114" y="4"/>
                  </a:lnTo>
                  <a:lnTo>
                    <a:pt x="114" y="6"/>
                  </a:lnTo>
                  <a:lnTo>
                    <a:pt x="112" y="6"/>
                  </a:lnTo>
                  <a:lnTo>
                    <a:pt x="110" y="8"/>
                  </a:lnTo>
                  <a:lnTo>
                    <a:pt x="106" y="10"/>
                  </a:lnTo>
                  <a:lnTo>
                    <a:pt x="102" y="14"/>
                  </a:lnTo>
                  <a:lnTo>
                    <a:pt x="98" y="18"/>
                  </a:lnTo>
                  <a:lnTo>
                    <a:pt x="98" y="20"/>
                  </a:lnTo>
                  <a:lnTo>
                    <a:pt x="94" y="20"/>
                  </a:lnTo>
                  <a:lnTo>
                    <a:pt x="90" y="22"/>
                  </a:lnTo>
                  <a:lnTo>
                    <a:pt x="86" y="26"/>
                  </a:lnTo>
                  <a:lnTo>
                    <a:pt x="82" y="28"/>
                  </a:lnTo>
                  <a:lnTo>
                    <a:pt x="80" y="32"/>
                  </a:lnTo>
                  <a:lnTo>
                    <a:pt x="80" y="34"/>
                  </a:lnTo>
                  <a:lnTo>
                    <a:pt x="80" y="38"/>
                  </a:lnTo>
                  <a:lnTo>
                    <a:pt x="80" y="44"/>
                  </a:lnTo>
                  <a:lnTo>
                    <a:pt x="80" y="48"/>
                  </a:lnTo>
                  <a:lnTo>
                    <a:pt x="82" y="50"/>
                  </a:lnTo>
                  <a:lnTo>
                    <a:pt x="82" y="52"/>
                  </a:lnTo>
                  <a:lnTo>
                    <a:pt x="84" y="56"/>
                  </a:lnTo>
                  <a:lnTo>
                    <a:pt x="84" y="60"/>
                  </a:lnTo>
                  <a:lnTo>
                    <a:pt x="82" y="62"/>
                  </a:lnTo>
                  <a:lnTo>
                    <a:pt x="82" y="64"/>
                  </a:lnTo>
                  <a:lnTo>
                    <a:pt x="82" y="66"/>
                  </a:lnTo>
                  <a:lnTo>
                    <a:pt x="80" y="70"/>
                  </a:lnTo>
                  <a:lnTo>
                    <a:pt x="80" y="74"/>
                  </a:lnTo>
                  <a:lnTo>
                    <a:pt x="82" y="78"/>
                  </a:lnTo>
                  <a:lnTo>
                    <a:pt x="82" y="82"/>
                  </a:lnTo>
                  <a:lnTo>
                    <a:pt x="86" y="86"/>
                  </a:lnTo>
                  <a:lnTo>
                    <a:pt x="92" y="88"/>
                  </a:lnTo>
                  <a:lnTo>
                    <a:pt x="124" y="92"/>
                  </a:lnTo>
                  <a:lnTo>
                    <a:pt x="128" y="100"/>
                  </a:lnTo>
                  <a:lnTo>
                    <a:pt x="132" y="100"/>
                  </a:lnTo>
                  <a:lnTo>
                    <a:pt x="136" y="100"/>
                  </a:lnTo>
                  <a:lnTo>
                    <a:pt x="140" y="100"/>
                  </a:lnTo>
                  <a:lnTo>
                    <a:pt x="142" y="98"/>
                  </a:lnTo>
                  <a:lnTo>
                    <a:pt x="144" y="98"/>
                  </a:lnTo>
                  <a:lnTo>
                    <a:pt x="146" y="98"/>
                  </a:lnTo>
                  <a:lnTo>
                    <a:pt x="146" y="100"/>
                  </a:lnTo>
                  <a:lnTo>
                    <a:pt x="146" y="104"/>
                  </a:lnTo>
                  <a:lnTo>
                    <a:pt x="144" y="106"/>
                  </a:lnTo>
                  <a:lnTo>
                    <a:pt x="142" y="108"/>
                  </a:lnTo>
                  <a:lnTo>
                    <a:pt x="140" y="110"/>
                  </a:lnTo>
                  <a:lnTo>
                    <a:pt x="140" y="114"/>
                  </a:lnTo>
                  <a:lnTo>
                    <a:pt x="138" y="118"/>
                  </a:lnTo>
                  <a:lnTo>
                    <a:pt x="140" y="124"/>
                  </a:lnTo>
                  <a:lnTo>
                    <a:pt x="142" y="130"/>
                  </a:lnTo>
                  <a:lnTo>
                    <a:pt x="148" y="134"/>
                  </a:lnTo>
                  <a:lnTo>
                    <a:pt x="140" y="142"/>
                  </a:lnTo>
                  <a:lnTo>
                    <a:pt x="142" y="142"/>
                  </a:lnTo>
                  <a:lnTo>
                    <a:pt x="142" y="146"/>
                  </a:lnTo>
                  <a:lnTo>
                    <a:pt x="144" y="150"/>
                  </a:lnTo>
                  <a:lnTo>
                    <a:pt x="146" y="156"/>
                  </a:lnTo>
                  <a:lnTo>
                    <a:pt x="148" y="162"/>
                  </a:lnTo>
                  <a:lnTo>
                    <a:pt x="148" y="166"/>
                  </a:lnTo>
                  <a:lnTo>
                    <a:pt x="146" y="166"/>
                  </a:lnTo>
                  <a:lnTo>
                    <a:pt x="146" y="164"/>
                  </a:lnTo>
                  <a:lnTo>
                    <a:pt x="144" y="160"/>
                  </a:lnTo>
                  <a:lnTo>
                    <a:pt x="142" y="156"/>
                  </a:lnTo>
                  <a:lnTo>
                    <a:pt x="118" y="160"/>
                  </a:lnTo>
                  <a:lnTo>
                    <a:pt x="120" y="168"/>
                  </a:lnTo>
                  <a:lnTo>
                    <a:pt x="126" y="168"/>
                  </a:lnTo>
                  <a:lnTo>
                    <a:pt x="130" y="178"/>
                  </a:lnTo>
                  <a:lnTo>
                    <a:pt x="128" y="178"/>
                  </a:lnTo>
                  <a:lnTo>
                    <a:pt x="126" y="176"/>
                  </a:lnTo>
                  <a:lnTo>
                    <a:pt x="124" y="176"/>
                  </a:lnTo>
                  <a:lnTo>
                    <a:pt x="122" y="174"/>
                  </a:lnTo>
                  <a:lnTo>
                    <a:pt x="120" y="174"/>
                  </a:lnTo>
                  <a:lnTo>
                    <a:pt x="120" y="176"/>
                  </a:lnTo>
                  <a:lnTo>
                    <a:pt x="120" y="186"/>
                  </a:lnTo>
                  <a:lnTo>
                    <a:pt x="122" y="188"/>
                  </a:lnTo>
                  <a:lnTo>
                    <a:pt x="124" y="194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67" name="Freeform 329"/>
            <p:cNvSpPr>
              <a:spLocks/>
            </p:cNvSpPr>
            <p:nvPr/>
          </p:nvSpPr>
          <p:spPr bwMode="gray">
            <a:xfrm>
              <a:off x="4405" y="3102"/>
              <a:ext cx="80" cy="84"/>
            </a:xfrm>
            <a:custGeom>
              <a:avLst/>
              <a:gdLst>
                <a:gd name="T0" fmla="*/ 10 w 80"/>
                <a:gd name="T1" fmla="*/ 80 h 84"/>
                <a:gd name="T2" fmla="*/ 10 w 80"/>
                <a:gd name="T3" fmla="*/ 74 h 84"/>
                <a:gd name="T4" fmla="*/ 6 w 80"/>
                <a:gd name="T5" fmla="*/ 74 h 84"/>
                <a:gd name="T6" fmla="*/ 4 w 80"/>
                <a:gd name="T7" fmla="*/ 72 h 84"/>
                <a:gd name="T8" fmla="*/ 2 w 80"/>
                <a:gd name="T9" fmla="*/ 70 h 84"/>
                <a:gd name="T10" fmla="*/ 0 w 80"/>
                <a:gd name="T11" fmla="*/ 68 h 84"/>
                <a:gd name="T12" fmla="*/ 0 w 80"/>
                <a:gd name="T13" fmla="*/ 66 h 84"/>
                <a:gd name="T14" fmla="*/ 6 w 80"/>
                <a:gd name="T15" fmla="*/ 54 h 84"/>
                <a:gd name="T16" fmla="*/ 14 w 80"/>
                <a:gd name="T17" fmla="*/ 44 h 84"/>
                <a:gd name="T18" fmla="*/ 24 w 80"/>
                <a:gd name="T19" fmla="*/ 36 h 84"/>
                <a:gd name="T20" fmla="*/ 28 w 80"/>
                <a:gd name="T21" fmla="*/ 34 h 84"/>
                <a:gd name="T22" fmla="*/ 30 w 80"/>
                <a:gd name="T23" fmla="*/ 22 h 84"/>
                <a:gd name="T24" fmla="*/ 32 w 80"/>
                <a:gd name="T25" fmla="*/ 20 h 84"/>
                <a:gd name="T26" fmla="*/ 34 w 80"/>
                <a:gd name="T27" fmla="*/ 18 h 84"/>
                <a:gd name="T28" fmla="*/ 36 w 80"/>
                <a:gd name="T29" fmla="*/ 18 h 84"/>
                <a:gd name="T30" fmla="*/ 38 w 80"/>
                <a:gd name="T31" fmla="*/ 16 h 84"/>
                <a:gd name="T32" fmla="*/ 38 w 80"/>
                <a:gd name="T33" fmla="*/ 12 h 84"/>
                <a:gd name="T34" fmla="*/ 38 w 80"/>
                <a:gd name="T35" fmla="*/ 8 h 84"/>
                <a:gd name="T36" fmla="*/ 38 w 80"/>
                <a:gd name="T37" fmla="*/ 6 h 84"/>
                <a:gd name="T38" fmla="*/ 40 w 80"/>
                <a:gd name="T39" fmla="*/ 2 h 84"/>
                <a:gd name="T40" fmla="*/ 40 w 80"/>
                <a:gd name="T41" fmla="*/ 0 h 84"/>
                <a:gd name="T42" fmla="*/ 42 w 80"/>
                <a:gd name="T43" fmla="*/ 0 h 84"/>
                <a:gd name="T44" fmla="*/ 44 w 80"/>
                <a:gd name="T45" fmla="*/ 0 h 84"/>
                <a:gd name="T46" fmla="*/ 50 w 80"/>
                <a:gd name="T47" fmla="*/ 2 h 84"/>
                <a:gd name="T48" fmla="*/ 54 w 80"/>
                <a:gd name="T49" fmla="*/ 2 h 84"/>
                <a:gd name="T50" fmla="*/ 60 w 80"/>
                <a:gd name="T51" fmla="*/ 4 h 84"/>
                <a:gd name="T52" fmla="*/ 66 w 80"/>
                <a:gd name="T53" fmla="*/ 6 h 84"/>
                <a:gd name="T54" fmla="*/ 66 w 80"/>
                <a:gd name="T55" fmla="*/ 6 h 84"/>
                <a:gd name="T56" fmla="*/ 66 w 80"/>
                <a:gd name="T57" fmla="*/ 6 h 84"/>
                <a:gd name="T58" fmla="*/ 66 w 80"/>
                <a:gd name="T59" fmla="*/ 6 h 84"/>
                <a:gd name="T60" fmla="*/ 68 w 80"/>
                <a:gd name="T61" fmla="*/ 6 h 84"/>
                <a:gd name="T62" fmla="*/ 70 w 80"/>
                <a:gd name="T63" fmla="*/ 10 h 84"/>
                <a:gd name="T64" fmla="*/ 74 w 80"/>
                <a:gd name="T65" fmla="*/ 12 h 84"/>
                <a:gd name="T66" fmla="*/ 78 w 80"/>
                <a:gd name="T67" fmla="*/ 16 h 84"/>
                <a:gd name="T68" fmla="*/ 78 w 80"/>
                <a:gd name="T69" fmla="*/ 18 h 84"/>
                <a:gd name="T70" fmla="*/ 78 w 80"/>
                <a:gd name="T71" fmla="*/ 20 h 84"/>
                <a:gd name="T72" fmla="*/ 78 w 80"/>
                <a:gd name="T73" fmla="*/ 24 h 84"/>
                <a:gd name="T74" fmla="*/ 80 w 80"/>
                <a:gd name="T75" fmla="*/ 26 h 84"/>
                <a:gd name="T76" fmla="*/ 80 w 80"/>
                <a:gd name="T77" fmla="*/ 30 h 84"/>
                <a:gd name="T78" fmla="*/ 78 w 80"/>
                <a:gd name="T79" fmla="*/ 34 h 84"/>
                <a:gd name="T80" fmla="*/ 74 w 80"/>
                <a:gd name="T81" fmla="*/ 44 h 84"/>
                <a:gd name="T82" fmla="*/ 66 w 80"/>
                <a:gd name="T83" fmla="*/ 52 h 84"/>
                <a:gd name="T84" fmla="*/ 56 w 80"/>
                <a:gd name="T85" fmla="*/ 60 h 84"/>
                <a:gd name="T86" fmla="*/ 44 w 80"/>
                <a:gd name="T87" fmla="*/ 64 h 84"/>
                <a:gd name="T88" fmla="*/ 42 w 80"/>
                <a:gd name="T89" fmla="*/ 64 h 84"/>
                <a:gd name="T90" fmla="*/ 42 w 80"/>
                <a:gd name="T91" fmla="*/ 64 h 84"/>
                <a:gd name="T92" fmla="*/ 40 w 80"/>
                <a:gd name="T93" fmla="*/ 66 h 84"/>
                <a:gd name="T94" fmla="*/ 38 w 80"/>
                <a:gd name="T95" fmla="*/ 70 h 84"/>
                <a:gd name="T96" fmla="*/ 38 w 80"/>
                <a:gd name="T97" fmla="*/ 70 h 84"/>
                <a:gd name="T98" fmla="*/ 36 w 80"/>
                <a:gd name="T99" fmla="*/ 72 h 84"/>
                <a:gd name="T100" fmla="*/ 36 w 80"/>
                <a:gd name="T101" fmla="*/ 76 h 84"/>
                <a:gd name="T102" fmla="*/ 34 w 80"/>
                <a:gd name="T103" fmla="*/ 78 h 84"/>
                <a:gd name="T104" fmla="*/ 32 w 80"/>
                <a:gd name="T105" fmla="*/ 80 h 84"/>
                <a:gd name="T106" fmla="*/ 32 w 80"/>
                <a:gd name="T107" fmla="*/ 80 h 84"/>
                <a:gd name="T108" fmla="*/ 32 w 80"/>
                <a:gd name="T109" fmla="*/ 82 h 84"/>
                <a:gd name="T110" fmla="*/ 30 w 80"/>
                <a:gd name="T111" fmla="*/ 84 h 84"/>
                <a:gd name="T112" fmla="*/ 26 w 80"/>
                <a:gd name="T113" fmla="*/ 84 h 84"/>
                <a:gd name="T114" fmla="*/ 24 w 80"/>
                <a:gd name="T115" fmla="*/ 84 h 84"/>
                <a:gd name="T116" fmla="*/ 22 w 80"/>
                <a:gd name="T117" fmla="*/ 82 h 84"/>
                <a:gd name="T118" fmla="*/ 12 w 80"/>
                <a:gd name="T119" fmla="*/ 82 h 84"/>
                <a:gd name="T120" fmla="*/ 10 w 80"/>
                <a:gd name="T121" fmla="*/ 80 h 8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0"/>
                <a:gd name="T184" fmla="*/ 0 h 84"/>
                <a:gd name="T185" fmla="*/ 80 w 80"/>
                <a:gd name="T186" fmla="*/ 84 h 84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0" h="84">
                  <a:moveTo>
                    <a:pt x="10" y="80"/>
                  </a:moveTo>
                  <a:lnTo>
                    <a:pt x="10" y="74"/>
                  </a:lnTo>
                  <a:lnTo>
                    <a:pt x="6" y="74"/>
                  </a:lnTo>
                  <a:lnTo>
                    <a:pt x="4" y="72"/>
                  </a:lnTo>
                  <a:lnTo>
                    <a:pt x="2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6" y="54"/>
                  </a:lnTo>
                  <a:lnTo>
                    <a:pt x="14" y="44"/>
                  </a:lnTo>
                  <a:lnTo>
                    <a:pt x="24" y="36"/>
                  </a:lnTo>
                  <a:lnTo>
                    <a:pt x="28" y="34"/>
                  </a:lnTo>
                  <a:lnTo>
                    <a:pt x="30" y="22"/>
                  </a:lnTo>
                  <a:lnTo>
                    <a:pt x="32" y="20"/>
                  </a:lnTo>
                  <a:lnTo>
                    <a:pt x="34" y="18"/>
                  </a:lnTo>
                  <a:lnTo>
                    <a:pt x="36" y="18"/>
                  </a:lnTo>
                  <a:lnTo>
                    <a:pt x="38" y="16"/>
                  </a:lnTo>
                  <a:lnTo>
                    <a:pt x="38" y="12"/>
                  </a:lnTo>
                  <a:lnTo>
                    <a:pt x="38" y="8"/>
                  </a:lnTo>
                  <a:lnTo>
                    <a:pt x="38" y="6"/>
                  </a:lnTo>
                  <a:lnTo>
                    <a:pt x="40" y="2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0"/>
                  </a:lnTo>
                  <a:lnTo>
                    <a:pt x="50" y="2"/>
                  </a:lnTo>
                  <a:lnTo>
                    <a:pt x="54" y="2"/>
                  </a:lnTo>
                  <a:lnTo>
                    <a:pt x="60" y="4"/>
                  </a:lnTo>
                  <a:lnTo>
                    <a:pt x="66" y="6"/>
                  </a:lnTo>
                  <a:lnTo>
                    <a:pt x="68" y="6"/>
                  </a:lnTo>
                  <a:lnTo>
                    <a:pt x="70" y="10"/>
                  </a:lnTo>
                  <a:lnTo>
                    <a:pt x="74" y="12"/>
                  </a:lnTo>
                  <a:lnTo>
                    <a:pt x="78" y="16"/>
                  </a:lnTo>
                  <a:lnTo>
                    <a:pt x="78" y="18"/>
                  </a:lnTo>
                  <a:lnTo>
                    <a:pt x="78" y="20"/>
                  </a:lnTo>
                  <a:lnTo>
                    <a:pt x="78" y="24"/>
                  </a:lnTo>
                  <a:lnTo>
                    <a:pt x="80" y="26"/>
                  </a:lnTo>
                  <a:lnTo>
                    <a:pt x="80" y="30"/>
                  </a:lnTo>
                  <a:lnTo>
                    <a:pt x="78" y="34"/>
                  </a:lnTo>
                  <a:lnTo>
                    <a:pt x="74" y="44"/>
                  </a:lnTo>
                  <a:lnTo>
                    <a:pt x="66" y="52"/>
                  </a:lnTo>
                  <a:lnTo>
                    <a:pt x="56" y="60"/>
                  </a:lnTo>
                  <a:lnTo>
                    <a:pt x="44" y="64"/>
                  </a:lnTo>
                  <a:lnTo>
                    <a:pt x="42" y="64"/>
                  </a:lnTo>
                  <a:lnTo>
                    <a:pt x="40" y="66"/>
                  </a:lnTo>
                  <a:lnTo>
                    <a:pt x="38" y="70"/>
                  </a:lnTo>
                  <a:lnTo>
                    <a:pt x="36" y="72"/>
                  </a:lnTo>
                  <a:lnTo>
                    <a:pt x="36" y="76"/>
                  </a:lnTo>
                  <a:lnTo>
                    <a:pt x="34" y="78"/>
                  </a:lnTo>
                  <a:lnTo>
                    <a:pt x="32" y="80"/>
                  </a:lnTo>
                  <a:lnTo>
                    <a:pt x="32" y="82"/>
                  </a:lnTo>
                  <a:lnTo>
                    <a:pt x="30" y="84"/>
                  </a:lnTo>
                  <a:lnTo>
                    <a:pt x="26" y="84"/>
                  </a:lnTo>
                  <a:lnTo>
                    <a:pt x="24" y="84"/>
                  </a:lnTo>
                  <a:lnTo>
                    <a:pt x="22" y="82"/>
                  </a:lnTo>
                  <a:lnTo>
                    <a:pt x="12" y="82"/>
                  </a:lnTo>
                  <a:lnTo>
                    <a:pt x="10" y="8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68" name="Freeform 330"/>
            <p:cNvSpPr>
              <a:spLocks/>
            </p:cNvSpPr>
            <p:nvPr/>
          </p:nvSpPr>
          <p:spPr bwMode="gray">
            <a:xfrm>
              <a:off x="4515" y="3442"/>
              <a:ext cx="268" cy="660"/>
            </a:xfrm>
            <a:custGeom>
              <a:avLst/>
              <a:gdLst>
                <a:gd name="T0" fmla="*/ 82 w 268"/>
                <a:gd name="T1" fmla="*/ 28 h 660"/>
                <a:gd name="T2" fmla="*/ 78 w 268"/>
                <a:gd name="T3" fmla="*/ 38 h 660"/>
                <a:gd name="T4" fmla="*/ 68 w 268"/>
                <a:gd name="T5" fmla="*/ 58 h 660"/>
                <a:gd name="T6" fmla="*/ 52 w 268"/>
                <a:gd name="T7" fmla="*/ 90 h 660"/>
                <a:gd name="T8" fmla="*/ 46 w 268"/>
                <a:gd name="T9" fmla="*/ 126 h 660"/>
                <a:gd name="T10" fmla="*/ 44 w 268"/>
                <a:gd name="T11" fmla="*/ 238 h 660"/>
                <a:gd name="T12" fmla="*/ 32 w 268"/>
                <a:gd name="T13" fmla="*/ 256 h 660"/>
                <a:gd name="T14" fmla="*/ 22 w 268"/>
                <a:gd name="T15" fmla="*/ 282 h 660"/>
                <a:gd name="T16" fmla="*/ 24 w 268"/>
                <a:gd name="T17" fmla="*/ 310 h 660"/>
                <a:gd name="T18" fmla="*/ 20 w 268"/>
                <a:gd name="T19" fmla="*/ 332 h 660"/>
                <a:gd name="T20" fmla="*/ 20 w 268"/>
                <a:gd name="T21" fmla="*/ 370 h 660"/>
                <a:gd name="T22" fmla="*/ 18 w 268"/>
                <a:gd name="T23" fmla="*/ 382 h 660"/>
                <a:gd name="T24" fmla="*/ 22 w 268"/>
                <a:gd name="T25" fmla="*/ 390 h 660"/>
                <a:gd name="T26" fmla="*/ 20 w 268"/>
                <a:gd name="T27" fmla="*/ 428 h 660"/>
                <a:gd name="T28" fmla="*/ 10 w 268"/>
                <a:gd name="T29" fmla="*/ 438 h 660"/>
                <a:gd name="T30" fmla="*/ 2 w 268"/>
                <a:gd name="T31" fmla="*/ 466 h 660"/>
                <a:gd name="T32" fmla="*/ 2 w 268"/>
                <a:gd name="T33" fmla="*/ 530 h 660"/>
                <a:gd name="T34" fmla="*/ 2 w 268"/>
                <a:gd name="T35" fmla="*/ 554 h 660"/>
                <a:gd name="T36" fmla="*/ 54 w 268"/>
                <a:gd name="T37" fmla="*/ 570 h 660"/>
                <a:gd name="T38" fmla="*/ 56 w 268"/>
                <a:gd name="T39" fmla="*/ 588 h 660"/>
                <a:gd name="T40" fmla="*/ 114 w 268"/>
                <a:gd name="T41" fmla="*/ 660 h 660"/>
                <a:gd name="T42" fmla="*/ 106 w 268"/>
                <a:gd name="T43" fmla="*/ 624 h 660"/>
                <a:gd name="T44" fmla="*/ 82 w 268"/>
                <a:gd name="T45" fmla="*/ 616 h 660"/>
                <a:gd name="T46" fmla="*/ 56 w 268"/>
                <a:gd name="T47" fmla="*/ 568 h 660"/>
                <a:gd name="T48" fmla="*/ 54 w 268"/>
                <a:gd name="T49" fmla="*/ 534 h 660"/>
                <a:gd name="T50" fmla="*/ 78 w 268"/>
                <a:gd name="T51" fmla="*/ 506 h 660"/>
                <a:gd name="T52" fmla="*/ 92 w 268"/>
                <a:gd name="T53" fmla="*/ 492 h 660"/>
                <a:gd name="T54" fmla="*/ 96 w 268"/>
                <a:gd name="T55" fmla="*/ 482 h 660"/>
                <a:gd name="T56" fmla="*/ 96 w 268"/>
                <a:gd name="T57" fmla="*/ 466 h 660"/>
                <a:gd name="T58" fmla="*/ 82 w 268"/>
                <a:gd name="T59" fmla="*/ 456 h 660"/>
                <a:gd name="T60" fmla="*/ 74 w 268"/>
                <a:gd name="T61" fmla="*/ 436 h 660"/>
                <a:gd name="T62" fmla="*/ 82 w 268"/>
                <a:gd name="T63" fmla="*/ 424 h 660"/>
                <a:gd name="T64" fmla="*/ 88 w 268"/>
                <a:gd name="T65" fmla="*/ 424 h 660"/>
                <a:gd name="T66" fmla="*/ 124 w 268"/>
                <a:gd name="T67" fmla="*/ 368 h 660"/>
                <a:gd name="T68" fmla="*/ 112 w 268"/>
                <a:gd name="T69" fmla="*/ 346 h 660"/>
                <a:gd name="T70" fmla="*/ 112 w 268"/>
                <a:gd name="T71" fmla="*/ 334 h 660"/>
                <a:gd name="T72" fmla="*/ 142 w 268"/>
                <a:gd name="T73" fmla="*/ 314 h 660"/>
                <a:gd name="T74" fmla="*/ 148 w 268"/>
                <a:gd name="T75" fmla="*/ 300 h 660"/>
                <a:gd name="T76" fmla="*/ 164 w 268"/>
                <a:gd name="T77" fmla="*/ 294 h 660"/>
                <a:gd name="T78" fmla="*/ 210 w 268"/>
                <a:gd name="T79" fmla="*/ 282 h 660"/>
                <a:gd name="T80" fmla="*/ 218 w 268"/>
                <a:gd name="T81" fmla="*/ 250 h 660"/>
                <a:gd name="T82" fmla="*/ 206 w 268"/>
                <a:gd name="T83" fmla="*/ 216 h 660"/>
                <a:gd name="T84" fmla="*/ 200 w 268"/>
                <a:gd name="T85" fmla="*/ 202 h 660"/>
                <a:gd name="T86" fmla="*/ 200 w 268"/>
                <a:gd name="T87" fmla="*/ 180 h 660"/>
                <a:gd name="T88" fmla="*/ 214 w 268"/>
                <a:gd name="T89" fmla="*/ 134 h 660"/>
                <a:gd name="T90" fmla="*/ 220 w 268"/>
                <a:gd name="T91" fmla="*/ 120 h 660"/>
                <a:gd name="T92" fmla="*/ 230 w 268"/>
                <a:gd name="T93" fmla="*/ 110 h 660"/>
                <a:gd name="T94" fmla="*/ 262 w 268"/>
                <a:gd name="T95" fmla="*/ 84 h 660"/>
                <a:gd name="T96" fmla="*/ 268 w 268"/>
                <a:gd name="T97" fmla="*/ 68 h 660"/>
                <a:gd name="T98" fmla="*/ 262 w 268"/>
                <a:gd name="T99" fmla="*/ 62 h 660"/>
                <a:gd name="T100" fmla="*/ 258 w 268"/>
                <a:gd name="T101" fmla="*/ 58 h 660"/>
                <a:gd name="T102" fmla="*/ 252 w 268"/>
                <a:gd name="T103" fmla="*/ 58 h 660"/>
                <a:gd name="T104" fmla="*/ 250 w 268"/>
                <a:gd name="T105" fmla="*/ 72 h 660"/>
                <a:gd name="T106" fmla="*/ 246 w 268"/>
                <a:gd name="T107" fmla="*/ 86 h 660"/>
                <a:gd name="T108" fmla="*/ 176 w 268"/>
                <a:gd name="T109" fmla="*/ 34 h 660"/>
                <a:gd name="T110" fmla="*/ 146 w 268"/>
                <a:gd name="T111" fmla="*/ 18 h 660"/>
                <a:gd name="T112" fmla="*/ 144 w 268"/>
                <a:gd name="T113" fmla="*/ 6 h 660"/>
                <a:gd name="T114" fmla="*/ 138 w 268"/>
                <a:gd name="T115" fmla="*/ 2 h 660"/>
                <a:gd name="T116" fmla="*/ 120 w 268"/>
                <a:gd name="T117" fmla="*/ 16 h 660"/>
                <a:gd name="T118" fmla="*/ 118 w 268"/>
                <a:gd name="T119" fmla="*/ 8 h 660"/>
                <a:gd name="T120" fmla="*/ 94 w 268"/>
                <a:gd name="T121" fmla="*/ 0 h 660"/>
                <a:gd name="T122" fmla="*/ 86 w 268"/>
                <a:gd name="T123" fmla="*/ 14 h 66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268"/>
                <a:gd name="T187" fmla="*/ 0 h 660"/>
                <a:gd name="T188" fmla="*/ 268 w 268"/>
                <a:gd name="T189" fmla="*/ 660 h 66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268" h="660">
                  <a:moveTo>
                    <a:pt x="82" y="18"/>
                  </a:moveTo>
                  <a:lnTo>
                    <a:pt x="82" y="20"/>
                  </a:lnTo>
                  <a:lnTo>
                    <a:pt x="82" y="22"/>
                  </a:lnTo>
                  <a:lnTo>
                    <a:pt x="82" y="28"/>
                  </a:lnTo>
                  <a:lnTo>
                    <a:pt x="82" y="32"/>
                  </a:lnTo>
                  <a:lnTo>
                    <a:pt x="82" y="36"/>
                  </a:lnTo>
                  <a:lnTo>
                    <a:pt x="80" y="36"/>
                  </a:lnTo>
                  <a:lnTo>
                    <a:pt x="78" y="38"/>
                  </a:lnTo>
                  <a:lnTo>
                    <a:pt x="76" y="40"/>
                  </a:lnTo>
                  <a:lnTo>
                    <a:pt x="72" y="44"/>
                  </a:lnTo>
                  <a:lnTo>
                    <a:pt x="70" y="50"/>
                  </a:lnTo>
                  <a:lnTo>
                    <a:pt x="68" y="58"/>
                  </a:lnTo>
                  <a:lnTo>
                    <a:pt x="66" y="62"/>
                  </a:lnTo>
                  <a:lnTo>
                    <a:pt x="62" y="70"/>
                  </a:lnTo>
                  <a:lnTo>
                    <a:pt x="56" y="80"/>
                  </a:lnTo>
                  <a:lnTo>
                    <a:pt x="52" y="90"/>
                  </a:lnTo>
                  <a:lnTo>
                    <a:pt x="50" y="98"/>
                  </a:lnTo>
                  <a:lnTo>
                    <a:pt x="48" y="104"/>
                  </a:lnTo>
                  <a:lnTo>
                    <a:pt x="48" y="112"/>
                  </a:lnTo>
                  <a:lnTo>
                    <a:pt x="46" y="126"/>
                  </a:lnTo>
                  <a:lnTo>
                    <a:pt x="48" y="144"/>
                  </a:lnTo>
                  <a:lnTo>
                    <a:pt x="46" y="234"/>
                  </a:lnTo>
                  <a:lnTo>
                    <a:pt x="46" y="236"/>
                  </a:lnTo>
                  <a:lnTo>
                    <a:pt x="44" y="238"/>
                  </a:lnTo>
                  <a:lnTo>
                    <a:pt x="40" y="242"/>
                  </a:lnTo>
                  <a:lnTo>
                    <a:pt x="38" y="246"/>
                  </a:lnTo>
                  <a:lnTo>
                    <a:pt x="34" y="250"/>
                  </a:lnTo>
                  <a:lnTo>
                    <a:pt x="32" y="256"/>
                  </a:lnTo>
                  <a:lnTo>
                    <a:pt x="30" y="260"/>
                  </a:lnTo>
                  <a:lnTo>
                    <a:pt x="28" y="262"/>
                  </a:lnTo>
                  <a:lnTo>
                    <a:pt x="24" y="280"/>
                  </a:lnTo>
                  <a:lnTo>
                    <a:pt x="22" y="282"/>
                  </a:lnTo>
                  <a:lnTo>
                    <a:pt x="22" y="284"/>
                  </a:lnTo>
                  <a:lnTo>
                    <a:pt x="24" y="292"/>
                  </a:lnTo>
                  <a:lnTo>
                    <a:pt x="22" y="302"/>
                  </a:lnTo>
                  <a:lnTo>
                    <a:pt x="24" y="310"/>
                  </a:lnTo>
                  <a:lnTo>
                    <a:pt x="22" y="322"/>
                  </a:lnTo>
                  <a:lnTo>
                    <a:pt x="18" y="324"/>
                  </a:lnTo>
                  <a:lnTo>
                    <a:pt x="18" y="332"/>
                  </a:lnTo>
                  <a:lnTo>
                    <a:pt x="20" y="332"/>
                  </a:lnTo>
                  <a:lnTo>
                    <a:pt x="20" y="336"/>
                  </a:lnTo>
                  <a:lnTo>
                    <a:pt x="20" y="348"/>
                  </a:lnTo>
                  <a:lnTo>
                    <a:pt x="20" y="360"/>
                  </a:lnTo>
                  <a:lnTo>
                    <a:pt x="20" y="370"/>
                  </a:lnTo>
                  <a:lnTo>
                    <a:pt x="20" y="374"/>
                  </a:lnTo>
                  <a:lnTo>
                    <a:pt x="18" y="378"/>
                  </a:lnTo>
                  <a:lnTo>
                    <a:pt x="18" y="380"/>
                  </a:lnTo>
                  <a:lnTo>
                    <a:pt x="18" y="382"/>
                  </a:lnTo>
                  <a:lnTo>
                    <a:pt x="18" y="384"/>
                  </a:lnTo>
                  <a:lnTo>
                    <a:pt x="20" y="386"/>
                  </a:lnTo>
                  <a:lnTo>
                    <a:pt x="20" y="388"/>
                  </a:lnTo>
                  <a:lnTo>
                    <a:pt x="22" y="390"/>
                  </a:lnTo>
                  <a:lnTo>
                    <a:pt x="22" y="396"/>
                  </a:lnTo>
                  <a:lnTo>
                    <a:pt x="22" y="408"/>
                  </a:lnTo>
                  <a:lnTo>
                    <a:pt x="22" y="420"/>
                  </a:lnTo>
                  <a:lnTo>
                    <a:pt x="20" y="428"/>
                  </a:lnTo>
                  <a:lnTo>
                    <a:pt x="20" y="430"/>
                  </a:lnTo>
                  <a:lnTo>
                    <a:pt x="16" y="432"/>
                  </a:lnTo>
                  <a:lnTo>
                    <a:pt x="14" y="434"/>
                  </a:lnTo>
                  <a:lnTo>
                    <a:pt x="10" y="438"/>
                  </a:lnTo>
                  <a:lnTo>
                    <a:pt x="6" y="442"/>
                  </a:lnTo>
                  <a:lnTo>
                    <a:pt x="4" y="446"/>
                  </a:lnTo>
                  <a:lnTo>
                    <a:pt x="2" y="452"/>
                  </a:lnTo>
                  <a:lnTo>
                    <a:pt x="2" y="466"/>
                  </a:lnTo>
                  <a:lnTo>
                    <a:pt x="2" y="486"/>
                  </a:lnTo>
                  <a:lnTo>
                    <a:pt x="2" y="506"/>
                  </a:lnTo>
                  <a:lnTo>
                    <a:pt x="2" y="524"/>
                  </a:lnTo>
                  <a:lnTo>
                    <a:pt x="2" y="530"/>
                  </a:lnTo>
                  <a:lnTo>
                    <a:pt x="0" y="532"/>
                  </a:lnTo>
                  <a:lnTo>
                    <a:pt x="0" y="536"/>
                  </a:lnTo>
                  <a:lnTo>
                    <a:pt x="2" y="542"/>
                  </a:lnTo>
                  <a:lnTo>
                    <a:pt x="2" y="554"/>
                  </a:lnTo>
                  <a:lnTo>
                    <a:pt x="14" y="568"/>
                  </a:lnTo>
                  <a:lnTo>
                    <a:pt x="52" y="568"/>
                  </a:lnTo>
                  <a:lnTo>
                    <a:pt x="54" y="568"/>
                  </a:lnTo>
                  <a:lnTo>
                    <a:pt x="54" y="570"/>
                  </a:lnTo>
                  <a:lnTo>
                    <a:pt x="54" y="572"/>
                  </a:lnTo>
                  <a:lnTo>
                    <a:pt x="54" y="574"/>
                  </a:lnTo>
                  <a:lnTo>
                    <a:pt x="54" y="580"/>
                  </a:lnTo>
                  <a:lnTo>
                    <a:pt x="56" y="588"/>
                  </a:lnTo>
                  <a:lnTo>
                    <a:pt x="56" y="612"/>
                  </a:lnTo>
                  <a:lnTo>
                    <a:pt x="60" y="638"/>
                  </a:lnTo>
                  <a:lnTo>
                    <a:pt x="100" y="640"/>
                  </a:lnTo>
                  <a:lnTo>
                    <a:pt x="114" y="660"/>
                  </a:lnTo>
                  <a:lnTo>
                    <a:pt x="116" y="654"/>
                  </a:lnTo>
                  <a:lnTo>
                    <a:pt x="118" y="648"/>
                  </a:lnTo>
                  <a:lnTo>
                    <a:pt x="118" y="638"/>
                  </a:lnTo>
                  <a:lnTo>
                    <a:pt x="106" y="624"/>
                  </a:lnTo>
                  <a:lnTo>
                    <a:pt x="94" y="614"/>
                  </a:lnTo>
                  <a:lnTo>
                    <a:pt x="92" y="616"/>
                  </a:lnTo>
                  <a:lnTo>
                    <a:pt x="88" y="616"/>
                  </a:lnTo>
                  <a:lnTo>
                    <a:pt x="82" y="616"/>
                  </a:lnTo>
                  <a:lnTo>
                    <a:pt x="74" y="612"/>
                  </a:lnTo>
                  <a:lnTo>
                    <a:pt x="66" y="604"/>
                  </a:lnTo>
                  <a:lnTo>
                    <a:pt x="60" y="590"/>
                  </a:lnTo>
                  <a:lnTo>
                    <a:pt x="56" y="568"/>
                  </a:lnTo>
                  <a:lnTo>
                    <a:pt x="56" y="564"/>
                  </a:lnTo>
                  <a:lnTo>
                    <a:pt x="54" y="554"/>
                  </a:lnTo>
                  <a:lnTo>
                    <a:pt x="52" y="544"/>
                  </a:lnTo>
                  <a:lnTo>
                    <a:pt x="54" y="534"/>
                  </a:lnTo>
                  <a:lnTo>
                    <a:pt x="62" y="526"/>
                  </a:lnTo>
                  <a:lnTo>
                    <a:pt x="74" y="508"/>
                  </a:lnTo>
                  <a:lnTo>
                    <a:pt x="78" y="506"/>
                  </a:lnTo>
                  <a:lnTo>
                    <a:pt x="80" y="502"/>
                  </a:lnTo>
                  <a:lnTo>
                    <a:pt x="84" y="500"/>
                  </a:lnTo>
                  <a:lnTo>
                    <a:pt x="88" y="496"/>
                  </a:lnTo>
                  <a:lnTo>
                    <a:pt x="92" y="492"/>
                  </a:lnTo>
                  <a:lnTo>
                    <a:pt x="94" y="490"/>
                  </a:lnTo>
                  <a:lnTo>
                    <a:pt x="94" y="486"/>
                  </a:lnTo>
                  <a:lnTo>
                    <a:pt x="94" y="484"/>
                  </a:lnTo>
                  <a:lnTo>
                    <a:pt x="96" y="482"/>
                  </a:lnTo>
                  <a:lnTo>
                    <a:pt x="96" y="478"/>
                  </a:lnTo>
                  <a:lnTo>
                    <a:pt x="96" y="474"/>
                  </a:lnTo>
                  <a:lnTo>
                    <a:pt x="96" y="470"/>
                  </a:lnTo>
                  <a:lnTo>
                    <a:pt x="96" y="466"/>
                  </a:lnTo>
                  <a:lnTo>
                    <a:pt x="94" y="462"/>
                  </a:lnTo>
                  <a:lnTo>
                    <a:pt x="90" y="460"/>
                  </a:lnTo>
                  <a:lnTo>
                    <a:pt x="86" y="458"/>
                  </a:lnTo>
                  <a:lnTo>
                    <a:pt x="82" y="456"/>
                  </a:lnTo>
                  <a:lnTo>
                    <a:pt x="78" y="452"/>
                  </a:lnTo>
                  <a:lnTo>
                    <a:pt x="76" y="448"/>
                  </a:lnTo>
                  <a:lnTo>
                    <a:pt x="74" y="444"/>
                  </a:lnTo>
                  <a:lnTo>
                    <a:pt x="74" y="436"/>
                  </a:lnTo>
                  <a:lnTo>
                    <a:pt x="74" y="432"/>
                  </a:lnTo>
                  <a:lnTo>
                    <a:pt x="76" y="428"/>
                  </a:lnTo>
                  <a:lnTo>
                    <a:pt x="78" y="426"/>
                  </a:lnTo>
                  <a:lnTo>
                    <a:pt x="82" y="424"/>
                  </a:lnTo>
                  <a:lnTo>
                    <a:pt x="84" y="424"/>
                  </a:lnTo>
                  <a:lnTo>
                    <a:pt x="86" y="424"/>
                  </a:lnTo>
                  <a:lnTo>
                    <a:pt x="88" y="424"/>
                  </a:lnTo>
                  <a:lnTo>
                    <a:pt x="104" y="402"/>
                  </a:lnTo>
                  <a:lnTo>
                    <a:pt x="112" y="382"/>
                  </a:lnTo>
                  <a:lnTo>
                    <a:pt x="112" y="370"/>
                  </a:lnTo>
                  <a:lnTo>
                    <a:pt x="124" y="368"/>
                  </a:lnTo>
                  <a:lnTo>
                    <a:pt x="124" y="354"/>
                  </a:lnTo>
                  <a:lnTo>
                    <a:pt x="112" y="348"/>
                  </a:lnTo>
                  <a:lnTo>
                    <a:pt x="112" y="346"/>
                  </a:lnTo>
                  <a:lnTo>
                    <a:pt x="110" y="344"/>
                  </a:lnTo>
                  <a:lnTo>
                    <a:pt x="110" y="340"/>
                  </a:lnTo>
                  <a:lnTo>
                    <a:pt x="110" y="336"/>
                  </a:lnTo>
                  <a:lnTo>
                    <a:pt x="112" y="334"/>
                  </a:lnTo>
                  <a:lnTo>
                    <a:pt x="114" y="332"/>
                  </a:lnTo>
                  <a:lnTo>
                    <a:pt x="118" y="332"/>
                  </a:lnTo>
                  <a:lnTo>
                    <a:pt x="138" y="334"/>
                  </a:lnTo>
                  <a:lnTo>
                    <a:pt x="142" y="314"/>
                  </a:lnTo>
                  <a:lnTo>
                    <a:pt x="142" y="312"/>
                  </a:lnTo>
                  <a:lnTo>
                    <a:pt x="144" y="310"/>
                  </a:lnTo>
                  <a:lnTo>
                    <a:pt x="144" y="306"/>
                  </a:lnTo>
                  <a:lnTo>
                    <a:pt x="148" y="300"/>
                  </a:lnTo>
                  <a:lnTo>
                    <a:pt x="150" y="296"/>
                  </a:lnTo>
                  <a:lnTo>
                    <a:pt x="154" y="294"/>
                  </a:lnTo>
                  <a:lnTo>
                    <a:pt x="160" y="292"/>
                  </a:lnTo>
                  <a:lnTo>
                    <a:pt x="164" y="294"/>
                  </a:lnTo>
                  <a:lnTo>
                    <a:pt x="172" y="294"/>
                  </a:lnTo>
                  <a:lnTo>
                    <a:pt x="184" y="294"/>
                  </a:lnTo>
                  <a:lnTo>
                    <a:pt x="198" y="290"/>
                  </a:lnTo>
                  <a:lnTo>
                    <a:pt x="210" y="282"/>
                  </a:lnTo>
                  <a:lnTo>
                    <a:pt x="218" y="266"/>
                  </a:lnTo>
                  <a:lnTo>
                    <a:pt x="220" y="262"/>
                  </a:lnTo>
                  <a:lnTo>
                    <a:pt x="220" y="256"/>
                  </a:lnTo>
                  <a:lnTo>
                    <a:pt x="218" y="250"/>
                  </a:lnTo>
                  <a:lnTo>
                    <a:pt x="216" y="242"/>
                  </a:lnTo>
                  <a:lnTo>
                    <a:pt x="214" y="234"/>
                  </a:lnTo>
                  <a:lnTo>
                    <a:pt x="208" y="218"/>
                  </a:lnTo>
                  <a:lnTo>
                    <a:pt x="206" y="216"/>
                  </a:lnTo>
                  <a:lnTo>
                    <a:pt x="206" y="214"/>
                  </a:lnTo>
                  <a:lnTo>
                    <a:pt x="204" y="210"/>
                  </a:lnTo>
                  <a:lnTo>
                    <a:pt x="202" y="206"/>
                  </a:lnTo>
                  <a:lnTo>
                    <a:pt x="200" y="202"/>
                  </a:lnTo>
                  <a:lnTo>
                    <a:pt x="200" y="196"/>
                  </a:lnTo>
                  <a:lnTo>
                    <a:pt x="202" y="194"/>
                  </a:lnTo>
                  <a:lnTo>
                    <a:pt x="202" y="190"/>
                  </a:lnTo>
                  <a:lnTo>
                    <a:pt x="200" y="180"/>
                  </a:lnTo>
                  <a:lnTo>
                    <a:pt x="200" y="168"/>
                  </a:lnTo>
                  <a:lnTo>
                    <a:pt x="200" y="158"/>
                  </a:lnTo>
                  <a:lnTo>
                    <a:pt x="202" y="152"/>
                  </a:lnTo>
                  <a:lnTo>
                    <a:pt x="214" y="134"/>
                  </a:lnTo>
                  <a:lnTo>
                    <a:pt x="214" y="132"/>
                  </a:lnTo>
                  <a:lnTo>
                    <a:pt x="214" y="128"/>
                  </a:lnTo>
                  <a:lnTo>
                    <a:pt x="218" y="124"/>
                  </a:lnTo>
                  <a:lnTo>
                    <a:pt x="220" y="120"/>
                  </a:lnTo>
                  <a:lnTo>
                    <a:pt x="224" y="116"/>
                  </a:lnTo>
                  <a:lnTo>
                    <a:pt x="228" y="112"/>
                  </a:lnTo>
                  <a:lnTo>
                    <a:pt x="230" y="110"/>
                  </a:lnTo>
                  <a:lnTo>
                    <a:pt x="238" y="104"/>
                  </a:lnTo>
                  <a:lnTo>
                    <a:pt x="246" y="98"/>
                  </a:lnTo>
                  <a:lnTo>
                    <a:pt x="254" y="90"/>
                  </a:lnTo>
                  <a:lnTo>
                    <a:pt x="262" y="84"/>
                  </a:lnTo>
                  <a:lnTo>
                    <a:pt x="264" y="82"/>
                  </a:lnTo>
                  <a:lnTo>
                    <a:pt x="266" y="76"/>
                  </a:lnTo>
                  <a:lnTo>
                    <a:pt x="268" y="72"/>
                  </a:lnTo>
                  <a:lnTo>
                    <a:pt x="268" y="68"/>
                  </a:lnTo>
                  <a:lnTo>
                    <a:pt x="268" y="64"/>
                  </a:lnTo>
                  <a:lnTo>
                    <a:pt x="266" y="62"/>
                  </a:lnTo>
                  <a:lnTo>
                    <a:pt x="264" y="62"/>
                  </a:lnTo>
                  <a:lnTo>
                    <a:pt x="262" y="62"/>
                  </a:lnTo>
                  <a:lnTo>
                    <a:pt x="262" y="60"/>
                  </a:lnTo>
                  <a:lnTo>
                    <a:pt x="260" y="60"/>
                  </a:lnTo>
                  <a:lnTo>
                    <a:pt x="258" y="60"/>
                  </a:lnTo>
                  <a:lnTo>
                    <a:pt x="258" y="58"/>
                  </a:lnTo>
                  <a:lnTo>
                    <a:pt x="258" y="56"/>
                  </a:lnTo>
                  <a:lnTo>
                    <a:pt x="260" y="56"/>
                  </a:lnTo>
                  <a:lnTo>
                    <a:pt x="252" y="58"/>
                  </a:lnTo>
                  <a:lnTo>
                    <a:pt x="252" y="60"/>
                  </a:lnTo>
                  <a:lnTo>
                    <a:pt x="250" y="66"/>
                  </a:lnTo>
                  <a:lnTo>
                    <a:pt x="250" y="70"/>
                  </a:lnTo>
                  <a:lnTo>
                    <a:pt x="250" y="72"/>
                  </a:lnTo>
                  <a:lnTo>
                    <a:pt x="250" y="74"/>
                  </a:lnTo>
                  <a:lnTo>
                    <a:pt x="248" y="78"/>
                  </a:lnTo>
                  <a:lnTo>
                    <a:pt x="246" y="82"/>
                  </a:lnTo>
                  <a:lnTo>
                    <a:pt x="246" y="86"/>
                  </a:lnTo>
                  <a:lnTo>
                    <a:pt x="246" y="88"/>
                  </a:lnTo>
                  <a:lnTo>
                    <a:pt x="194" y="88"/>
                  </a:lnTo>
                  <a:lnTo>
                    <a:pt x="210" y="52"/>
                  </a:lnTo>
                  <a:lnTo>
                    <a:pt x="176" y="34"/>
                  </a:lnTo>
                  <a:lnTo>
                    <a:pt x="170" y="28"/>
                  </a:lnTo>
                  <a:lnTo>
                    <a:pt x="154" y="22"/>
                  </a:lnTo>
                  <a:lnTo>
                    <a:pt x="150" y="20"/>
                  </a:lnTo>
                  <a:lnTo>
                    <a:pt x="146" y="18"/>
                  </a:lnTo>
                  <a:lnTo>
                    <a:pt x="144" y="16"/>
                  </a:lnTo>
                  <a:lnTo>
                    <a:pt x="144" y="14"/>
                  </a:lnTo>
                  <a:lnTo>
                    <a:pt x="144" y="10"/>
                  </a:lnTo>
                  <a:lnTo>
                    <a:pt x="144" y="6"/>
                  </a:lnTo>
                  <a:lnTo>
                    <a:pt x="142" y="4"/>
                  </a:lnTo>
                  <a:lnTo>
                    <a:pt x="140" y="2"/>
                  </a:lnTo>
                  <a:lnTo>
                    <a:pt x="138" y="2"/>
                  </a:lnTo>
                  <a:lnTo>
                    <a:pt x="134" y="0"/>
                  </a:lnTo>
                  <a:lnTo>
                    <a:pt x="132" y="2"/>
                  </a:lnTo>
                  <a:lnTo>
                    <a:pt x="130" y="4"/>
                  </a:lnTo>
                  <a:lnTo>
                    <a:pt x="120" y="16"/>
                  </a:lnTo>
                  <a:lnTo>
                    <a:pt x="120" y="14"/>
                  </a:lnTo>
                  <a:lnTo>
                    <a:pt x="120" y="12"/>
                  </a:lnTo>
                  <a:lnTo>
                    <a:pt x="118" y="8"/>
                  </a:lnTo>
                  <a:lnTo>
                    <a:pt x="116" y="6"/>
                  </a:lnTo>
                  <a:lnTo>
                    <a:pt x="114" y="4"/>
                  </a:lnTo>
                  <a:lnTo>
                    <a:pt x="108" y="4"/>
                  </a:lnTo>
                  <a:lnTo>
                    <a:pt x="94" y="0"/>
                  </a:lnTo>
                  <a:lnTo>
                    <a:pt x="94" y="2"/>
                  </a:lnTo>
                  <a:lnTo>
                    <a:pt x="92" y="6"/>
                  </a:lnTo>
                  <a:lnTo>
                    <a:pt x="90" y="10"/>
                  </a:lnTo>
                  <a:lnTo>
                    <a:pt x="86" y="14"/>
                  </a:lnTo>
                  <a:lnTo>
                    <a:pt x="82" y="1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69" name="Freeform 331"/>
            <p:cNvSpPr>
              <a:spLocks/>
            </p:cNvSpPr>
            <p:nvPr/>
          </p:nvSpPr>
          <p:spPr bwMode="gray">
            <a:xfrm>
              <a:off x="4511" y="3052"/>
              <a:ext cx="532" cy="572"/>
            </a:xfrm>
            <a:custGeom>
              <a:avLst/>
              <a:gdLst>
                <a:gd name="T0" fmla="*/ 324 w 532"/>
                <a:gd name="T1" fmla="*/ 492 h 572"/>
                <a:gd name="T2" fmla="*/ 418 w 532"/>
                <a:gd name="T3" fmla="*/ 404 h 572"/>
                <a:gd name="T4" fmla="*/ 474 w 532"/>
                <a:gd name="T5" fmla="*/ 284 h 572"/>
                <a:gd name="T6" fmla="*/ 532 w 532"/>
                <a:gd name="T7" fmla="*/ 162 h 572"/>
                <a:gd name="T8" fmla="*/ 478 w 532"/>
                <a:gd name="T9" fmla="*/ 116 h 572"/>
                <a:gd name="T10" fmla="*/ 382 w 532"/>
                <a:gd name="T11" fmla="*/ 96 h 572"/>
                <a:gd name="T12" fmla="*/ 384 w 532"/>
                <a:gd name="T13" fmla="*/ 80 h 572"/>
                <a:gd name="T14" fmla="*/ 366 w 532"/>
                <a:gd name="T15" fmla="*/ 76 h 572"/>
                <a:gd name="T16" fmla="*/ 336 w 532"/>
                <a:gd name="T17" fmla="*/ 72 h 572"/>
                <a:gd name="T18" fmla="*/ 306 w 532"/>
                <a:gd name="T19" fmla="*/ 84 h 572"/>
                <a:gd name="T20" fmla="*/ 282 w 532"/>
                <a:gd name="T21" fmla="*/ 96 h 572"/>
                <a:gd name="T22" fmla="*/ 300 w 532"/>
                <a:gd name="T23" fmla="*/ 76 h 572"/>
                <a:gd name="T24" fmla="*/ 322 w 532"/>
                <a:gd name="T25" fmla="*/ 50 h 572"/>
                <a:gd name="T26" fmla="*/ 282 w 532"/>
                <a:gd name="T27" fmla="*/ 0 h 572"/>
                <a:gd name="T28" fmla="*/ 264 w 532"/>
                <a:gd name="T29" fmla="*/ 20 h 572"/>
                <a:gd name="T30" fmla="*/ 254 w 532"/>
                <a:gd name="T31" fmla="*/ 22 h 572"/>
                <a:gd name="T32" fmla="*/ 244 w 532"/>
                <a:gd name="T33" fmla="*/ 22 h 572"/>
                <a:gd name="T34" fmla="*/ 234 w 532"/>
                <a:gd name="T35" fmla="*/ 24 h 572"/>
                <a:gd name="T36" fmla="*/ 218 w 532"/>
                <a:gd name="T37" fmla="*/ 22 h 572"/>
                <a:gd name="T38" fmla="*/ 202 w 532"/>
                <a:gd name="T39" fmla="*/ 26 h 572"/>
                <a:gd name="T40" fmla="*/ 184 w 532"/>
                <a:gd name="T41" fmla="*/ 24 h 572"/>
                <a:gd name="T42" fmla="*/ 176 w 532"/>
                <a:gd name="T43" fmla="*/ 2 h 572"/>
                <a:gd name="T44" fmla="*/ 156 w 532"/>
                <a:gd name="T45" fmla="*/ 14 h 572"/>
                <a:gd name="T46" fmla="*/ 120 w 532"/>
                <a:gd name="T47" fmla="*/ 6 h 572"/>
                <a:gd name="T48" fmla="*/ 120 w 532"/>
                <a:gd name="T49" fmla="*/ 10 h 572"/>
                <a:gd name="T50" fmla="*/ 130 w 532"/>
                <a:gd name="T51" fmla="*/ 26 h 572"/>
                <a:gd name="T52" fmla="*/ 90 w 532"/>
                <a:gd name="T53" fmla="*/ 52 h 572"/>
                <a:gd name="T54" fmla="*/ 76 w 532"/>
                <a:gd name="T55" fmla="*/ 44 h 572"/>
                <a:gd name="T56" fmla="*/ 62 w 532"/>
                <a:gd name="T57" fmla="*/ 62 h 572"/>
                <a:gd name="T58" fmla="*/ 52 w 532"/>
                <a:gd name="T59" fmla="*/ 70 h 572"/>
                <a:gd name="T60" fmla="*/ 60 w 532"/>
                <a:gd name="T61" fmla="*/ 96 h 572"/>
                <a:gd name="T62" fmla="*/ 36 w 532"/>
                <a:gd name="T63" fmla="*/ 132 h 572"/>
                <a:gd name="T64" fmla="*/ 10 w 532"/>
                <a:gd name="T65" fmla="*/ 146 h 572"/>
                <a:gd name="T66" fmla="*/ 2 w 532"/>
                <a:gd name="T67" fmla="*/ 164 h 572"/>
                <a:gd name="T68" fmla="*/ 4 w 532"/>
                <a:gd name="T69" fmla="*/ 194 h 572"/>
                <a:gd name="T70" fmla="*/ 12 w 532"/>
                <a:gd name="T71" fmla="*/ 198 h 572"/>
                <a:gd name="T72" fmla="*/ 26 w 532"/>
                <a:gd name="T73" fmla="*/ 206 h 572"/>
                <a:gd name="T74" fmla="*/ 42 w 532"/>
                <a:gd name="T75" fmla="*/ 198 h 572"/>
                <a:gd name="T76" fmla="*/ 50 w 532"/>
                <a:gd name="T77" fmla="*/ 226 h 572"/>
                <a:gd name="T78" fmla="*/ 78 w 532"/>
                <a:gd name="T79" fmla="*/ 224 h 572"/>
                <a:gd name="T80" fmla="*/ 96 w 532"/>
                <a:gd name="T81" fmla="*/ 210 h 572"/>
                <a:gd name="T82" fmla="*/ 110 w 532"/>
                <a:gd name="T83" fmla="*/ 206 h 572"/>
                <a:gd name="T84" fmla="*/ 124 w 532"/>
                <a:gd name="T85" fmla="*/ 248 h 572"/>
                <a:gd name="T86" fmla="*/ 156 w 532"/>
                <a:gd name="T87" fmla="*/ 266 h 572"/>
                <a:gd name="T88" fmla="*/ 182 w 532"/>
                <a:gd name="T89" fmla="*/ 288 h 572"/>
                <a:gd name="T90" fmla="*/ 206 w 532"/>
                <a:gd name="T91" fmla="*/ 310 h 572"/>
                <a:gd name="T92" fmla="*/ 214 w 532"/>
                <a:gd name="T93" fmla="*/ 326 h 572"/>
                <a:gd name="T94" fmla="*/ 214 w 532"/>
                <a:gd name="T95" fmla="*/ 372 h 572"/>
                <a:gd name="T96" fmla="*/ 220 w 532"/>
                <a:gd name="T97" fmla="*/ 416 h 572"/>
                <a:gd name="T98" fmla="*/ 242 w 532"/>
                <a:gd name="T99" fmla="*/ 422 h 572"/>
                <a:gd name="T100" fmla="*/ 254 w 532"/>
                <a:gd name="T101" fmla="*/ 436 h 572"/>
                <a:gd name="T102" fmla="*/ 264 w 532"/>
                <a:gd name="T103" fmla="*/ 450 h 572"/>
                <a:gd name="T104" fmla="*/ 270 w 532"/>
                <a:gd name="T105" fmla="*/ 466 h 572"/>
                <a:gd name="T106" fmla="*/ 232 w 532"/>
                <a:gd name="T107" fmla="*/ 500 h 572"/>
                <a:gd name="T108" fmla="*/ 216 w 532"/>
                <a:gd name="T109" fmla="*/ 524 h 572"/>
                <a:gd name="T110" fmla="*/ 240 w 532"/>
                <a:gd name="T111" fmla="*/ 538 h 572"/>
                <a:gd name="T112" fmla="*/ 264 w 532"/>
                <a:gd name="T113" fmla="*/ 552 h 57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532"/>
                <a:gd name="T172" fmla="*/ 0 h 572"/>
                <a:gd name="T173" fmla="*/ 532 w 532"/>
                <a:gd name="T174" fmla="*/ 572 h 572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532" h="572">
                  <a:moveTo>
                    <a:pt x="290" y="562"/>
                  </a:moveTo>
                  <a:lnTo>
                    <a:pt x="292" y="556"/>
                  </a:lnTo>
                  <a:lnTo>
                    <a:pt x="294" y="552"/>
                  </a:lnTo>
                  <a:lnTo>
                    <a:pt x="296" y="548"/>
                  </a:lnTo>
                  <a:lnTo>
                    <a:pt x="304" y="536"/>
                  </a:lnTo>
                  <a:lnTo>
                    <a:pt x="314" y="518"/>
                  </a:lnTo>
                  <a:lnTo>
                    <a:pt x="324" y="492"/>
                  </a:lnTo>
                  <a:lnTo>
                    <a:pt x="336" y="458"/>
                  </a:lnTo>
                  <a:lnTo>
                    <a:pt x="342" y="452"/>
                  </a:lnTo>
                  <a:lnTo>
                    <a:pt x="354" y="440"/>
                  </a:lnTo>
                  <a:lnTo>
                    <a:pt x="370" y="426"/>
                  </a:lnTo>
                  <a:lnTo>
                    <a:pt x="392" y="414"/>
                  </a:lnTo>
                  <a:lnTo>
                    <a:pt x="416" y="406"/>
                  </a:lnTo>
                  <a:lnTo>
                    <a:pt x="418" y="404"/>
                  </a:lnTo>
                  <a:lnTo>
                    <a:pt x="426" y="400"/>
                  </a:lnTo>
                  <a:lnTo>
                    <a:pt x="434" y="394"/>
                  </a:lnTo>
                  <a:lnTo>
                    <a:pt x="446" y="382"/>
                  </a:lnTo>
                  <a:lnTo>
                    <a:pt x="456" y="366"/>
                  </a:lnTo>
                  <a:lnTo>
                    <a:pt x="466" y="344"/>
                  </a:lnTo>
                  <a:lnTo>
                    <a:pt x="472" y="318"/>
                  </a:lnTo>
                  <a:lnTo>
                    <a:pt x="474" y="284"/>
                  </a:lnTo>
                  <a:lnTo>
                    <a:pt x="514" y="216"/>
                  </a:lnTo>
                  <a:lnTo>
                    <a:pt x="516" y="214"/>
                  </a:lnTo>
                  <a:lnTo>
                    <a:pt x="524" y="204"/>
                  </a:lnTo>
                  <a:lnTo>
                    <a:pt x="530" y="190"/>
                  </a:lnTo>
                  <a:lnTo>
                    <a:pt x="532" y="170"/>
                  </a:lnTo>
                  <a:lnTo>
                    <a:pt x="532" y="168"/>
                  </a:lnTo>
                  <a:lnTo>
                    <a:pt x="532" y="162"/>
                  </a:lnTo>
                  <a:lnTo>
                    <a:pt x="532" y="154"/>
                  </a:lnTo>
                  <a:lnTo>
                    <a:pt x="528" y="146"/>
                  </a:lnTo>
                  <a:lnTo>
                    <a:pt x="518" y="138"/>
                  </a:lnTo>
                  <a:lnTo>
                    <a:pt x="502" y="132"/>
                  </a:lnTo>
                  <a:lnTo>
                    <a:pt x="498" y="130"/>
                  </a:lnTo>
                  <a:lnTo>
                    <a:pt x="490" y="124"/>
                  </a:lnTo>
                  <a:lnTo>
                    <a:pt x="478" y="116"/>
                  </a:lnTo>
                  <a:lnTo>
                    <a:pt x="464" y="110"/>
                  </a:lnTo>
                  <a:lnTo>
                    <a:pt x="448" y="110"/>
                  </a:lnTo>
                  <a:lnTo>
                    <a:pt x="398" y="94"/>
                  </a:lnTo>
                  <a:lnTo>
                    <a:pt x="394" y="92"/>
                  </a:lnTo>
                  <a:lnTo>
                    <a:pt x="390" y="94"/>
                  </a:lnTo>
                  <a:lnTo>
                    <a:pt x="386" y="94"/>
                  </a:lnTo>
                  <a:lnTo>
                    <a:pt x="382" y="96"/>
                  </a:lnTo>
                  <a:lnTo>
                    <a:pt x="380" y="98"/>
                  </a:lnTo>
                  <a:lnTo>
                    <a:pt x="378" y="98"/>
                  </a:lnTo>
                  <a:lnTo>
                    <a:pt x="380" y="94"/>
                  </a:lnTo>
                  <a:lnTo>
                    <a:pt x="382" y="90"/>
                  </a:lnTo>
                  <a:lnTo>
                    <a:pt x="382" y="86"/>
                  </a:lnTo>
                  <a:lnTo>
                    <a:pt x="384" y="82"/>
                  </a:lnTo>
                  <a:lnTo>
                    <a:pt x="384" y="80"/>
                  </a:lnTo>
                  <a:lnTo>
                    <a:pt x="382" y="78"/>
                  </a:lnTo>
                  <a:lnTo>
                    <a:pt x="380" y="76"/>
                  </a:lnTo>
                  <a:lnTo>
                    <a:pt x="376" y="76"/>
                  </a:lnTo>
                  <a:lnTo>
                    <a:pt x="374" y="76"/>
                  </a:lnTo>
                  <a:lnTo>
                    <a:pt x="370" y="76"/>
                  </a:lnTo>
                  <a:lnTo>
                    <a:pt x="368" y="76"/>
                  </a:lnTo>
                  <a:lnTo>
                    <a:pt x="366" y="76"/>
                  </a:lnTo>
                  <a:lnTo>
                    <a:pt x="362" y="76"/>
                  </a:lnTo>
                  <a:lnTo>
                    <a:pt x="358" y="74"/>
                  </a:lnTo>
                  <a:lnTo>
                    <a:pt x="352" y="74"/>
                  </a:lnTo>
                  <a:lnTo>
                    <a:pt x="346" y="72"/>
                  </a:lnTo>
                  <a:lnTo>
                    <a:pt x="340" y="72"/>
                  </a:lnTo>
                  <a:lnTo>
                    <a:pt x="338" y="72"/>
                  </a:lnTo>
                  <a:lnTo>
                    <a:pt x="336" y="72"/>
                  </a:lnTo>
                  <a:lnTo>
                    <a:pt x="330" y="72"/>
                  </a:lnTo>
                  <a:lnTo>
                    <a:pt x="324" y="76"/>
                  </a:lnTo>
                  <a:lnTo>
                    <a:pt x="318" y="78"/>
                  </a:lnTo>
                  <a:lnTo>
                    <a:pt x="314" y="80"/>
                  </a:lnTo>
                  <a:lnTo>
                    <a:pt x="310" y="82"/>
                  </a:lnTo>
                  <a:lnTo>
                    <a:pt x="306" y="84"/>
                  </a:lnTo>
                  <a:lnTo>
                    <a:pt x="298" y="90"/>
                  </a:lnTo>
                  <a:lnTo>
                    <a:pt x="292" y="94"/>
                  </a:lnTo>
                  <a:lnTo>
                    <a:pt x="286" y="98"/>
                  </a:lnTo>
                  <a:lnTo>
                    <a:pt x="282" y="98"/>
                  </a:lnTo>
                  <a:lnTo>
                    <a:pt x="278" y="98"/>
                  </a:lnTo>
                  <a:lnTo>
                    <a:pt x="282" y="96"/>
                  </a:lnTo>
                  <a:lnTo>
                    <a:pt x="286" y="94"/>
                  </a:lnTo>
                  <a:lnTo>
                    <a:pt x="290" y="90"/>
                  </a:lnTo>
                  <a:lnTo>
                    <a:pt x="292" y="86"/>
                  </a:lnTo>
                  <a:lnTo>
                    <a:pt x="294" y="84"/>
                  </a:lnTo>
                  <a:lnTo>
                    <a:pt x="298" y="80"/>
                  </a:lnTo>
                  <a:lnTo>
                    <a:pt x="300" y="76"/>
                  </a:lnTo>
                  <a:lnTo>
                    <a:pt x="304" y="72"/>
                  </a:lnTo>
                  <a:lnTo>
                    <a:pt x="308" y="68"/>
                  </a:lnTo>
                  <a:lnTo>
                    <a:pt x="312" y="66"/>
                  </a:lnTo>
                  <a:lnTo>
                    <a:pt x="314" y="64"/>
                  </a:lnTo>
                  <a:lnTo>
                    <a:pt x="316" y="62"/>
                  </a:lnTo>
                  <a:lnTo>
                    <a:pt x="320" y="56"/>
                  </a:lnTo>
                  <a:lnTo>
                    <a:pt x="322" y="50"/>
                  </a:lnTo>
                  <a:lnTo>
                    <a:pt x="322" y="46"/>
                  </a:lnTo>
                  <a:lnTo>
                    <a:pt x="312" y="26"/>
                  </a:lnTo>
                  <a:lnTo>
                    <a:pt x="296" y="8"/>
                  </a:lnTo>
                  <a:lnTo>
                    <a:pt x="290" y="4"/>
                  </a:lnTo>
                  <a:lnTo>
                    <a:pt x="282" y="0"/>
                  </a:lnTo>
                  <a:lnTo>
                    <a:pt x="276" y="4"/>
                  </a:lnTo>
                  <a:lnTo>
                    <a:pt x="274" y="8"/>
                  </a:lnTo>
                  <a:lnTo>
                    <a:pt x="270" y="8"/>
                  </a:lnTo>
                  <a:lnTo>
                    <a:pt x="270" y="10"/>
                  </a:lnTo>
                  <a:lnTo>
                    <a:pt x="268" y="14"/>
                  </a:lnTo>
                  <a:lnTo>
                    <a:pt x="266" y="18"/>
                  </a:lnTo>
                  <a:lnTo>
                    <a:pt x="264" y="20"/>
                  </a:lnTo>
                  <a:lnTo>
                    <a:pt x="264" y="22"/>
                  </a:lnTo>
                  <a:lnTo>
                    <a:pt x="262" y="24"/>
                  </a:lnTo>
                  <a:lnTo>
                    <a:pt x="260" y="24"/>
                  </a:lnTo>
                  <a:lnTo>
                    <a:pt x="258" y="24"/>
                  </a:lnTo>
                  <a:lnTo>
                    <a:pt x="256" y="24"/>
                  </a:lnTo>
                  <a:lnTo>
                    <a:pt x="254" y="22"/>
                  </a:lnTo>
                  <a:lnTo>
                    <a:pt x="252" y="22"/>
                  </a:lnTo>
                  <a:lnTo>
                    <a:pt x="250" y="22"/>
                  </a:lnTo>
                  <a:lnTo>
                    <a:pt x="248" y="22"/>
                  </a:lnTo>
                  <a:lnTo>
                    <a:pt x="246" y="22"/>
                  </a:lnTo>
                  <a:lnTo>
                    <a:pt x="244" y="22"/>
                  </a:lnTo>
                  <a:lnTo>
                    <a:pt x="242" y="24"/>
                  </a:lnTo>
                  <a:lnTo>
                    <a:pt x="240" y="24"/>
                  </a:lnTo>
                  <a:lnTo>
                    <a:pt x="238" y="24"/>
                  </a:lnTo>
                  <a:lnTo>
                    <a:pt x="236" y="24"/>
                  </a:lnTo>
                  <a:lnTo>
                    <a:pt x="234" y="24"/>
                  </a:lnTo>
                  <a:lnTo>
                    <a:pt x="232" y="22"/>
                  </a:lnTo>
                  <a:lnTo>
                    <a:pt x="230" y="22"/>
                  </a:lnTo>
                  <a:lnTo>
                    <a:pt x="228" y="22"/>
                  </a:lnTo>
                  <a:lnTo>
                    <a:pt x="226" y="24"/>
                  </a:lnTo>
                  <a:lnTo>
                    <a:pt x="224" y="24"/>
                  </a:lnTo>
                  <a:lnTo>
                    <a:pt x="218" y="22"/>
                  </a:lnTo>
                  <a:lnTo>
                    <a:pt x="218" y="26"/>
                  </a:lnTo>
                  <a:lnTo>
                    <a:pt x="218" y="28"/>
                  </a:lnTo>
                  <a:lnTo>
                    <a:pt x="214" y="28"/>
                  </a:lnTo>
                  <a:lnTo>
                    <a:pt x="212" y="26"/>
                  </a:lnTo>
                  <a:lnTo>
                    <a:pt x="206" y="26"/>
                  </a:lnTo>
                  <a:lnTo>
                    <a:pt x="202" y="26"/>
                  </a:lnTo>
                  <a:lnTo>
                    <a:pt x="194" y="28"/>
                  </a:lnTo>
                  <a:lnTo>
                    <a:pt x="192" y="28"/>
                  </a:lnTo>
                  <a:lnTo>
                    <a:pt x="184" y="30"/>
                  </a:lnTo>
                  <a:lnTo>
                    <a:pt x="184" y="28"/>
                  </a:lnTo>
                  <a:lnTo>
                    <a:pt x="184" y="24"/>
                  </a:lnTo>
                  <a:lnTo>
                    <a:pt x="184" y="20"/>
                  </a:lnTo>
                  <a:lnTo>
                    <a:pt x="184" y="18"/>
                  </a:lnTo>
                  <a:lnTo>
                    <a:pt x="184" y="14"/>
                  </a:lnTo>
                  <a:lnTo>
                    <a:pt x="184" y="10"/>
                  </a:lnTo>
                  <a:lnTo>
                    <a:pt x="184" y="6"/>
                  </a:lnTo>
                  <a:lnTo>
                    <a:pt x="182" y="2"/>
                  </a:lnTo>
                  <a:lnTo>
                    <a:pt x="176" y="2"/>
                  </a:lnTo>
                  <a:lnTo>
                    <a:pt x="176" y="4"/>
                  </a:lnTo>
                  <a:lnTo>
                    <a:pt x="174" y="6"/>
                  </a:lnTo>
                  <a:lnTo>
                    <a:pt x="172" y="8"/>
                  </a:lnTo>
                  <a:lnTo>
                    <a:pt x="166" y="6"/>
                  </a:lnTo>
                  <a:lnTo>
                    <a:pt x="156" y="10"/>
                  </a:lnTo>
                  <a:lnTo>
                    <a:pt x="156" y="14"/>
                  </a:lnTo>
                  <a:lnTo>
                    <a:pt x="142" y="16"/>
                  </a:lnTo>
                  <a:lnTo>
                    <a:pt x="138" y="10"/>
                  </a:lnTo>
                  <a:lnTo>
                    <a:pt x="136" y="10"/>
                  </a:lnTo>
                  <a:lnTo>
                    <a:pt x="134" y="10"/>
                  </a:lnTo>
                  <a:lnTo>
                    <a:pt x="128" y="8"/>
                  </a:lnTo>
                  <a:lnTo>
                    <a:pt x="124" y="8"/>
                  </a:lnTo>
                  <a:lnTo>
                    <a:pt x="120" y="6"/>
                  </a:lnTo>
                  <a:lnTo>
                    <a:pt x="116" y="4"/>
                  </a:lnTo>
                  <a:lnTo>
                    <a:pt x="116" y="6"/>
                  </a:lnTo>
                  <a:lnTo>
                    <a:pt x="116" y="8"/>
                  </a:lnTo>
                  <a:lnTo>
                    <a:pt x="116" y="10"/>
                  </a:lnTo>
                  <a:lnTo>
                    <a:pt x="118" y="10"/>
                  </a:lnTo>
                  <a:lnTo>
                    <a:pt x="120" y="10"/>
                  </a:lnTo>
                  <a:lnTo>
                    <a:pt x="122" y="12"/>
                  </a:lnTo>
                  <a:lnTo>
                    <a:pt x="124" y="14"/>
                  </a:lnTo>
                  <a:lnTo>
                    <a:pt x="124" y="18"/>
                  </a:lnTo>
                  <a:lnTo>
                    <a:pt x="124" y="22"/>
                  </a:lnTo>
                  <a:lnTo>
                    <a:pt x="126" y="24"/>
                  </a:lnTo>
                  <a:lnTo>
                    <a:pt x="128" y="26"/>
                  </a:lnTo>
                  <a:lnTo>
                    <a:pt x="130" y="26"/>
                  </a:lnTo>
                  <a:lnTo>
                    <a:pt x="134" y="26"/>
                  </a:lnTo>
                  <a:lnTo>
                    <a:pt x="136" y="26"/>
                  </a:lnTo>
                  <a:lnTo>
                    <a:pt x="136" y="34"/>
                  </a:lnTo>
                  <a:lnTo>
                    <a:pt x="128" y="38"/>
                  </a:lnTo>
                  <a:lnTo>
                    <a:pt x="110" y="58"/>
                  </a:lnTo>
                  <a:lnTo>
                    <a:pt x="92" y="52"/>
                  </a:lnTo>
                  <a:lnTo>
                    <a:pt x="90" y="52"/>
                  </a:lnTo>
                  <a:lnTo>
                    <a:pt x="88" y="52"/>
                  </a:lnTo>
                  <a:lnTo>
                    <a:pt x="84" y="50"/>
                  </a:lnTo>
                  <a:lnTo>
                    <a:pt x="80" y="50"/>
                  </a:lnTo>
                  <a:lnTo>
                    <a:pt x="78" y="50"/>
                  </a:lnTo>
                  <a:lnTo>
                    <a:pt x="78" y="46"/>
                  </a:lnTo>
                  <a:lnTo>
                    <a:pt x="76" y="44"/>
                  </a:lnTo>
                  <a:lnTo>
                    <a:pt x="76" y="42"/>
                  </a:lnTo>
                  <a:lnTo>
                    <a:pt x="74" y="40"/>
                  </a:lnTo>
                  <a:lnTo>
                    <a:pt x="52" y="44"/>
                  </a:lnTo>
                  <a:lnTo>
                    <a:pt x="52" y="52"/>
                  </a:lnTo>
                  <a:lnTo>
                    <a:pt x="60" y="52"/>
                  </a:lnTo>
                  <a:lnTo>
                    <a:pt x="62" y="62"/>
                  </a:lnTo>
                  <a:lnTo>
                    <a:pt x="60" y="60"/>
                  </a:lnTo>
                  <a:lnTo>
                    <a:pt x="58" y="60"/>
                  </a:lnTo>
                  <a:lnTo>
                    <a:pt x="56" y="58"/>
                  </a:lnTo>
                  <a:lnTo>
                    <a:pt x="54" y="58"/>
                  </a:lnTo>
                  <a:lnTo>
                    <a:pt x="52" y="60"/>
                  </a:lnTo>
                  <a:lnTo>
                    <a:pt x="52" y="70"/>
                  </a:lnTo>
                  <a:lnTo>
                    <a:pt x="54" y="70"/>
                  </a:lnTo>
                  <a:lnTo>
                    <a:pt x="54" y="72"/>
                  </a:lnTo>
                  <a:lnTo>
                    <a:pt x="56" y="76"/>
                  </a:lnTo>
                  <a:lnTo>
                    <a:pt x="58" y="80"/>
                  </a:lnTo>
                  <a:lnTo>
                    <a:pt x="60" y="86"/>
                  </a:lnTo>
                  <a:lnTo>
                    <a:pt x="60" y="92"/>
                  </a:lnTo>
                  <a:lnTo>
                    <a:pt x="60" y="96"/>
                  </a:lnTo>
                  <a:lnTo>
                    <a:pt x="52" y="126"/>
                  </a:lnTo>
                  <a:lnTo>
                    <a:pt x="50" y="132"/>
                  </a:lnTo>
                  <a:lnTo>
                    <a:pt x="44" y="132"/>
                  </a:lnTo>
                  <a:lnTo>
                    <a:pt x="42" y="130"/>
                  </a:lnTo>
                  <a:lnTo>
                    <a:pt x="38" y="130"/>
                  </a:lnTo>
                  <a:lnTo>
                    <a:pt x="36" y="132"/>
                  </a:lnTo>
                  <a:lnTo>
                    <a:pt x="34" y="132"/>
                  </a:lnTo>
                  <a:lnTo>
                    <a:pt x="32" y="132"/>
                  </a:lnTo>
                  <a:lnTo>
                    <a:pt x="28" y="134"/>
                  </a:lnTo>
                  <a:lnTo>
                    <a:pt x="22" y="134"/>
                  </a:lnTo>
                  <a:lnTo>
                    <a:pt x="18" y="138"/>
                  </a:lnTo>
                  <a:lnTo>
                    <a:pt x="14" y="142"/>
                  </a:lnTo>
                  <a:lnTo>
                    <a:pt x="10" y="146"/>
                  </a:lnTo>
                  <a:lnTo>
                    <a:pt x="10" y="148"/>
                  </a:lnTo>
                  <a:lnTo>
                    <a:pt x="10" y="152"/>
                  </a:lnTo>
                  <a:lnTo>
                    <a:pt x="8" y="156"/>
                  </a:lnTo>
                  <a:lnTo>
                    <a:pt x="6" y="158"/>
                  </a:lnTo>
                  <a:lnTo>
                    <a:pt x="6" y="160"/>
                  </a:lnTo>
                  <a:lnTo>
                    <a:pt x="4" y="162"/>
                  </a:lnTo>
                  <a:lnTo>
                    <a:pt x="2" y="164"/>
                  </a:lnTo>
                  <a:lnTo>
                    <a:pt x="0" y="168"/>
                  </a:lnTo>
                  <a:lnTo>
                    <a:pt x="0" y="174"/>
                  </a:lnTo>
                  <a:lnTo>
                    <a:pt x="0" y="182"/>
                  </a:lnTo>
                  <a:lnTo>
                    <a:pt x="2" y="188"/>
                  </a:lnTo>
                  <a:lnTo>
                    <a:pt x="2" y="190"/>
                  </a:lnTo>
                  <a:lnTo>
                    <a:pt x="4" y="192"/>
                  </a:lnTo>
                  <a:lnTo>
                    <a:pt x="4" y="194"/>
                  </a:lnTo>
                  <a:lnTo>
                    <a:pt x="6" y="198"/>
                  </a:lnTo>
                  <a:lnTo>
                    <a:pt x="6" y="200"/>
                  </a:lnTo>
                  <a:lnTo>
                    <a:pt x="4" y="200"/>
                  </a:lnTo>
                  <a:lnTo>
                    <a:pt x="6" y="200"/>
                  </a:lnTo>
                  <a:lnTo>
                    <a:pt x="10" y="198"/>
                  </a:lnTo>
                  <a:lnTo>
                    <a:pt x="12" y="198"/>
                  </a:lnTo>
                  <a:lnTo>
                    <a:pt x="14" y="200"/>
                  </a:lnTo>
                  <a:lnTo>
                    <a:pt x="16" y="202"/>
                  </a:lnTo>
                  <a:lnTo>
                    <a:pt x="18" y="204"/>
                  </a:lnTo>
                  <a:lnTo>
                    <a:pt x="22" y="204"/>
                  </a:lnTo>
                  <a:lnTo>
                    <a:pt x="26" y="206"/>
                  </a:lnTo>
                  <a:lnTo>
                    <a:pt x="30" y="206"/>
                  </a:lnTo>
                  <a:lnTo>
                    <a:pt x="34" y="204"/>
                  </a:lnTo>
                  <a:lnTo>
                    <a:pt x="36" y="202"/>
                  </a:lnTo>
                  <a:lnTo>
                    <a:pt x="38" y="200"/>
                  </a:lnTo>
                  <a:lnTo>
                    <a:pt x="42" y="198"/>
                  </a:lnTo>
                  <a:lnTo>
                    <a:pt x="42" y="196"/>
                  </a:lnTo>
                  <a:lnTo>
                    <a:pt x="42" y="222"/>
                  </a:lnTo>
                  <a:lnTo>
                    <a:pt x="42" y="224"/>
                  </a:lnTo>
                  <a:lnTo>
                    <a:pt x="44" y="224"/>
                  </a:lnTo>
                  <a:lnTo>
                    <a:pt x="48" y="226"/>
                  </a:lnTo>
                  <a:lnTo>
                    <a:pt x="50" y="226"/>
                  </a:lnTo>
                  <a:lnTo>
                    <a:pt x="54" y="226"/>
                  </a:lnTo>
                  <a:lnTo>
                    <a:pt x="58" y="226"/>
                  </a:lnTo>
                  <a:lnTo>
                    <a:pt x="64" y="226"/>
                  </a:lnTo>
                  <a:lnTo>
                    <a:pt x="70" y="226"/>
                  </a:lnTo>
                  <a:lnTo>
                    <a:pt x="74" y="224"/>
                  </a:lnTo>
                  <a:lnTo>
                    <a:pt x="78" y="224"/>
                  </a:lnTo>
                  <a:lnTo>
                    <a:pt x="80" y="222"/>
                  </a:lnTo>
                  <a:lnTo>
                    <a:pt x="84" y="218"/>
                  </a:lnTo>
                  <a:lnTo>
                    <a:pt x="86" y="216"/>
                  </a:lnTo>
                  <a:lnTo>
                    <a:pt x="86" y="214"/>
                  </a:lnTo>
                  <a:lnTo>
                    <a:pt x="90" y="212"/>
                  </a:lnTo>
                  <a:lnTo>
                    <a:pt x="94" y="210"/>
                  </a:lnTo>
                  <a:lnTo>
                    <a:pt x="96" y="210"/>
                  </a:lnTo>
                  <a:lnTo>
                    <a:pt x="100" y="212"/>
                  </a:lnTo>
                  <a:lnTo>
                    <a:pt x="102" y="212"/>
                  </a:lnTo>
                  <a:lnTo>
                    <a:pt x="104" y="210"/>
                  </a:lnTo>
                  <a:lnTo>
                    <a:pt x="106" y="208"/>
                  </a:lnTo>
                  <a:lnTo>
                    <a:pt x="108" y="206"/>
                  </a:lnTo>
                  <a:lnTo>
                    <a:pt x="110" y="206"/>
                  </a:lnTo>
                  <a:lnTo>
                    <a:pt x="112" y="206"/>
                  </a:lnTo>
                  <a:lnTo>
                    <a:pt x="112" y="208"/>
                  </a:lnTo>
                  <a:lnTo>
                    <a:pt x="112" y="212"/>
                  </a:lnTo>
                  <a:lnTo>
                    <a:pt x="112" y="216"/>
                  </a:lnTo>
                  <a:lnTo>
                    <a:pt x="112" y="226"/>
                  </a:lnTo>
                  <a:lnTo>
                    <a:pt x="114" y="238"/>
                  </a:lnTo>
                  <a:lnTo>
                    <a:pt x="124" y="248"/>
                  </a:lnTo>
                  <a:lnTo>
                    <a:pt x="136" y="252"/>
                  </a:lnTo>
                  <a:lnTo>
                    <a:pt x="146" y="250"/>
                  </a:lnTo>
                  <a:lnTo>
                    <a:pt x="148" y="252"/>
                  </a:lnTo>
                  <a:lnTo>
                    <a:pt x="148" y="254"/>
                  </a:lnTo>
                  <a:lnTo>
                    <a:pt x="150" y="258"/>
                  </a:lnTo>
                  <a:lnTo>
                    <a:pt x="152" y="262"/>
                  </a:lnTo>
                  <a:lnTo>
                    <a:pt x="156" y="266"/>
                  </a:lnTo>
                  <a:lnTo>
                    <a:pt x="162" y="268"/>
                  </a:lnTo>
                  <a:lnTo>
                    <a:pt x="164" y="268"/>
                  </a:lnTo>
                  <a:lnTo>
                    <a:pt x="166" y="272"/>
                  </a:lnTo>
                  <a:lnTo>
                    <a:pt x="170" y="274"/>
                  </a:lnTo>
                  <a:lnTo>
                    <a:pt x="174" y="278"/>
                  </a:lnTo>
                  <a:lnTo>
                    <a:pt x="178" y="284"/>
                  </a:lnTo>
                  <a:lnTo>
                    <a:pt x="182" y="288"/>
                  </a:lnTo>
                  <a:lnTo>
                    <a:pt x="182" y="294"/>
                  </a:lnTo>
                  <a:lnTo>
                    <a:pt x="206" y="296"/>
                  </a:lnTo>
                  <a:lnTo>
                    <a:pt x="206" y="298"/>
                  </a:lnTo>
                  <a:lnTo>
                    <a:pt x="204" y="300"/>
                  </a:lnTo>
                  <a:lnTo>
                    <a:pt x="204" y="304"/>
                  </a:lnTo>
                  <a:lnTo>
                    <a:pt x="204" y="308"/>
                  </a:lnTo>
                  <a:lnTo>
                    <a:pt x="206" y="310"/>
                  </a:lnTo>
                  <a:lnTo>
                    <a:pt x="208" y="312"/>
                  </a:lnTo>
                  <a:lnTo>
                    <a:pt x="210" y="312"/>
                  </a:lnTo>
                  <a:lnTo>
                    <a:pt x="212" y="314"/>
                  </a:lnTo>
                  <a:lnTo>
                    <a:pt x="214" y="318"/>
                  </a:lnTo>
                  <a:lnTo>
                    <a:pt x="214" y="322"/>
                  </a:lnTo>
                  <a:lnTo>
                    <a:pt x="214" y="326"/>
                  </a:lnTo>
                  <a:lnTo>
                    <a:pt x="214" y="338"/>
                  </a:lnTo>
                  <a:lnTo>
                    <a:pt x="214" y="350"/>
                  </a:lnTo>
                  <a:lnTo>
                    <a:pt x="214" y="362"/>
                  </a:lnTo>
                  <a:lnTo>
                    <a:pt x="210" y="368"/>
                  </a:lnTo>
                  <a:lnTo>
                    <a:pt x="212" y="368"/>
                  </a:lnTo>
                  <a:lnTo>
                    <a:pt x="212" y="370"/>
                  </a:lnTo>
                  <a:lnTo>
                    <a:pt x="214" y="372"/>
                  </a:lnTo>
                  <a:lnTo>
                    <a:pt x="214" y="374"/>
                  </a:lnTo>
                  <a:lnTo>
                    <a:pt x="214" y="380"/>
                  </a:lnTo>
                  <a:lnTo>
                    <a:pt x="216" y="384"/>
                  </a:lnTo>
                  <a:lnTo>
                    <a:pt x="216" y="396"/>
                  </a:lnTo>
                  <a:lnTo>
                    <a:pt x="218" y="408"/>
                  </a:lnTo>
                  <a:lnTo>
                    <a:pt x="218" y="416"/>
                  </a:lnTo>
                  <a:lnTo>
                    <a:pt x="220" y="416"/>
                  </a:lnTo>
                  <a:lnTo>
                    <a:pt x="220" y="418"/>
                  </a:lnTo>
                  <a:lnTo>
                    <a:pt x="222" y="420"/>
                  </a:lnTo>
                  <a:lnTo>
                    <a:pt x="226" y="420"/>
                  </a:lnTo>
                  <a:lnTo>
                    <a:pt x="236" y="424"/>
                  </a:lnTo>
                  <a:lnTo>
                    <a:pt x="238" y="422"/>
                  </a:lnTo>
                  <a:lnTo>
                    <a:pt x="240" y="422"/>
                  </a:lnTo>
                  <a:lnTo>
                    <a:pt x="242" y="422"/>
                  </a:lnTo>
                  <a:lnTo>
                    <a:pt x="244" y="422"/>
                  </a:lnTo>
                  <a:lnTo>
                    <a:pt x="246" y="422"/>
                  </a:lnTo>
                  <a:lnTo>
                    <a:pt x="248" y="424"/>
                  </a:lnTo>
                  <a:lnTo>
                    <a:pt x="250" y="428"/>
                  </a:lnTo>
                  <a:lnTo>
                    <a:pt x="252" y="432"/>
                  </a:lnTo>
                  <a:lnTo>
                    <a:pt x="254" y="436"/>
                  </a:lnTo>
                  <a:lnTo>
                    <a:pt x="256" y="442"/>
                  </a:lnTo>
                  <a:lnTo>
                    <a:pt x="256" y="446"/>
                  </a:lnTo>
                  <a:lnTo>
                    <a:pt x="256" y="448"/>
                  </a:lnTo>
                  <a:lnTo>
                    <a:pt x="260" y="450"/>
                  </a:lnTo>
                  <a:lnTo>
                    <a:pt x="264" y="450"/>
                  </a:lnTo>
                  <a:lnTo>
                    <a:pt x="266" y="452"/>
                  </a:lnTo>
                  <a:lnTo>
                    <a:pt x="268" y="452"/>
                  </a:lnTo>
                  <a:lnTo>
                    <a:pt x="270" y="454"/>
                  </a:lnTo>
                  <a:lnTo>
                    <a:pt x="270" y="458"/>
                  </a:lnTo>
                  <a:lnTo>
                    <a:pt x="270" y="462"/>
                  </a:lnTo>
                  <a:lnTo>
                    <a:pt x="270" y="466"/>
                  </a:lnTo>
                  <a:lnTo>
                    <a:pt x="266" y="472"/>
                  </a:lnTo>
                  <a:lnTo>
                    <a:pt x="264" y="474"/>
                  </a:lnTo>
                  <a:lnTo>
                    <a:pt x="258" y="480"/>
                  </a:lnTo>
                  <a:lnTo>
                    <a:pt x="248" y="488"/>
                  </a:lnTo>
                  <a:lnTo>
                    <a:pt x="240" y="494"/>
                  </a:lnTo>
                  <a:lnTo>
                    <a:pt x="234" y="500"/>
                  </a:lnTo>
                  <a:lnTo>
                    <a:pt x="232" y="500"/>
                  </a:lnTo>
                  <a:lnTo>
                    <a:pt x="230" y="502"/>
                  </a:lnTo>
                  <a:lnTo>
                    <a:pt x="228" y="506"/>
                  </a:lnTo>
                  <a:lnTo>
                    <a:pt x="224" y="510"/>
                  </a:lnTo>
                  <a:lnTo>
                    <a:pt x="220" y="514"/>
                  </a:lnTo>
                  <a:lnTo>
                    <a:pt x="218" y="518"/>
                  </a:lnTo>
                  <a:lnTo>
                    <a:pt x="216" y="522"/>
                  </a:lnTo>
                  <a:lnTo>
                    <a:pt x="216" y="524"/>
                  </a:lnTo>
                  <a:lnTo>
                    <a:pt x="218" y="524"/>
                  </a:lnTo>
                  <a:lnTo>
                    <a:pt x="220" y="522"/>
                  </a:lnTo>
                  <a:lnTo>
                    <a:pt x="224" y="524"/>
                  </a:lnTo>
                  <a:lnTo>
                    <a:pt x="226" y="526"/>
                  </a:lnTo>
                  <a:lnTo>
                    <a:pt x="230" y="530"/>
                  </a:lnTo>
                  <a:lnTo>
                    <a:pt x="240" y="538"/>
                  </a:lnTo>
                  <a:lnTo>
                    <a:pt x="240" y="540"/>
                  </a:lnTo>
                  <a:lnTo>
                    <a:pt x="244" y="540"/>
                  </a:lnTo>
                  <a:lnTo>
                    <a:pt x="248" y="542"/>
                  </a:lnTo>
                  <a:lnTo>
                    <a:pt x="254" y="544"/>
                  </a:lnTo>
                  <a:lnTo>
                    <a:pt x="258" y="546"/>
                  </a:lnTo>
                  <a:lnTo>
                    <a:pt x="262" y="548"/>
                  </a:lnTo>
                  <a:lnTo>
                    <a:pt x="264" y="552"/>
                  </a:lnTo>
                  <a:lnTo>
                    <a:pt x="278" y="568"/>
                  </a:lnTo>
                  <a:lnTo>
                    <a:pt x="282" y="572"/>
                  </a:lnTo>
                  <a:lnTo>
                    <a:pt x="290" y="56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70" name="Freeform 332"/>
            <p:cNvSpPr>
              <a:spLocks/>
            </p:cNvSpPr>
            <p:nvPr/>
          </p:nvSpPr>
          <p:spPr bwMode="gray">
            <a:xfrm>
              <a:off x="4479" y="3354"/>
              <a:ext cx="150" cy="756"/>
            </a:xfrm>
            <a:custGeom>
              <a:avLst/>
              <a:gdLst>
                <a:gd name="T0" fmla="*/ 130 w 150"/>
                <a:gd name="T1" fmla="*/ 742 h 756"/>
                <a:gd name="T2" fmla="*/ 102 w 150"/>
                <a:gd name="T3" fmla="*/ 748 h 756"/>
                <a:gd name="T4" fmla="*/ 92 w 150"/>
                <a:gd name="T5" fmla="*/ 748 h 756"/>
                <a:gd name="T6" fmla="*/ 54 w 150"/>
                <a:gd name="T7" fmla="*/ 716 h 756"/>
                <a:gd name="T8" fmla="*/ 70 w 150"/>
                <a:gd name="T9" fmla="*/ 688 h 756"/>
                <a:gd name="T10" fmla="*/ 58 w 150"/>
                <a:gd name="T11" fmla="*/ 678 h 756"/>
                <a:gd name="T12" fmla="*/ 42 w 150"/>
                <a:gd name="T13" fmla="*/ 678 h 756"/>
                <a:gd name="T14" fmla="*/ 34 w 150"/>
                <a:gd name="T15" fmla="*/ 686 h 756"/>
                <a:gd name="T16" fmla="*/ 0 w 150"/>
                <a:gd name="T17" fmla="*/ 622 h 756"/>
                <a:gd name="T18" fmla="*/ 8 w 150"/>
                <a:gd name="T19" fmla="*/ 540 h 756"/>
                <a:gd name="T20" fmla="*/ 30 w 150"/>
                <a:gd name="T21" fmla="*/ 452 h 756"/>
                <a:gd name="T22" fmla="*/ 28 w 150"/>
                <a:gd name="T23" fmla="*/ 398 h 756"/>
                <a:gd name="T24" fmla="*/ 48 w 150"/>
                <a:gd name="T25" fmla="*/ 368 h 756"/>
                <a:gd name="T26" fmla="*/ 46 w 150"/>
                <a:gd name="T27" fmla="*/ 336 h 756"/>
                <a:gd name="T28" fmla="*/ 38 w 150"/>
                <a:gd name="T29" fmla="*/ 352 h 756"/>
                <a:gd name="T30" fmla="*/ 36 w 150"/>
                <a:gd name="T31" fmla="*/ 372 h 756"/>
                <a:gd name="T32" fmla="*/ 30 w 150"/>
                <a:gd name="T33" fmla="*/ 380 h 756"/>
                <a:gd name="T34" fmla="*/ 50 w 150"/>
                <a:gd name="T35" fmla="*/ 260 h 756"/>
                <a:gd name="T36" fmla="*/ 56 w 150"/>
                <a:gd name="T37" fmla="*/ 214 h 756"/>
                <a:gd name="T38" fmla="*/ 66 w 150"/>
                <a:gd name="T39" fmla="*/ 184 h 756"/>
                <a:gd name="T40" fmla="*/ 66 w 150"/>
                <a:gd name="T41" fmla="*/ 166 h 756"/>
                <a:gd name="T42" fmla="*/ 68 w 150"/>
                <a:gd name="T43" fmla="*/ 150 h 756"/>
                <a:gd name="T44" fmla="*/ 70 w 150"/>
                <a:gd name="T45" fmla="*/ 134 h 756"/>
                <a:gd name="T46" fmla="*/ 68 w 150"/>
                <a:gd name="T47" fmla="*/ 110 h 756"/>
                <a:gd name="T48" fmla="*/ 72 w 150"/>
                <a:gd name="T49" fmla="*/ 88 h 756"/>
                <a:gd name="T50" fmla="*/ 64 w 150"/>
                <a:gd name="T51" fmla="*/ 30 h 756"/>
                <a:gd name="T52" fmla="*/ 46 w 150"/>
                <a:gd name="T53" fmla="*/ 10 h 756"/>
                <a:gd name="T54" fmla="*/ 60 w 150"/>
                <a:gd name="T55" fmla="*/ 6 h 756"/>
                <a:gd name="T56" fmla="*/ 74 w 150"/>
                <a:gd name="T57" fmla="*/ 8 h 756"/>
                <a:gd name="T58" fmla="*/ 100 w 150"/>
                <a:gd name="T59" fmla="*/ 46 h 756"/>
                <a:gd name="T60" fmla="*/ 110 w 150"/>
                <a:gd name="T61" fmla="*/ 106 h 756"/>
                <a:gd name="T62" fmla="*/ 116 w 150"/>
                <a:gd name="T63" fmla="*/ 108 h 756"/>
                <a:gd name="T64" fmla="*/ 118 w 150"/>
                <a:gd name="T65" fmla="*/ 116 h 756"/>
                <a:gd name="T66" fmla="*/ 114 w 150"/>
                <a:gd name="T67" fmla="*/ 126 h 756"/>
                <a:gd name="T68" fmla="*/ 104 w 150"/>
                <a:gd name="T69" fmla="*/ 146 h 756"/>
                <a:gd name="T70" fmla="*/ 88 w 150"/>
                <a:gd name="T71" fmla="*/ 178 h 756"/>
                <a:gd name="T72" fmla="*/ 82 w 150"/>
                <a:gd name="T73" fmla="*/ 214 h 756"/>
                <a:gd name="T74" fmla="*/ 80 w 150"/>
                <a:gd name="T75" fmla="*/ 326 h 756"/>
                <a:gd name="T76" fmla="*/ 68 w 150"/>
                <a:gd name="T77" fmla="*/ 344 h 756"/>
                <a:gd name="T78" fmla="*/ 58 w 150"/>
                <a:gd name="T79" fmla="*/ 370 h 756"/>
                <a:gd name="T80" fmla="*/ 60 w 150"/>
                <a:gd name="T81" fmla="*/ 398 h 756"/>
                <a:gd name="T82" fmla="*/ 56 w 150"/>
                <a:gd name="T83" fmla="*/ 420 h 756"/>
                <a:gd name="T84" fmla="*/ 56 w 150"/>
                <a:gd name="T85" fmla="*/ 458 h 756"/>
                <a:gd name="T86" fmla="*/ 54 w 150"/>
                <a:gd name="T87" fmla="*/ 470 h 756"/>
                <a:gd name="T88" fmla="*/ 58 w 150"/>
                <a:gd name="T89" fmla="*/ 478 h 756"/>
                <a:gd name="T90" fmla="*/ 56 w 150"/>
                <a:gd name="T91" fmla="*/ 516 h 756"/>
                <a:gd name="T92" fmla="*/ 46 w 150"/>
                <a:gd name="T93" fmla="*/ 526 h 756"/>
                <a:gd name="T94" fmla="*/ 38 w 150"/>
                <a:gd name="T95" fmla="*/ 554 h 756"/>
                <a:gd name="T96" fmla="*/ 38 w 150"/>
                <a:gd name="T97" fmla="*/ 618 h 756"/>
                <a:gd name="T98" fmla="*/ 38 w 150"/>
                <a:gd name="T99" fmla="*/ 642 h 756"/>
                <a:gd name="T100" fmla="*/ 90 w 150"/>
                <a:gd name="T101" fmla="*/ 658 h 756"/>
                <a:gd name="T102" fmla="*/ 92 w 150"/>
                <a:gd name="T103" fmla="*/ 676 h 756"/>
                <a:gd name="T104" fmla="*/ 150 w 150"/>
                <a:gd name="T105" fmla="*/ 748 h 75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50"/>
                <a:gd name="T160" fmla="*/ 0 h 756"/>
                <a:gd name="T161" fmla="*/ 150 w 150"/>
                <a:gd name="T162" fmla="*/ 756 h 75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50" h="756">
                  <a:moveTo>
                    <a:pt x="150" y="748"/>
                  </a:moveTo>
                  <a:lnTo>
                    <a:pt x="144" y="752"/>
                  </a:lnTo>
                  <a:lnTo>
                    <a:pt x="136" y="748"/>
                  </a:lnTo>
                  <a:lnTo>
                    <a:pt x="130" y="742"/>
                  </a:lnTo>
                  <a:lnTo>
                    <a:pt x="122" y="744"/>
                  </a:lnTo>
                  <a:lnTo>
                    <a:pt x="112" y="750"/>
                  </a:lnTo>
                  <a:lnTo>
                    <a:pt x="106" y="756"/>
                  </a:lnTo>
                  <a:lnTo>
                    <a:pt x="102" y="748"/>
                  </a:lnTo>
                  <a:lnTo>
                    <a:pt x="104" y="738"/>
                  </a:lnTo>
                  <a:lnTo>
                    <a:pt x="102" y="732"/>
                  </a:lnTo>
                  <a:lnTo>
                    <a:pt x="92" y="736"/>
                  </a:lnTo>
                  <a:lnTo>
                    <a:pt x="92" y="748"/>
                  </a:lnTo>
                  <a:lnTo>
                    <a:pt x="76" y="748"/>
                  </a:lnTo>
                  <a:lnTo>
                    <a:pt x="70" y="728"/>
                  </a:lnTo>
                  <a:lnTo>
                    <a:pt x="54" y="730"/>
                  </a:lnTo>
                  <a:lnTo>
                    <a:pt x="54" y="716"/>
                  </a:lnTo>
                  <a:lnTo>
                    <a:pt x="66" y="712"/>
                  </a:lnTo>
                  <a:lnTo>
                    <a:pt x="72" y="694"/>
                  </a:lnTo>
                  <a:lnTo>
                    <a:pt x="72" y="690"/>
                  </a:lnTo>
                  <a:lnTo>
                    <a:pt x="70" y="688"/>
                  </a:lnTo>
                  <a:lnTo>
                    <a:pt x="66" y="684"/>
                  </a:lnTo>
                  <a:lnTo>
                    <a:pt x="62" y="682"/>
                  </a:lnTo>
                  <a:lnTo>
                    <a:pt x="60" y="680"/>
                  </a:lnTo>
                  <a:lnTo>
                    <a:pt x="58" y="678"/>
                  </a:lnTo>
                  <a:lnTo>
                    <a:pt x="56" y="676"/>
                  </a:lnTo>
                  <a:lnTo>
                    <a:pt x="50" y="676"/>
                  </a:lnTo>
                  <a:lnTo>
                    <a:pt x="46" y="676"/>
                  </a:lnTo>
                  <a:lnTo>
                    <a:pt x="42" y="678"/>
                  </a:lnTo>
                  <a:lnTo>
                    <a:pt x="38" y="680"/>
                  </a:lnTo>
                  <a:lnTo>
                    <a:pt x="36" y="682"/>
                  </a:lnTo>
                  <a:lnTo>
                    <a:pt x="34" y="684"/>
                  </a:lnTo>
                  <a:lnTo>
                    <a:pt x="34" y="686"/>
                  </a:lnTo>
                  <a:lnTo>
                    <a:pt x="2" y="654"/>
                  </a:lnTo>
                  <a:lnTo>
                    <a:pt x="0" y="642"/>
                  </a:lnTo>
                  <a:lnTo>
                    <a:pt x="0" y="622"/>
                  </a:lnTo>
                  <a:lnTo>
                    <a:pt x="0" y="600"/>
                  </a:lnTo>
                  <a:lnTo>
                    <a:pt x="4" y="576"/>
                  </a:lnTo>
                  <a:lnTo>
                    <a:pt x="6" y="554"/>
                  </a:lnTo>
                  <a:lnTo>
                    <a:pt x="8" y="540"/>
                  </a:lnTo>
                  <a:lnTo>
                    <a:pt x="8" y="534"/>
                  </a:lnTo>
                  <a:lnTo>
                    <a:pt x="26" y="510"/>
                  </a:lnTo>
                  <a:lnTo>
                    <a:pt x="30" y="484"/>
                  </a:lnTo>
                  <a:lnTo>
                    <a:pt x="30" y="452"/>
                  </a:lnTo>
                  <a:lnTo>
                    <a:pt x="16" y="432"/>
                  </a:lnTo>
                  <a:lnTo>
                    <a:pt x="34" y="414"/>
                  </a:lnTo>
                  <a:lnTo>
                    <a:pt x="36" y="398"/>
                  </a:lnTo>
                  <a:lnTo>
                    <a:pt x="28" y="398"/>
                  </a:lnTo>
                  <a:lnTo>
                    <a:pt x="32" y="388"/>
                  </a:lnTo>
                  <a:lnTo>
                    <a:pt x="38" y="388"/>
                  </a:lnTo>
                  <a:lnTo>
                    <a:pt x="46" y="384"/>
                  </a:lnTo>
                  <a:lnTo>
                    <a:pt x="48" y="368"/>
                  </a:lnTo>
                  <a:lnTo>
                    <a:pt x="48" y="358"/>
                  </a:lnTo>
                  <a:lnTo>
                    <a:pt x="50" y="348"/>
                  </a:lnTo>
                  <a:lnTo>
                    <a:pt x="54" y="332"/>
                  </a:lnTo>
                  <a:lnTo>
                    <a:pt x="46" y="336"/>
                  </a:lnTo>
                  <a:lnTo>
                    <a:pt x="42" y="344"/>
                  </a:lnTo>
                  <a:lnTo>
                    <a:pt x="40" y="346"/>
                  </a:lnTo>
                  <a:lnTo>
                    <a:pt x="40" y="348"/>
                  </a:lnTo>
                  <a:lnTo>
                    <a:pt x="38" y="352"/>
                  </a:lnTo>
                  <a:lnTo>
                    <a:pt x="38" y="356"/>
                  </a:lnTo>
                  <a:lnTo>
                    <a:pt x="38" y="362"/>
                  </a:lnTo>
                  <a:lnTo>
                    <a:pt x="38" y="368"/>
                  </a:lnTo>
                  <a:lnTo>
                    <a:pt x="36" y="372"/>
                  </a:lnTo>
                  <a:lnTo>
                    <a:pt x="34" y="376"/>
                  </a:lnTo>
                  <a:lnTo>
                    <a:pt x="32" y="378"/>
                  </a:lnTo>
                  <a:lnTo>
                    <a:pt x="30" y="378"/>
                  </a:lnTo>
                  <a:lnTo>
                    <a:pt x="30" y="380"/>
                  </a:lnTo>
                  <a:lnTo>
                    <a:pt x="28" y="352"/>
                  </a:lnTo>
                  <a:lnTo>
                    <a:pt x="40" y="314"/>
                  </a:lnTo>
                  <a:lnTo>
                    <a:pt x="46" y="282"/>
                  </a:lnTo>
                  <a:lnTo>
                    <a:pt x="50" y="260"/>
                  </a:lnTo>
                  <a:lnTo>
                    <a:pt x="50" y="244"/>
                  </a:lnTo>
                  <a:lnTo>
                    <a:pt x="50" y="240"/>
                  </a:lnTo>
                  <a:lnTo>
                    <a:pt x="50" y="228"/>
                  </a:lnTo>
                  <a:lnTo>
                    <a:pt x="56" y="214"/>
                  </a:lnTo>
                  <a:lnTo>
                    <a:pt x="60" y="200"/>
                  </a:lnTo>
                  <a:lnTo>
                    <a:pt x="64" y="190"/>
                  </a:lnTo>
                  <a:lnTo>
                    <a:pt x="66" y="186"/>
                  </a:lnTo>
                  <a:lnTo>
                    <a:pt x="66" y="184"/>
                  </a:lnTo>
                  <a:lnTo>
                    <a:pt x="66" y="182"/>
                  </a:lnTo>
                  <a:lnTo>
                    <a:pt x="66" y="176"/>
                  </a:lnTo>
                  <a:lnTo>
                    <a:pt x="66" y="172"/>
                  </a:lnTo>
                  <a:lnTo>
                    <a:pt x="66" y="166"/>
                  </a:lnTo>
                  <a:lnTo>
                    <a:pt x="66" y="164"/>
                  </a:lnTo>
                  <a:lnTo>
                    <a:pt x="68" y="160"/>
                  </a:lnTo>
                  <a:lnTo>
                    <a:pt x="68" y="154"/>
                  </a:lnTo>
                  <a:lnTo>
                    <a:pt x="68" y="150"/>
                  </a:lnTo>
                  <a:lnTo>
                    <a:pt x="70" y="146"/>
                  </a:lnTo>
                  <a:lnTo>
                    <a:pt x="70" y="142"/>
                  </a:lnTo>
                  <a:lnTo>
                    <a:pt x="70" y="140"/>
                  </a:lnTo>
                  <a:lnTo>
                    <a:pt x="70" y="134"/>
                  </a:lnTo>
                  <a:lnTo>
                    <a:pt x="70" y="128"/>
                  </a:lnTo>
                  <a:lnTo>
                    <a:pt x="70" y="122"/>
                  </a:lnTo>
                  <a:lnTo>
                    <a:pt x="70" y="116"/>
                  </a:lnTo>
                  <a:lnTo>
                    <a:pt x="68" y="110"/>
                  </a:lnTo>
                  <a:lnTo>
                    <a:pt x="70" y="106"/>
                  </a:lnTo>
                  <a:lnTo>
                    <a:pt x="70" y="100"/>
                  </a:lnTo>
                  <a:lnTo>
                    <a:pt x="72" y="96"/>
                  </a:lnTo>
                  <a:lnTo>
                    <a:pt x="72" y="88"/>
                  </a:lnTo>
                  <a:lnTo>
                    <a:pt x="74" y="74"/>
                  </a:lnTo>
                  <a:lnTo>
                    <a:pt x="72" y="56"/>
                  </a:lnTo>
                  <a:lnTo>
                    <a:pt x="68" y="36"/>
                  </a:lnTo>
                  <a:lnTo>
                    <a:pt x="64" y="30"/>
                  </a:lnTo>
                  <a:lnTo>
                    <a:pt x="60" y="22"/>
                  </a:lnTo>
                  <a:lnTo>
                    <a:pt x="54" y="16"/>
                  </a:lnTo>
                  <a:lnTo>
                    <a:pt x="48" y="12"/>
                  </a:lnTo>
                  <a:lnTo>
                    <a:pt x="46" y="10"/>
                  </a:lnTo>
                  <a:lnTo>
                    <a:pt x="50" y="8"/>
                  </a:lnTo>
                  <a:lnTo>
                    <a:pt x="54" y="8"/>
                  </a:lnTo>
                  <a:lnTo>
                    <a:pt x="60" y="6"/>
                  </a:lnTo>
                  <a:lnTo>
                    <a:pt x="66" y="2"/>
                  </a:lnTo>
                  <a:lnTo>
                    <a:pt x="72" y="0"/>
                  </a:lnTo>
                  <a:lnTo>
                    <a:pt x="72" y="2"/>
                  </a:lnTo>
                  <a:lnTo>
                    <a:pt x="74" y="8"/>
                  </a:lnTo>
                  <a:lnTo>
                    <a:pt x="80" y="18"/>
                  </a:lnTo>
                  <a:lnTo>
                    <a:pt x="90" y="34"/>
                  </a:lnTo>
                  <a:lnTo>
                    <a:pt x="98" y="46"/>
                  </a:lnTo>
                  <a:lnTo>
                    <a:pt x="100" y="46"/>
                  </a:lnTo>
                  <a:lnTo>
                    <a:pt x="100" y="48"/>
                  </a:lnTo>
                  <a:lnTo>
                    <a:pt x="102" y="52"/>
                  </a:lnTo>
                  <a:lnTo>
                    <a:pt x="102" y="60"/>
                  </a:lnTo>
                  <a:lnTo>
                    <a:pt x="110" y="106"/>
                  </a:lnTo>
                  <a:lnTo>
                    <a:pt x="112" y="106"/>
                  </a:lnTo>
                  <a:lnTo>
                    <a:pt x="114" y="108"/>
                  </a:lnTo>
                  <a:lnTo>
                    <a:pt x="116" y="108"/>
                  </a:lnTo>
                  <a:lnTo>
                    <a:pt x="118" y="106"/>
                  </a:lnTo>
                  <a:lnTo>
                    <a:pt x="118" y="108"/>
                  </a:lnTo>
                  <a:lnTo>
                    <a:pt x="118" y="110"/>
                  </a:lnTo>
                  <a:lnTo>
                    <a:pt x="118" y="116"/>
                  </a:lnTo>
                  <a:lnTo>
                    <a:pt x="118" y="120"/>
                  </a:lnTo>
                  <a:lnTo>
                    <a:pt x="118" y="124"/>
                  </a:lnTo>
                  <a:lnTo>
                    <a:pt x="116" y="124"/>
                  </a:lnTo>
                  <a:lnTo>
                    <a:pt x="114" y="126"/>
                  </a:lnTo>
                  <a:lnTo>
                    <a:pt x="112" y="128"/>
                  </a:lnTo>
                  <a:lnTo>
                    <a:pt x="108" y="132"/>
                  </a:lnTo>
                  <a:lnTo>
                    <a:pt x="106" y="138"/>
                  </a:lnTo>
                  <a:lnTo>
                    <a:pt x="104" y="146"/>
                  </a:lnTo>
                  <a:lnTo>
                    <a:pt x="102" y="150"/>
                  </a:lnTo>
                  <a:lnTo>
                    <a:pt x="98" y="158"/>
                  </a:lnTo>
                  <a:lnTo>
                    <a:pt x="92" y="168"/>
                  </a:lnTo>
                  <a:lnTo>
                    <a:pt x="88" y="178"/>
                  </a:lnTo>
                  <a:lnTo>
                    <a:pt x="86" y="186"/>
                  </a:lnTo>
                  <a:lnTo>
                    <a:pt x="84" y="192"/>
                  </a:lnTo>
                  <a:lnTo>
                    <a:pt x="84" y="200"/>
                  </a:lnTo>
                  <a:lnTo>
                    <a:pt x="82" y="214"/>
                  </a:lnTo>
                  <a:lnTo>
                    <a:pt x="84" y="232"/>
                  </a:lnTo>
                  <a:lnTo>
                    <a:pt x="82" y="322"/>
                  </a:lnTo>
                  <a:lnTo>
                    <a:pt x="82" y="324"/>
                  </a:lnTo>
                  <a:lnTo>
                    <a:pt x="80" y="326"/>
                  </a:lnTo>
                  <a:lnTo>
                    <a:pt x="76" y="330"/>
                  </a:lnTo>
                  <a:lnTo>
                    <a:pt x="74" y="334"/>
                  </a:lnTo>
                  <a:lnTo>
                    <a:pt x="70" y="338"/>
                  </a:lnTo>
                  <a:lnTo>
                    <a:pt x="68" y="344"/>
                  </a:lnTo>
                  <a:lnTo>
                    <a:pt x="66" y="348"/>
                  </a:lnTo>
                  <a:lnTo>
                    <a:pt x="64" y="350"/>
                  </a:lnTo>
                  <a:lnTo>
                    <a:pt x="60" y="368"/>
                  </a:lnTo>
                  <a:lnTo>
                    <a:pt x="58" y="370"/>
                  </a:lnTo>
                  <a:lnTo>
                    <a:pt x="58" y="372"/>
                  </a:lnTo>
                  <a:lnTo>
                    <a:pt x="60" y="380"/>
                  </a:lnTo>
                  <a:lnTo>
                    <a:pt x="58" y="390"/>
                  </a:lnTo>
                  <a:lnTo>
                    <a:pt x="60" y="398"/>
                  </a:lnTo>
                  <a:lnTo>
                    <a:pt x="58" y="410"/>
                  </a:lnTo>
                  <a:lnTo>
                    <a:pt x="54" y="412"/>
                  </a:lnTo>
                  <a:lnTo>
                    <a:pt x="54" y="420"/>
                  </a:lnTo>
                  <a:lnTo>
                    <a:pt x="56" y="420"/>
                  </a:lnTo>
                  <a:lnTo>
                    <a:pt x="56" y="424"/>
                  </a:lnTo>
                  <a:lnTo>
                    <a:pt x="56" y="436"/>
                  </a:lnTo>
                  <a:lnTo>
                    <a:pt x="56" y="448"/>
                  </a:lnTo>
                  <a:lnTo>
                    <a:pt x="56" y="458"/>
                  </a:lnTo>
                  <a:lnTo>
                    <a:pt x="56" y="462"/>
                  </a:lnTo>
                  <a:lnTo>
                    <a:pt x="54" y="466"/>
                  </a:lnTo>
                  <a:lnTo>
                    <a:pt x="54" y="468"/>
                  </a:lnTo>
                  <a:lnTo>
                    <a:pt x="54" y="470"/>
                  </a:lnTo>
                  <a:lnTo>
                    <a:pt x="54" y="472"/>
                  </a:lnTo>
                  <a:lnTo>
                    <a:pt x="56" y="474"/>
                  </a:lnTo>
                  <a:lnTo>
                    <a:pt x="56" y="476"/>
                  </a:lnTo>
                  <a:lnTo>
                    <a:pt x="58" y="478"/>
                  </a:lnTo>
                  <a:lnTo>
                    <a:pt x="58" y="484"/>
                  </a:lnTo>
                  <a:lnTo>
                    <a:pt x="58" y="496"/>
                  </a:lnTo>
                  <a:lnTo>
                    <a:pt x="58" y="508"/>
                  </a:lnTo>
                  <a:lnTo>
                    <a:pt x="56" y="516"/>
                  </a:lnTo>
                  <a:lnTo>
                    <a:pt x="56" y="518"/>
                  </a:lnTo>
                  <a:lnTo>
                    <a:pt x="52" y="520"/>
                  </a:lnTo>
                  <a:lnTo>
                    <a:pt x="50" y="522"/>
                  </a:lnTo>
                  <a:lnTo>
                    <a:pt x="46" y="526"/>
                  </a:lnTo>
                  <a:lnTo>
                    <a:pt x="42" y="530"/>
                  </a:lnTo>
                  <a:lnTo>
                    <a:pt x="40" y="534"/>
                  </a:lnTo>
                  <a:lnTo>
                    <a:pt x="38" y="540"/>
                  </a:lnTo>
                  <a:lnTo>
                    <a:pt x="38" y="554"/>
                  </a:lnTo>
                  <a:lnTo>
                    <a:pt x="38" y="574"/>
                  </a:lnTo>
                  <a:lnTo>
                    <a:pt x="38" y="594"/>
                  </a:lnTo>
                  <a:lnTo>
                    <a:pt x="38" y="612"/>
                  </a:lnTo>
                  <a:lnTo>
                    <a:pt x="38" y="618"/>
                  </a:lnTo>
                  <a:lnTo>
                    <a:pt x="36" y="620"/>
                  </a:lnTo>
                  <a:lnTo>
                    <a:pt x="36" y="624"/>
                  </a:lnTo>
                  <a:lnTo>
                    <a:pt x="38" y="630"/>
                  </a:lnTo>
                  <a:lnTo>
                    <a:pt x="38" y="642"/>
                  </a:lnTo>
                  <a:lnTo>
                    <a:pt x="50" y="656"/>
                  </a:lnTo>
                  <a:lnTo>
                    <a:pt x="88" y="656"/>
                  </a:lnTo>
                  <a:lnTo>
                    <a:pt x="90" y="656"/>
                  </a:lnTo>
                  <a:lnTo>
                    <a:pt x="90" y="658"/>
                  </a:lnTo>
                  <a:lnTo>
                    <a:pt x="90" y="660"/>
                  </a:lnTo>
                  <a:lnTo>
                    <a:pt x="90" y="662"/>
                  </a:lnTo>
                  <a:lnTo>
                    <a:pt x="90" y="668"/>
                  </a:lnTo>
                  <a:lnTo>
                    <a:pt x="92" y="676"/>
                  </a:lnTo>
                  <a:lnTo>
                    <a:pt x="92" y="700"/>
                  </a:lnTo>
                  <a:lnTo>
                    <a:pt x="96" y="726"/>
                  </a:lnTo>
                  <a:lnTo>
                    <a:pt x="136" y="728"/>
                  </a:lnTo>
                  <a:lnTo>
                    <a:pt x="150" y="74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71" name="Freeform 333"/>
            <p:cNvSpPr>
              <a:spLocks/>
            </p:cNvSpPr>
            <p:nvPr/>
          </p:nvSpPr>
          <p:spPr bwMode="gray">
            <a:xfrm>
              <a:off x="4659" y="3404"/>
              <a:ext cx="110" cy="126"/>
            </a:xfrm>
            <a:custGeom>
              <a:avLst/>
              <a:gdLst>
                <a:gd name="T0" fmla="*/ 110 w 110"/>
                <a:gd name="T1" fmla="*/ 94 h 126"/>
                <a:gd name="T2" fmla="*/ 108 w 110"/>
                <a:gd name="T3" fmla="*/ 84 h 126"/>
                <a:gd name="T4" fmla="*/ 104 w 110"/>
                <a:gd name="T5" fmla="*/ 76 h 126"/>
                <a:gd name="T6" fmla="*/ 102 w 110"/>
                <a:gd name="T7" fmla="*/ 72 h 126"/>
                <a:gd name="T8" fmla="*/ 98 w 110"/>
                <a:gd name="T9" fmla="*/ 70 h 126"/>
                <a:gd name="T10" fmla="*/ 92 w 110"/>
                <a:gd name="T11" fmla="*/ 70 h 126"/>
                <a:gd name="T12" fmla="*/ 90 w 110"/>
                <a:gd name="T13" fmla="*/ 72 h 126"/>
                <a:gd name="T14" fmla="*/ 76 w 110"/>
                <a:gd name="T15" fmla="*/ 68 h 126"/>
                <a:gd name="T16" fmla="*/ 72 w 110"/>
                <a:gd name="T17" fmla="*/ 64 h 126"/>
                <a:gd name="T18" fmla="*/ 72 w 110"/>
                <a:gd name="T19" fmla="*/ 54 h 126"/>
                <a:gd name="T20" fmla="*/ 68 w 110"/>
                <a:gd name="T21" fmla="*/ 32 h 126"/>
                <a:gd name="T22" fmla="*/ 68 w 110"/>
                <a:gd name="T23" fmla="*/ 24 h 126"/>
                <a:gd name="T24" fmla="*/ 68 w 110"/>
                <a:gd name="T25" fmla="*/ 18 h 126"/>
                <a:gd name="T26" fmla="*/ 68 w 110"/>
                <a:gd name="T27" fmla="*/ 18 h 126"/>
                <a:gd name="T28" fmla="*/ 64 w 110"/>
                <a:gd name="T29" fmla="*/ 16 h 126"/>
                <a:gd name="T30" fmla="*/ 56 w 110"/>
                <a:gd name="T31" fmla="*/ 8 h 126"/>
                <a:gd name="T32" fmla="*/ 46 w 110"/>
                <a:gd name="T33" fmla="*/ 2 h 126"/>
                <a:gd name="T34" fmla="*/ 36 w 110"/>
                <a:gd name="T35" fmla="*/ 0 h 126"/>
                <a:gd name="T36" fmla="*/ 30 w 110"/>
                <a:gd name="T37" fmla="*/ 4 h 126"/>
                <a:gd name="T38" fmla="*/ 18 w 110"/>
                <a:gd name="T39" fmla="*/ 10 h 126"/>
                <a:gd name="T40" fmla="*/ 8 w 110"/>
                <a:gd name="T41" fmla="*/ 24 h 126"/>
                <a:gd name="T42" fmla="*/ 6 w 110"/>
                <a:gd name="T43" fmla="*/ 28 h 126"/>
                <a:gd name="T44" fmla="*/ 2 w 110"/>
                <a:gd name="T45" fmla="*/ 38 h 126"/>
                <a:gd name="T46" fmla="*/ 0 w 110"/>
                <a:gd name="T47" fmla="*/ 52 h 126"/>
                <a:gd name="T48" fmla="*/ 2 w 110"/>
                <a:gd name="T49" fmla="*/ 56 h 126"/>
                <a:gd name="T50" fmla="*/ 10 w 110"/>
                <a:gd name="T51" fmla="*/ 60 h 126"/>
                <a:gd name="T52" fmla="*/ 32 w 110"/>
                <a:gd name="T53" fmla="*/ 72 h 126"/>
                <a:gd name="T54" fmla="*/ 50 w 110"/>
                <a:gd name="T55" fmla="*/ 126 h 126"/>
                <a:gd name="T56" fmla="*/ 102 w 110"/>
                <a:gd name="T57" fmla="*/ 124 h 126"/>
                <a:gd name="T58" fmla="*/ 104 w 110"/>
                <a:gd name="T59" fmla="*/ 116 h 126"/>
                <a:gd name="T60" fmla="*/ 106 w 110"/>
                <a:gd name="T61" fmla="*/ 110 h 126"/>
                <a:gd name="T62" fmla="*/ 106 w 110"/>
                <a:gd name="T63" fmla="*/ 104 h 126"/>
                <a:gd name="T64" fmla="*/ 108 w 110"/>
                <a:gd name="T65" fmla="*/ 96 h 12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0"/>
                <a:gd name="T100" fmla="*/ 0 h 126"/>
                <a:gd name="T101" fmla="*/ 110 w 110"/>
                <a:gd name="T102" fmla="*/ 126 h 12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0" h="126">
                  <a:moveTo>
                    <a:pt x="108" y="96"/>
                  </a:moveTo>
                  <a:lnTo>
                    <a:pt x="110" y="94"/>
                  </a:lnTo>
                  <a:lnTo>
                    <a:pt x="108" y="90"/>
                  </a:lnTo>
                  <a:lnTo>
                    <a:pt x="108" y="84"/>
                  </a:lnTo>
                  <a:lnTo>
                    <a:pt x="106" y="80"/>
                  </a:lnTo>
                  <a:lnTo>
                    <a:pt x="104" y="76"/>
                  </a:lnTo>
                  <a:lnTo>
                    <a:pt x="102" y="72"/>
                  </a:lnTo>
                  <a:lnTo>
                    <a:pt x="100" y="70"/>
                  </a:lnTo>
                  <a:lnTo>
                    <a:pt x="98" y="70"/>
                  </a:lnTo>
                  <a:lnTo>
                    <a:pt x="94" y="70"/>
                  </a:lnTo>
                  <a:lnTo>
                    <a:pt x="92" y="70"/>
                  </a:lnTo>
                  <a:lnTo>
                    <a:pt x="90" y="70"/>
                  </a:lnTo>
                  <a:lnTo>
                    <a:pt x="90" y="72"/>
                  </a:lnTo>
                  <a:lnTo>
                    <a:pt x="78" y="68"/>
                  </a:lnTo>
                  <a:lnTo>
                    <a:pt x="76" y="68"/>
                  </a:lnTo>
                  <a:lnTo>
                    <a:pt x="74" y="66"/>
                  </a:lnTo>
                  <a:lnTo>
                    <a:pt x="72" y="64"/>
                  </a:lnTo>
                  <a:lnTo>
                    <a:pt x="72" y="54"/>
                  </a:lnTo>
                  <a:lnTo>
                    <a:pt x="70" y="42"/>
                  </a:lnTo>
                  <a:lnTo>
                    <a:pt x="68" y="32"/>
                  </a:lnTo>
                  <a:lnTo>
                    <a:pt x="68" y="28"/>
                  </a:lnTo>
                  <a:lnTo>
                    <a:pt x="68" y="24"/>
                  </a:lnTo>
                  <a:lnTo>
                    <a:pt x="68" y="20"/>
                  </a:lnTo>
                  <a:lnTo>
                    <a:pt x="68" y="18"/>
                  </a:lnTo>
                  <a:lnTo>
                    <a:pt x="66" y="18"/>
                  </a:lnTo>
                  <a:lnTo>
                    <a:pt x="64" y="16"/>
                  </a:lnTo>
                  <a:lnTo>
                    <a:pt x="60" y="12"/>
                  </a:lnTo>
                  <a:lnTo>
                    <a:pt x="56" y="8"/>
                  </a:lnTo>
                  <a:lnTo>
                    <a:pt x="52" y="6"/>
                  </a:lnTo>
                  <a:lnTo>
                    <a:pt x="46" y="2"/>
                  </a:lnTo>
                  <a:lnTo>
                    <a:pt x="42" y="2"/>
                  </a:lnTo>
                  <a:lnTo>
                    <a:pt x="36" y="0"/>
                  </a:lnTo>
                  <a:lnTo>
                    <a:pt x="34" y="2"/>
                  </a:lnTo>
                  <a:lnTo>
                    <a:pt x="30" y="4"/>
                  </a:lnTo>
                  <a:lnTo>
                    <a:pt x="24" y="6"/>
                  </a:lnTo>
                  <a:lnTo>
                    <a:pt x="18" y="10"/>
                  </a:lnTo>
                  <a:lnTo>
                    <a:pt x="12" y="16"/>
                  </a:lnTo>
                  <a:lnTo>
                    <a:pt x="8" y="24"/>
                  </a:lnTo>
                  <a:lnTo>
                    <a:pt x="6" y="24"/>
                  </a:lnTo>
                  <a:lnTo>
                    <a:pt x="6" y="28"/>
                  </a:lnTo>
                  <a:lnTo>
                    <a:pt x="4" y="32"/>
                  </a:lnTo>
                  <a:lnTo>
                    <a:pt x="2" y="38"/>
                  </a:lnTo>
                  <a:lnTo>
                    <a:pt x="0" y="46"/>
                  </a:lnTo>
                  <a:lnTo>
                    <a:pt x="0" y="52"/>
                  </a:lnTo>
                  <a:lnTo>
                    <a:pt x="0" y="54"/>
                  </a:lnTo>
                  <a:lnTo>
                    <a:pt x="2" y="56"/>
                  </a:lnTo>
                  <a:lnTo>
                    <a:pt x="6" y="58"/>
                  </a:lnTo>
                  <a:lnTo>
                    <a:pt x="10" y="60"/>
                  </a:lnTo>
                  <a:lnTo>
                    <a:pt x="26" y="66"/>
                  </a:lnTo>
                  <a:lnTo>
                    <a:pt x="32" y="72"/>
                  </a:lnTo>
                  <a:lnTo>
                    <a:pt x="66" y="90"/>
                  </a:lnTo>
                  <a:lnTo>
                    <a:pt x="50" y="126"/>
                  </a:lnTo>
                  <a:lnTo>
                    <a:pt x="102" y="126"/>
                  </a:lnTo>
                  <a:lnTo>
                    <a:pt x="102" y="124"/>
                  </a:lnTo>
                  <a:lnTo>
                    <a:pt x="102" y="120"/>
                  </a:lnTo>
                  <a:lnTo>
                    <a:pt x="104" y="116"/>
                  </a:lnTo>
                  <a:lnTo>
                    <a:pt x="106" y="112"/>
                  </a:lnTo>
                  <a:lnTo>
                    <a:pt x="106" y="110"/>
                  </a:lnTo>
                  <a:lnTo>
                    <a:pt x="106" y="108"/>
                  </a:lnTo>
                  <a:lnTo>
                    <a:pt x="106" y="104"/>
                  </a:lnTo>
                  <a:lnTo>
                    <a:pt x="108" y="98"/>
                  </a:lnTo>
                  <a:lnTo>
                    <a:pt x="108" y="9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72" name="Freeform 334"/>
            <p:cNvSpPr>
              <a:spLocks/>
            </p:cNvSpPr>
            <p:nvPr/>
          </p:nvSpPr>
          <p:spPr bwMode="gray">
            <a:xfrm>
              <a:off x="4335" y="2928"/>
              <a:ext cx="52" cy="70"/>
            </a:xfrm>
            <a:custGeom>
              <a:avLst/>
              <a:gdLst>
                <a:gd name="T0" fmla="*/ 50 w 52"/>
                <a:gd name="T1" fmla="*/ 64 h 70"/>
                <a:gd name="T2" fmla="*/ 46 w 52"/>
                <a:gd name="T3" fmla="*/ 60 h 70"/>
                <a:gd name="T4" fmla="*/ 44 w 52"/>
                <a:gd name="T5" fmla="*/ 54 h 70"/>
                <a:gd name="T6" fmla="*/ 46 w 52"/>
                <a:gd name="T7" fmla="*/ 46 h 70"/>
                <a:gd name="T8" fmla="*/ 48 w 52"/>
                <a:gd name="T9" fmla="*/ 42 h 70"/>
                <a:gd name="T10" fmla="*/ 48 w 52"/>
                <a:gd name="T11" fmla="*/ 36 h 70"/>
                <a:gd name="T12" fmla="*/ 48 w 52"/>
                <a:gd name="T13" fmla="*/ 32 h 70"/>
                <a:gd name="T14" fmla="*/ 50 w 52"/>
                <a:gd name="T15" fmla="*/ 20 h 70"/>
                <a:gd name="T16" fmla="*/ 52 w 52"/>
                <a:gd name="T17" fmla="*/ 10 h 70"/>
                <a:gd name="T18" fmla="*/ 52 w 52"/>
                <a:gd name="T19" fmla="*/ 6 h 70"/>
                <a:gd name="T20" fmla="*/ 52 w 52"/>
                <a:gd name="T21" fmla="*/ 0 h 70"/>
                <a:gd name="T22" fmla="*/ 48 w 52"/>
                <a:gd name="T23" fmla="*/ 0 h 70"/>
                <a:gd name="T24" fmla="*/ 44 w 52"/>
                <a:gd name="T25" fmla="*/ 0 h 70"/>
                <a:gd name="T26" fmla="*/ 40 w 52"/>
                <a:gd name="T27" fmla="*/ 2 h 70"/>
                <a:gd name="T28" fmla="*/ 36 w 52"/>
                <a:gd name="T29" fmla="*/ 0 h 70"/>
                <a:gd name="T30" fmla="*/ 34 w 52"/>
                <a:gd name="T31" fmla="*/ 2 h 70"/>
                <a:gd name="T32" fmla="*/ 30 w 52"/>
                <a:gd name="T33" fmla="*/ 10 h 70"/>
                <a:gd name="T34" fmla="*/ 28 w 52"/>
                <a:gd name="T35" fmla="*/ 14 h 70"/>
                <a:gd name="T36" fmla="*/ 24 w 52"/>
                <a:gd name="T37" fmla="*/ 20 h 70"/>
                <a:gd name="T38" fmla="*/ 20 w 52"/>
                <a:gd name="T39" fmla="*/ 22 h 70"/>
                <a:gd name="T40" fmla="*/ 16 w 52"/>
                <a:gd name="T41" fmla="*/ 24 h 70"/>
                <a:gd name="T42" fmla="*/ 14 w 52"/>
                <a:gd name="T43" fmla="*/ 28 h 70"/>
                <a:gd name="T44" fmla="*/ 14 w 52"/>
                <a:gd name="T45" fmla="*/ 32 h 70"/>
                <a:gd name="T46" fmla="*/ 10 w 52"/>
                <a:gd name="T47" fmla="*/ 36 h 70"/>
                <a:gd name="T48" fmla="*/ 8 w 52"/>
                <a:gd name="T49" fmla="*/ 38 h 70"/>
                <a:gd name="T50" fmla="*/ 6 w 52"/>
                <a:gd name="T51" fmla="*/ 40 h 70"/>
                <a:gd name="T52" fmla="*/ 6 w 52"/>
                <a:gd name="T53" fmla="*/ 42 h 70"/>
                <a:gd name="T54" fmla="*/ 4 w 52"/>
                <a:gd name="T55" fmla="*/ 44 h 70"/>
                <a:gd name="T56" fmla="*/ 2 w 52"/>
                <a:gd name="T57" fmla="*/ 44 h 70"/>
                <a:gd name="T58" fmla="*/ 0 w 52"/>
                <a:gd name="T59" fmla="*/ 42 h 70"/>
                <a:gd name="T60" fmla="*/ 0 w 52"/>
                <a:gd name="T61" fmla="*/ 44 h 70"/>
                <a:gd name="T62" fmla="*/ 8 w 52"/>
                <a:gd name="T63" fmla="*/ 52 h 70"/>
                <a:gd name="T64" fmla="*/ 12 w 52"/>
                <a:gd name="T65" fmla="*/ 60 h 70"/>
                <a:gd name="T66" fmla="*/ 16 w 52"/>
                <a:gd name="T67" fmla="*/ 64 h 70"/>
                <a:gd name="T68" fmla="*/ 20 w 52"/>
                <a:gd name="T69" fmla="*/ 62 h 70"/>
                <a:gd name="T70" fmla="*/ 26 w 52"/>
                <a:gd name="T71" fmla="*/ 66 h 70"/>
                <a:gd name="T72" fmla="*/ 30 w 52"/>
                <a:gd name="T73" fmla="*/ 66 h 70"/>
                <a:gd name="T74" fmla="*/ 36 w 52"/>
                <a:gd name="T75" fmla="*/ 66 h 70"/>
                <a:gd name="T76" fmla="*/ 40 w 52"/>
                <a:gd name="T77" fmla="*/ 66 h 70"/>
                <a:gd name="T78" fmla="*/ 44 w 52"/>
                <a:gd name="T79" fmla="*/ 68 h 70"/>
                <a:gd name="T80" fmla="*/ 48 w 52"/>
                <a:gd name="T81" fmla="*/ 70 h 70"/>
                <a:gd name="T82" fmla="*/ 50 w 52"/>
                <a:gd name="T83" fmla="*/ 70 h 70"/>
                <a:gd name="T84" fmla="*/ 52 w 52"/>
                <a:gd name="T85" fmla="*/ 70 h 7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2"/>
                <a:gd name="T130" fmla="*/ 0 h 70"/>
                <a:gd name="T131" fmla="*/ 52 w 52"/>
                <a:gd name="T132" fmla="*/ 70 h 7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2" h="70">
                  <a:moveTo>
                    <a:pt x="52" y="70"/>
                  </a:moveTo>
                  <a:lnTo>
                    <a:pt x="50" y="64"/>
                  </a:lnTo>
                  <a:lnTo>
                    <a:pt x="46" y="60"/>
                  </a:lnTo>
                  <a:lnTo>
                    <a:pt x="44" y="58"/>
                  </a:lnTo>
                  <a:lnTo>
                    <a:pt x="44" y="54"/>
                  </a:lnTo>
                  <a:lnTo>
                    <a:pt x="44" y="50"/>
                  </a:lnTo>
                  <a:lnTo>
                    <a:pt x="46" y="46"/>
                  </a:lnTo>
                  <a:lnTo>
                    <a:pt x="48" y="42"/>
                  </a:lnTo>
                  <a:lnTo>
                    <a:pt x="48" y="40"/>
                  </a:lnTo>
                  <a:lnTo>
                    <a:pt x="48" y="36"/>
                  </a:lnTo>
                  <a:lnTo>
                    <a:pt x="48" y="34"/>
                  </a:lnTo>
                  <a:lnTo>
                    <a:pt x="48" y="32"/>
                  </a:lnTo>
                  <a:lnTo>
                    <a:pt x="48" y="26"/>
                  </a:lnTo>
                  <a:lnTo>
                    <a:pt x="50" y="20"/>
                  </a:lnTo>
                  <a:lnTo>
                    <a:pt x="50" y="14"/>
                  </a:lnTo>
                  <a:lnTo>
                    <a:pt x="52" y="10"/>
                  </a:lnTo>
                  <a:lnTo>
                    <a:pt x="52" y="8"/>
                  </a:lnTo>
                  <a:lnTo>
                    <a:pt x="52" y="6"/>
                  </a:lnTo>
                  <a:lnTo>
                    <a:pt x="52" y="2"/>
                  </a:lnTo>
                  <a:lnTo>
                    <a:pt x="52" y="0"/>
                  </a:lnTo>
                  <a:lnTo>
                    <a:pt x="50" y="0"/>
                  </a:lnTo>
                  <a:lnTo>
                    <a:pt x="48" y="0"/>
                  </a:lnTo>
                  <a:lnTo>
                    <a:pt x="46" y="0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0" y="2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4" y="2"/>
                  </a:lnTo>
                  <a:lnTo>
                    <a:pt x="32" y="4"/>
                  </a:lnTo>
                  <a:lnTo>
                    <a:pt x="30" y="10"/>
                  </a:lnTo>
                  <a:lnTo>
                    <a:pt x="28" y="14"/>
                  </a:lnTo>
                  <a:lnTo>
                    <a:pt x="26" y="16"/>
                  </a:lnTo>
                  <a:lnTo>
                    <a:pt x="24" y="20"/>
                  </a:lnTo>
                  <a:lnTo>
                    <a:pt x="20" y="22"/>
                  </a:lnTo>
                  <a:lnTo>
                    <a:pt x="18" y="22"/>
                  </a:lnTo>
                  <a:lnTo>
                    <a:pt x="16" y="24"/>
                  </a:lnTo>
                  <a:lnTo>
                    <a:pt x="14" y="26"/>
                  </a:lnTo>
                  <a:lnTo>
                    <a:pt x="14" y="28"/>
                  </a:lnTo>
                  <a:lnTo>
                    <a:pt x="14" y="30"/>
                  </a:lnTo>
                  <a:lnTo>
                    <a:pt x="14" y="32"/>
                  </a:lnTo>
                  <a:lnTo>
                    <a:pt x="12" y="34"/>
                  </a:lnTo>
                  <a:lnTo>
                    <a:pt x="10" y="36"/>
                  </a:lnTo>
                  <a:lnTo>
                    <a:pt x="8" y="36"/>
                  </a:lnTo>
                  <a:lnTo>
                    <a:pt x="8" y="38"/>
                  </a:lnTo>
                  <a:lnTo>
                    <a:pt x="6" y="40"/>
                  </a:lnTo>
                  <a:lnTo>
                    <a:pt x="6" y="42"/>
                  </a:lnTo>
                  <a:lnTo>
                    <a:pt x="4" y="44"/>
                  </a:lnTo>
                  <a:lnTo>
                    <a:pt x="2" y="44"/>
                  </a:lnTo>
                  <a:lnTo>
                    <a:pt x="0" y="42"/>
                  </a:lnTo>
                  <a:lnTo>
                    <a:pt x="0" y="44"/>
                  </a:lnTo>
                  <a:lnTo>
                    <a:pt x="8" y="52"/>
                  </a:lnTo>
                  <a:lnTo>
                    <a:pt x="10" y="56"/>
                  </a:lnTo>
                  <a:lnTo>
                    <a:pt x="12" y="60"/>
                  </a:lnTo>
                  <a:lnTo>
                    <a:pt x="14" y="64"/>
                  </a:lnTo>
                  <a:lnTo>
                    <a:pt x="16" y="64"/>
                  </a:lnTo>
                  <a:lnTo>
                    <a:pt x="18" y="62"/>
                  </a:lnTo>
                  <a:lnTo>
                    <a:pt x="20" y="62"/>
                  </a:lnTo>
                  <a:lnTo>
                    <a:pt x="24" y="64"/>
                  </a:lnTo>
                  <a:lnTo>
                    <a:pt x="26" y="66"/>
                  </a:lnTo>
                  <a:lnTo>
                    <a:pt x="28" y="66"/>
                  </a:lnTo>
                  <a:lnTo>
                    <a:pt x="30" y="66"/>
                  </a:lnTo>
                  <a:lnTo>
                    <a:pt x="34" y="66"/>
                  </a:lnTo>
                  <a:lnTo>
                    <a:pt x="36" y="66"/>
                  </a:lnTo>
                  <a:lnTo>
                    <a:pt x="40" y="66"/>
                  </a:lnTo>
                  <a:lnTo>
                    <a:pt x="42" y="66"/>
                  </a:lnTo>
                  <a:lnTo>
                    <a:pt x="44" y="68"/>
                  </a:lnTo>
                  <a:lnTo>
                    <a:pt x="48" y="68"/>
                  </a:lnTo>
                  <a:lnTo>
                    <a:pt x="48" y="70"/>
                  </a:lnTo>
                  <a:lnTo>
                    <a:pt x="50" y="70"/>
                  </a:lnTo>
                  <a:lnTo>
                    <a:pt x="52" y="7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73" name="Freeform 335"/>
            <p:cNvSpPr>
              <a:spLocks/>
            </p:cNvSpPr>
            <p:nvPr/>
          </p:nvSpPr>
          <p:spPr bwMode="gray">
            <a:xfrm>
              <a:off x="4275" y="2880"/>
              <a:ext cx="60" cy="74"/>
            </a:xfrm>
            <a:custGeom>
              <a:avLst/>
              <a:gdLst>
                <a:gd name="T0" fmla="*/ 60 w 60"/>
                <a:gd name="T1" fmla="*/ 40 h 74"/>
                <a:gd name="T2" fmla="*/ 60 w 60"/>
                <a:gd name="T3" fmla="*/ 40 h 74"/>
                <a:gd name="T4" fmla="*/ 58 w 60"/>
                <a:gd name="T5" fmla="*/ 42 h 74"/>
                <a:gd name="T6" fmla="*/ 56 w 60"/>
                <a:gd name="T7" fmla="*/ 46 h 74"/>
                <a:gd name="T8" fmla="*/ 54 w 60"/>
                <a:gd name="T9" fmla="*/ 48 h 74"/>
                <a:gd name="T10" fmla="*/ 50 w 60"/>
                <a:gd name="T11" fmla="*/ 50 h 74"/>
                <a:gd name="T12" fmla="*/ 46 w 60"/>
                <a:gd name="T13" fmla="*/ 52 h 74"/>
                <a:gd name="T14" fmla="*/ 46 w 60"/>
                <a:gd name="T15" fmla="*/ 52 h 74"/>
                <a:gd name="T16" fmla="*/ 44 w 60"/>
                <a:gd name="T17" fmla="*/ 52 h 74"/>
                <a:gd name="T18" fmla="*/ 42 w 60"/>
                <a:gd name="T19" fmla="*/ 54 h 74"/>
                <a:gd name="T20" fmla="*/ 40 w 60"/>
                <a:gd name="T21" fmla="*/ 58 h 74"/>
                <a:gd name="T22" fmla="*/ 40 w 60"/>
                <a:gd name="T23" fmla="*/ 58 h 74"/>
                <a:gd name="T24" fmla="*/ 38 w 60"/>
                <a:gd name="T25" fmla="*/ 60 h 74"/>
                <a:gd name="T26" fmla="*/ 36 w 60"/>
                <a:gd name="T27" fmla="*/ 62 h 74"/>
                <a:gd name="T28" fmla="*/ 32 w 60"/>
                <a:gd name="T29" fmla="*/ 62 h 74"/>
                <a:gd name="T30" fmla="*/ 32 w 60"/>
                <a:gd name="T31" fmla="*/ 62 h 74"/>
                <a:gd name="T32" fmla="*/ 30 w 60"/>
                <a:gd name="T33" fmla="*/ 64 h 74"/>
                <a:gd name="T34" fmla="*/ 26 w 60"/>
                <a:gd name="T35" fmla="*/ 66 h 74"/>
                <a:gd name="T36" fmla="*/ 24 w 60"/>
                <a:gd name="T37" fmla="*/ 68 h 74"/>
                <a:gd name="T38" fmla="*/ 16 w 60"/>
                <a:gd name="T39" fmla="*/ 74 h 74"/>
                <a:gd name="T40" fmla="*/ 10 w 60"/>
                <a:gd name="T41" fmla="*/ 70 h 74"/>
                <a:gd name="T42" fmla="*/ 6 w 60"/>
                <a:gd name="T43" fmla="*/ 66 h 74"/>
                <a:gd name="T44" fmla="*/ 4 w 60"/>
                <a:gd name="T45" fmla="*/ 62 h 74"/>
                <a:gd name="T46" fmla="*/ 0 w 60"/>
                <a:gd name="T47" fmla="*/ 54 h 74"/>
                <a:gd name="T48" fmla="*/ 2 w 60"/>
                <a:gd name="T49" fmla="*/ 54 h 74"/>
                <a:gd name="T50" fmla="*/ 2 w 60"/>
                <a:gd name="T51" fmla="*/ 50 h 74"/>
                <a:gd name="T52" fmla="*/ 4 w 60"/>
                <a:gd name="T53" fmla="*/ 48 h 74"/>
                <a:gd name="T54" fmla="*/ 6 w 60"/>
                <a:gd name="T55" fmla="*/ 44 h 74"/>
                <a:gd name="T56" fmla="*/ 8 w 60"/>
                <a:gd name="T57" fmla="*/ 42 h 74"/>
                <a:gd name="T58" fmla="*/ 8 w 60"/>
                <a:gd name="T59" fmla="*/ 40 h 74"/>
                <a:gd name="T60" fmla="*/ 8 w 60"/>
                <a:gd name="T61" fmla="*/ 38 h 74"/>
                <a:gd name="T62" fmla="*/ 8 w 60"/>
                <a:gd name="T63" fmla="*/ 36 h 74"/>
                <a:gd name="T64" fmla="*/ 6 w 60"/>
                <a:gd name="T65" fmla="*/ 34 h 74"/>
                <a:gd name="T66" fmla="*/ 6 w 60"/>
                <a:gd name="T67" fmla="*/ 32 h 74"/>
                <a:gd name="T68" fmla="*/ 6 w 60"/>
                <a:gd name="T69" fmla="*/ 32 h 74"/>
                <a:gd name="T70" fmla="*/ 6 w 60"/>
                <a:gd name="T71" fmla="*/ 30 h 74"/>
                <a:gd name="T72" fmla="*/ 6 w 60"/>
                <a:gd name="T73" fmla="*/ 28 h 74"/>
                <a:gd name="T74" fmla="*/ 8 w 60"/>
                <a:gd name="T75" fmla="*/ 28 h 74"/>
                <a:gd name="T76" fmla="*/ 32 w 60"/>
                <a:gd name="T77" fmla="*/ 28 h 74"/>
                <a:gd name="T78" fmla="*/ 32 w 60"/>
                <a:gd name="T79" fmla="*/ 18 h 74"/>
                <a:gd name="T80" fmla="*/ 22 w 60"/>
                <a:gd name="T81" fmla="*/ 8 h 74"/>
                <a:gd name="T82" fmla="*/ 26 w 60"/>
                <a:gd name="T83" fmla="*/ 8 h 74"/>
                <a:gd name="T84" fmla="*/ 26 w 60"/>
                <a:gd name="T85" fmla="*/ 0 h 74"/>
                <a:gd name="T86" fmla="*/ 46 w 60"/>
                <a:gd name="T87" fmla="*/ 0 h 74"/>
                <a:gd name="T88" fmla="*/ 46 w 60"/>
                <a:gd name="T89" fmla="*/ 2 h 74"/>
                <a:gd name="T90" fmla="*/ 46 w 60"/>
                <a:gd name="T91" fmla="*/ 32 h 74"/>
                <a:gd name="T92" fmla="*/ 54 w 60"/>
                <a:gd name="T93" fmla="*/ 32 h 74"/>
                <a:gd name="T94" fmla="*/ 54 w 60"/>
                <a:gd name="T95" fmla="*/ 34 h 74"/>
                <a:gd name="T96" fmla="*/ 54 w 60"/>
                <a:gd name="T97" fmla="*/ 34 h 74"/>
                <a:gd name="T98" fmla="*/ 54 w 60"/>
                <a:gd name="T99" fmla="*/ 36 h 74"/>
                <a:gd name="T100" fmla="*/ 56 w 60"/>
                <a:gd name="T101" fmla="*/ 38 h 74"/>
                <a:gd name="T102" fmla="*/ 60 w 60"/>
                <a:gd name="T103" fmla="*/ 40 h 7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60"/>
                <a:gd name="T157" fmla="*/ 0 h 74"/>
                <a:gd name="T158" fmla="*/ 60 w 60"/>
                <a:gd name="T159" fmla="*/ 74 h 7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60" h="74">
                  <a:moveTo>
                    <a:pt x="60" y="40"/>
                  </a:moveTo>
                  <a:lnTo>
                    <a:pt x="60" y="40"/>
                  </a:lnTo>
                  <a:lnTo>
                    <a:pt x="58" y="42"/>
                  </a:lnTo>
                  <a:lnTo>
                    <a:pt x="56" y="46"/>
                  </a:lnTo>
                  <a:lnTo>
                    <a:pt x="54" y="48"/>
                  </a:lnTo>
                  <a:lnTo>
                    <a:pt x="50" y="50"/>
                  </a:lnTo>
                  <a:lnTo>
                    <a:pt x="46" y="52"/>
                  </a:lnTo>
                  <a:lnTo>
                    <a:pt x="44" y="52"/>
                  </a:lnTo>
                  <a:lnTo>
                    <a:pt x="42" y="54"/>
                  </a:lnTo>
                  <a:lnTo>
                    <a:pt x="40" y="58"/>
                  </a:lnTo>
                  <a:lnTo>
                    <a:pt x="38" y="60"/>
                  </a:lnTo>
                  <a:lnTo>
                    <a:pt x="36" y="62"/>
                  </a:lnTo>
                  <a:lnTo>
                    <a:pt x="32" y="62"/>
                  </a:lnTo>
                  <a:lnTo>
                    <a:pt x="30" y="64"/>
                  </a:lnTo>
                  <a:lnTo>
                    <a:pt x="26" y="66"/>
                  </a:lnTo>
                  <a:lnTo>
                    <a:pt x="24" y="68"/>
                  </a:lnTo>
                  <a:lnTo>
                    <a:pt x="16" y="74"/>
                  </a:lnTo>
                  <a:lnTo>
                    <a:pt x="10" y="70"/>
                  </a:lnTo>
                  <a:lnTo>
                    <a:pt x="6" y="66"/>
                  </a:lnTo>
                  <a:lnTo>
                    <a:pt x="4" y="62"/>
                  </a:lnTo>
                  <a:lnTo>
                    <a:pt x="0" y="54"/>
                  </a:lnTo>
                  <a:lnTo>
                    <a:pt x="2" y="54"/>
                  </a:lnTo>
                  <a:lnTo>
                    <a:pt x="2" y="50"/>
                  </a:lnTo>
                  <a:lnTo>
                    <a:pt x="4" y="48"/>
                  </a:lnTo>
                  <a:lnTo>
                    <a:pt x="6" y="44"/>
                  </a:lnTo>
                  <a:lnTo>
                    <a:pt x="8" y="42"/>
                  </a:lnTo>
                  <a:lnTo>
                    <a:pt x="8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6" y="34"/>
                  </a:lnTo>
                  <a:lnTo>
                    <a:pt x="6" y="32"/>
                  </a:lnTo>
                  <a:lnTo>
                    <a:pt x="6" y="30"/>
                  </a:lnTo>
                  <a:lnTo>
                    <a:pt x="6" y="28"/>
                  </a:lnTo>
                  <a:lnTo>
                    <a:pt x="8" y="28"/>
                  </a:lnTo>
                  <a:lnTo>
                    <a:pt x="32" y="28"/>
                  </a:lnTo>
                  <a:lnTo>
                    <a:pt x="32" y="18"/>
                  </a:lnTo>
                  <a:lnTo>
                    <a:pt x="22" y="8"/>
                  </a:lnTo>
                  <a:lnTo>
                    <a:pt x="26" y="8"/>
                  </a:lnTo>
                  <a:lnTo>
                    <a:pt x="26" y="0"/>
                  </a:lnTo>
                  <a:lnTo>
                    <a:pt x="46" y="0"/>
                  </a:lnTo>
                  <a:lnTo>
                    <a:pt x="46" y="2"/>
                  </a:lnTo>
                  <a:lnTo>
                    <a:pt x="46" y="32"/>
                  </a:lnTo>
                  <a:lnTo>
                    <a:pt x="54" y="32"/>
                  </a:lnTo>
                  <a:lnTo>
                    <a:pt x="54" y="34"/>
                  </a:lnTo>
                  <a:lnTo>
                    <a:pt x="54" y="36"/>
                  </a:lnTo>
                  <a:lnTo>
                    <a:pt x="56" y="38"/>
                  </a:lnTo>
                  <a:lnTo>
                    <a:pt x="60" y="4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74" name="Freeform 336"/>
            <p:cNvSpPr>
              <a:spLocks/>
            </p:cNvSpPr>
            <p:nvPr/>
          </p:nvSpPr>
          <p:spPr bwMode="gray">
            <a:xfrm>
              <a:off x="4321" y="2872"/>
              <a:ext cx="14" cy="40"/>
            </a:xfrm>
            <a:custGeom>
              <a:avLst/>
              <a:gdLst>
                <a:gd name="T0" fmla="*/ 14 w 14"/>
                <a:gd name="T1" fmla="*/ 0 h 40"/>
                <a:gd name="T2" fmla="*/ 14 w 14"/>
                <a:gd name="T3" fmla="*/ 0 h 40"/>
                <a:gd name="T4" fmla="*/ 12 w 14"/>
                <a:gd name="T5" fmla="*/ 0 h 40"/>
                <a:gd name="T6" fmla="*/ 10 w 14"/>
                <a:gd name="T7" fmla="*/ 0 h 40"/>
                <a:gd name="T8" fmla="*/ 10 w 14"/>
                <a:gd name="T9" fmla="*/ 2 h 40"/>
                <a:gd name="T10" fmla="*/ 8 w 14"/>
                <a:gd name="T11" fmla="*/ 2 h 40"/>
                <a:gd name="T12" fmla="*/ 6 w 14"/>
                <a:gd name="T13" fmla="*/ 4 h 40"/>
                <a:gd name="T14" fmla="*/ 6 w 14"/>
                <a:gd name="T15" fmla="*/ 4 h 40"/>
                <a:gd name="T16" fmla="*/ 4 w 14"/>
                <a:gd name="T17" fmla="*/ 6 h 40"/>
                <a:gd name="T18" fmla="*/ 2 w 14"/>
                <a:gd name="T19" fmla="*/ 4 h 40"/>
                <a:gd name="T20" fmla="*/ 0 w 14"/>
                <a:gd name="T21" fmla="*/ 4 h 40"/>
                <a:gd name="T22" fmla="*/ 0 w 14"/>
                <a:gd name="T23" fmla="*/ 6 h 40"/>
                <a:gd name="T24" fmla="*/ 0 w 14"/>
                <a:gd name="T25" fmla="*/ 8 h 40"/>
                <a:gd name="T26" fmla="*/ 0 w 14"/>
                <a:gd name="T27" fmla="*/ 8 h 40"/>
                <a:gd name="T28" fmla="*/ 0 w 14"/>
                <a:gd name="T29" fmla="*/ 40 h 40"/>
                <a:gd name="T30" fmla="*/ 8 w 14"/>
                <a:gd name="T31" fmla="*/ 40 h 40"/>
                <a:gd name="T32" fmla="*/ 8 w 14"/>
                <a:gd name="T33" fmla="*/ 40 h 40"/>
                <a:gd name="T34" fmla="*/ 8 w 14"/>
                <a:gd name="T35" fmla="*/ 38 h 40"/>
                <a:gd name="T36" fmla="*/ 10 w 14"/>
                <a:gd name="T37" fmla="*/ 36 h 40"/>
                <a:gd name="T38" fmla="*/ 12 w 14"/>
                <a:gd name="T39" fmla="*/ 34 h 40"/>
                <a:gd name="T40" fmla="*/ 12 w 14"/>
                <a:gd name="T41" fmla="*/ 32 h 40"/>
                <a:gd name="T42" fmla="*/ 12 w 14"/>
                <a:gd name="T43" fmla="*/ 30 h 40"/>
                <a:gd name="T44" fmla="*/ 12 w 14"/>
                <a:gd name="T45" fmla="*/ 28 h 40"/>
                <a:gd name="T46" fmla="*/ 10 w 14"/>
                <a:gd name="T47" fmla="*/ 24 h 40"/>
                <a:gd name="T48" fmla="*/ 10 w 14"/>
                <a:gd name="T49" fmla="*/ 18 h 40"/>
                <a:gd name="T50" fmla="*/ 10 w 14"/>
                <a:gd name="T51" fmla="*/ 14 h 40"/>
                <a:gd name="T52" fmla="*/ 10 w 14"/>
                <a:gd name="T53" fmla="*/ 12 h 40"/>
                <a:gd name="T54" fmla="*/ 12 w 14"/>
                <a:gd name="T55" fmla="*/ 10 h 40"/>
                <a:gd name="T56" fmla="*/ 12 w 14"/>
                <a:gd name="T57" fmla="*/ 8 h 40"/>
                <a:gd name="T58" fmla="*/ 14 w 14"/>
                <a:gd name="T59" fmla="*/ 4 h 40"/>
                <a:gd name="T60" fmla="*/ 14 w 14"/>
                <a:gd name="T61" fmla="*/ 0 h 40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4"/>
                <a:gd name="T94" fmla="*/ 0 h 40"/>
                <a:gd name="T95" fmla="*/ 14 w 14"/>
                <a:gd name="T96" fmla="*/ 40 h 40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4" h="40">
                  <a:moveTo>
                    <a:pt x="14" y="0"/>
                  </a:move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10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6"/>
                  </a:lnTo>
                  <a:lnTo>
                    <a:pt x="2" y="4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8" y="38"/>
                  </a:lnTo>
                  <a:lnTo>
                    <a:pt x="10" y="36"/>
                  </a:lnTo>
                  <a:lnTo>
                    <a:pt x="12" y="34"/>
                  </a:lnTo>
                  <a:lnTo>
                    <a:pt x="12" y="32"/>
                  </a:lnTo>
                  <a:lnTo>
                    <a:pt x="12" y="30"/>
                  </a:lnTo>
                  <a:lnTo>
                    <a:pt x="12" y="28"/>
                  </a:lnTo>
                  <a:lnTo>
                    <a:pt x="10" y="24"/>
                  </a:lnTo>
                  <a:lnTo>
                    <a:pt x="10" y="18"/>
                  </a:lnTo>
                  <a:lnTo>
                    <a:pt x="10" y="14"/>
                  </a:lnTo>
                  <a:lnTo>
                    <a:pt x="10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4" y="4"/>
                  </a:lnTo>
                  <a:lnTo>
                    <a:pt x="14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75" name="Freeform 337"/>
            <p:cNvSpPr>
              <a:spLocks/>
            </p:cNvSpPr>
            <p:nvPr/>
          </p:nvSpPr>
          <p:spPr bwMode="gray">
            <a:xfrm>
              <a:off x="4349" y="2992"/>
              <a:ext cx="48" cy="40"/>
            </a:xfrm>
            <a:custGeom>
              <a:avLst/>
              <a:gdLst>
                <a:gd name="T0" fmla="*/ 48 w 48"/>
                <a:gd name="T1" fmla="*/ 16 h 40"/>
                <a:gd name="T2" fmla="*/ 46 w 48"/>
                <a:gd name="T3" fmla="*/ 14 h 40"/>
                <a:gd name="T4" fmla="*/ 42 w 48"/>
                <a:gd name="T5" fmla="*/ 12 h 40"/>
                <a:gd name="T6" fmla="*/ 40 w 48"/>
                <a:gd name="T7" fmla="*/ 8 h 40"/>
                <a:gd name="T8" fmla="*/ 38 w 48"/>
                <a:gd name="T9" fmla="*/ 6 h 40"/>
                <a:gd name="T10" fmla="*/ 36 w 48"/>
                <a:gd name="T11" fmla="*/ 6 h 40"/>
                <a:gd name="T12" fmla="*/ 34 w 48"/>
                <a:gd name="T13" fmla="*/ 6 h 40"/>
                <a:gd name="T14" fmla="*/ 30 w 48"/>
                <a:gd name="T15" fmla="*/ 4 h 40"/>
                <a:gd name="T16" fmla="*/ 26 w 48"/>
                <a:gd name="T17" fmla="*/ 2 h 40"/>
                <a:gd name="T18" fmla="*/ 22 w 48"/>
                <a:gd name="T19" fmla="*/ 2 h 40"/>
                <a:gd name="T20" fmla="*/ 16 w 48"/>
                <a:gd name="T21" fmla="*/ 2 h 40"/>
                <a:gd name="T22" fmla="*/ 12 w 48"/>
                <a:gd name="T23" fmla="*/ 2 h 40"/>
                <a:gd name="T24" fmla="*/ 6 w 48"/>
                <a:gd name="T25" fmla="*/ 0 h 40"/>
                <a:gd name="T26" fmla="*/ 2 w 48"/>
                <a:gd name="T27" fmla="*/ 0 h 40"/>
                <a:gd name="T28" fmla="*/ 2 w 48"/>
                <a:gd name="T29" fmla="*/ 2 h 40"/>
                <a:gd name="T30" fmla="*/ 2 w 48"/>
                <a:gd name="T31" fmla="*/ 6 h 40"/>
                <a:gd name="T32" fmla="*/ 2 w 48"/>
                <a:gd name="T33" fmla="*/ 10 h 40"/>
                <a:gd name="T34" fmla="*/ 2 w 48"/>
                <a:gd name="T35" fmla="*/ 16 h 40"/>
                <a:gd name="T36" fmla="*/ 8 w 48"/>
                <a:gd name="T37" fmla="*/ 24 h 40"/>
                <a:gd name="T38" fmla="*/ 8 w 48"/>
                <a:gd name="T39" fmla="*/ 20 h 40"/>
                <a:gd name="T40" fmla="*/ 6 w 48"/>
                <a:gd name="T41" fmla="*/ 18 h 40"/>
                <a:gd name="T42" fmla="*/ 8 w 48"/>
                <a:gd name="T43" fmla="*/ 16 h 40"/>
                <a:gd name="T44" fmla="*/ 14 w 48"/>
                <a:gd name="T45" fmla="*/ 20 h 40"/>
                <a:gd name="T46" fmla="*/ 24 w 48"/>
                <a:gd name="T47" fmla="*/ 30 h 40"/>
                <a:gd name="T48" fmla="*/ 22 w 48"/>
                <a:gd name="T49" fmla="*/ 32 h 40"/>
                <a:gd name="T50" fmla="*/ 24 w 48"/>
                <a:gd name="T51" fmla="*/ 36 h 40"/>
                <a:gd name="T52" fmla="*/ 24 w 48"/>
                <a:gd name="T53" fmla="*/ 36 h 40"/>
                <a:gd name="T54" fmla="*/ 26 w 48"/>
                <a:gd name="T55" fmla="*/ 34 h 40"/>
                <a:gd name="T56" fmla="*/ 26 w 48"/>
                <a:gd name="T57" fmla="*/ 34 h 40"/>
                <a:gd name="T58" fmla="*/ 28 w 48"/>
                <a:gd name="T59" fmla="*/ 34 h 40"/>
                <a:gd name="T60" fmla="*/ 28 w 48"/>
                <a:gd name="T61" fmla="*/ 36 h 40"/>
                <a:gd name="T62" fmla="*/ 32 w 48"/>
                <a:gd name="T63" fmla="*/ 40 h 40"/>
                <a:gd name="T64" fmla="*/ 36 w 48"/>
                <a:gd name="T65" fmla="*/ 38 h 40"/>
                <a:gd name="T66" fmla="*/ 40 w 48"/>
                <a:gd name="T67" fmla="*/ 32 h 40"/>
                <a:gd name="T68" fmla="*/ 40 w 48"/>
                <a:gd name="T69" fmla="*/ 28 h 40"/>
                <a:gd name="T70" fmla="*/ 44 w 48"/>
                <a:gd name="T71" fmla="*/ 22 h 4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8"/>
                <a:gd name="T109" fmla="*/ 0 h 40"/>
                <a:gd name="T110" fmla="*/ 48 w 48"/>
                <a:gd name="T111" fmla="*/ 40 h 40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8" h="40">
                  <a:moveTo>
                    <a:pt x="48" y="16"/>
                  </a:moveTo>
                  <a:lnTo>
                    <a:pt x="48" y="16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2"/>
                  </a:lnTo>
                  <a:lnTo>
                    <a:pt x="40" y="10"/>
                  </a:lnTo>
                  <a:lnTo>
                    <a:pt x="40" y="8"/>
                  </a:lnTo>
                  <a:lnTo>
                    <a:pt x="38" y="6"/>
                  </a:lnTo>
                  <a:lnTo>
                    <a:pt x="36" y="6"/>
                  </a:lnTo>
                  <a:lnTo>
                    <a:pt x="34" y="6"/>
                  </a:lnTo>
                  <a:lnTo>
                    <a:pt x="30" y="4"/>
                  </a:lnTo>
                  <a:lnTo>
                    <a:pt x="28" y="4"/>
                  </a:lnTo>
                  <a:lnTo>
                    <a:pt x="26" y="2"/>
                  </a:lnTo>
                  <a:lnTo>
                    <a:pt x="22" y="2"/>
                  </a:lnTo>
                  <a:lnTo>
                    <a:pt x="20" y="2"/>
                  </a:lnTo>
                  <a:lnTo>
                    <a:pt x="16" y="2"/>
                  </a:lnTo>
                  <a:lnTo>
                    <a:pt x="14" y="2"/>
                  </a:lnTo>
                  <a:lnTo>
                    <a:pt x="12" y="2"/>
                  </a:lnTo>
                  <a:lnTo>
                    <a:pt x="10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2" y="16"/>
                  </a:lnTo>
                  <a:lnTo>
                    <a:pt x="4" y="20"/>
                  </a:lnTo>
                  <a:lnTo>
                    <a:pt x="8" y="24"/>
                  </a:lnTo>
                  <a:lnTo>
                    <a:pt x="10" y="22"/>
                  </a:lnTo>
                  <a:lnTo>
                    <a:pt x="8" y="20"/>
                  </a:lnTo>
                  <a:lnTo>
                    <a:pt x="8" y="18"/>
                  </a:lnTo>
                  <a:lnTo>
                    <a:pt x="6" y="18"/>
                  </a:lnTo>
                  <a:lnTo>
                    <a:pt x="8" y="16"/>
                  </a:lnTo>
                  <a:lnTo>
                    <a:pt x="10" y="18"/>
                  </a:lnTo>
                  <a:lnTo>
                    <a:pt x="14" y="20"/>
                  </a:lnTo>
                  <a:lnTo>
                    <a:pt x="18" y="24"/>
                  </a:lnTo>
                  <a:lnTo>
                    <a:pt x="24" y="30"/>
                  </a:lnTo>
                  <a:lnTo>
                    <a:pt x="22" y="30"/>
                  </a:lnTo>
                  <a:lnTo>
                    <a:pt x="22" y="32"/>
                  </a:lnTo>
                  <a:lnTo>
                    <a:pt x="22" y="34"/>
                  </a:lnTo>
                  <a:lnTo>
                    <a:pt x="24" y="36"/>
                  </a:lnTo>
                  <a:lnTo>
                    <a:pt x="26" y="36"/>
                  </a:lnTo>
                  <a:lnTo>
                    <a:pt x="26" y="34"/>
                  </a:lnTo>
                  <a:lnTo>
                    <a:pt x="28" y="34"/>
                  </a:lnTo>
                  <a:lnTo>
                    <a:pt x="28" y="36"/>
                  </a:lnTo>
                  <a:lnTo>
                    <a:pt x="30" y="38"/>
                  </a:lnTo>
                  <a:lnTo>
                    <a:pt x="32" y="40"/>
                  </a:lnTo>
                  <a:lnTo>
                    <a:pt x="34" y="38"/>
                  </a:lnTo>
                  <a:lnTo>
                    <a:pt x="36" y="38"/>
                  </a:lnTo>
                  <a:lnTo>
                    <a:pt x="38" y="36"/>
                  </a:lnTo>
                  <a:lnTo>
                    <a:pt x="40" y="32"/>
                  </a:lnTo>
                  <a:lnTo>
                    <a:pt x="40" y="30"/>
                  </a:lnTo>
                  <a:lnTo>
                    <a:pt x="40" y="28"/>
                  </a:lnTo>
                  <a:lnTo>
                    <a:pt x="42" y="24"/>
                  </a:lnTo>
                  <a:lnTo>
                    <a:pt x="44" y="22"/>
                  </a:lnTo>
                  <a:lnTo>
                    <a:pt x="48" y="1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76" name="Freeform 338"/>
            <p:cNvSpPr>
              <a:spLocks/>
            </p:cNvSpPr>
            <p:nvPr/>
          </p:nvSpPr>
          <p:spPr bwMode="gray">
            <a:xfrm>
              <a:off x="4383" y="3010"/>
              <a:ext cx="82" cy="30"/>
            </a:xfrm>
            <a:custGeom>
              <a:avLst/>
              <a:gdLst>
                <a:gd name="T0" fmla="*/ 12 w 82"/>
                <a:gd name="T1" fmla="*/ 6 h 30"/>
                <a:gd name="T2" fmla="*/ 8 w 82"/>
                <a:gd name="T3" fmla="*/ 10 h 30"/>
                <a:gd name="T4" fmla="*/ 6 w 82"/>
                <a:gd name="T5" fmla="*/ 14 h 30"/>
                <a:gd name="T6" fmla="*/ 2 w 82"/>
                <a:gd name="T7" fmla="*/ 20 h 30"/>
                <a:gd name="T8" fmla="*/ 0 w 82"/>
                <a:gd name="T9" fmla="*/ 20 h 30"/>
                <a:gd name="T10" fmla="*/ 6 w 82"/>
                <a:gd name="T11" fmla="*/ 22 h 30"/>
                <a:gd name="T12" fmla="*/ 10 w 82"/>
                <a:gd name="T13" fmla="*/ 20 h 30"/>
                <a:gd name="T14" fmla="*/ 16 w 82"/>
                <a:gd name="T15" fmla="*/ 20 h 30"/>
                <a:gd name="T16" fmla="*/ 28 w 82"/>
                <a:gd name="T17" fmla="*/ 18 h 30"/>
                <a:gd name="T18" fmla="*/ 32 w 82"/>
                <a:gd name="T19" fmla="*/ 18 h 30"/>
                <a:gd name="T20" fmla="*/ 40 w 82"/>
                <a:gd name="T21" fmla="*/ 20 h 30"/>
                <a:gd name="T22" fmla="*/ 42 w 82"/>
                <a:gd name="T23" fmla="*/ 22 h 30"/>
                <a:gd name="T24" fmla="*/ 46 w 82"/>
                <a:gd name="T25" fmla="*/ 26 h 30"/>
                <a:gd name="T26" fmla="*/ 50 w 82"/>
                <a:gd name="T27" fmla="*/ 28 h 30"/>
                <a:gd name="T28" fmla="*/ 56 w 82"/>
                <a:gd name="T29" fmla="*/ 28 h 30"/>
                <a:gd name="T30" fmla="*/ 56 w 82"/>
                <a:gd name="T31" fmla="*/ 26 h 30"/>
                <a:gd name="T32" fmla="*/ 56 w 82"/>
                <a:gd name="T33" fmla="*/ 26 h 30"/>
                <a:gd name="T34" fmla="*/ 54 w 82"/>
                <a:gd name="T35" fmla="*/ 24 h 30"/>
                <a:gd name="T36" fmla="*/ 52 w 82"/>
                <a:gd name="T37" fmla="*/ 22 h 30"/>
                <a:gd name="T38" fmla="*/ 54 w 82"/>
                <a:gd name="T39" fmla="*/ 20 h 30"/>
                <a:gd name="T40" fmla="*/ 60 w 82"/>
                <a:gd name="T41" fmla="*/ 18 h 30"/>
                <a:gd name="T42" fmla="*/ 62 w 82"/>
                <a:gd name="T43" fmla="*/ 14 h 30"/>
                <a:gd name="T44" fmla="*/ 64 w 82"/>
                <a:gd name="T45" fmla="*/ 12 h 30"/>
                <a:gd name="T46" fmla="*/ 68 w 82"/>
                <a:gd name="T47" fmla="*/ 12 h 30"/>
                <a:gd name="T48" fmla="*/ 72 w 82"/>
                <a:gd name="T49" fmla="*/ 12 h 30"/>
                <a:gd name="T50" fmla="*/ 76 w 82"/>
                <a:gd name="T51" fmla="*/ 14 h 30"/>
                <a:gd name="T52" fmla="*/ 80 w 82"/>
                <a:gd name="T53" fmla="*/ 18 h 30"/>
                <a:gd name="T54" fmla="*/ 82 w 82"/>
                <a:gd name="T55" fmla="*/ 14 h 30"/>
                <a:gd name="T56" fmla="*/ 80 w 82"/>
                <a:gd name="T57" fmla="*/ 10 h 30"/>
                <a:gd name="T58" fmla="*/ 78 w 82"/>
                <a:gd name="T59" fmla="*/ 6 h 30"/>
                <a:gd name="T60" fmla="*/ 70 w 82"/>
                <a:gd name="T61" fmla="*/ 4 h 30"/>
                <a:gd name="T62" fmla="*/ 66 w 82"/>
                <a:gd name="T63" fmla="*/ 4 h 30"/>
                <a:gd name="T64" fmla="*/ 62 w 82"/>
                <a:gd name="T65" fmla="*/ 4 h 30"/>
                <a:gd name="T66" fmla="*/ 50 w 82"/>
                <a:gd name="T67" fmla="*/ 8 h 30"/>
                <a:gd name="T68" fmla="*/ 44 w 82"/>
                <a:gd name="T69" fmla="*/ 10 h 30"/>
                <a:gd name="T70" fmla="*/ 40 w 82"/>
                <a:gd name="T71" fmla="*/ 10 h 30"/>
                <a:gd name="T72" fmla="*/ 34 w 82"/>
                <a:gd name="T73" fmla="*/ 8 h 30"/>
                <a:gd name="T74" fmla="*/ 32 w 82"/>
                <a:gd name="T75" fmla="*/ 8 h 30"/>
                <a:gd name="T76" fmla="*/ 30 w 82"/>
                <a:gd name="T77" fmla="*/ 6 h 30"/>
                <a:gd name="T78" fmla="*/ 16 w 82"/>
                <a:gd name="T79" fmla="*/ 0 h 3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2"/>
                <a:gd name="T121" fmla="*/ 0 h 30"/>
                <a:gd name="T122" fmla="*/ 82 w 82"/>
                <a:gd name="T123" fmla="*/ 30 h 30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2" h="30">
                  <a:moveTo>
                    <a:pt x="16" y="0"/>
                  </a:moveTo>
                  <a:lnTo>
                    <a:pt x="12" y="6"/>
                  </a:lnTo>
                  <a:lnTo>
                    <a:pt x="10" y="8"/>
                  </a:lnTo>
                  <a:lnTo>
                    <a:pt x="8" y="10"/>
                  </a:lnTo>
                  <a:lnTo>
                    <a:pt x="6" y="14"/>
                  </a:lnTo>
                  <a:lnTo>
                    <a:pt x="4" y="18"/>
                  </a:lnTo>
                  <a:lnTo>
                    <a:pt x="2" y="20"/>
                  </a:lnTo>
                  <a:lnTo>
                    <a:pt x="0" y="20"/>
                  </a:lnTo>
                  <a:lnTo>
                    <a:pt x="6" y="22"/>
                  </a:lnTo>
                  <a:lnTo>
                    <a:pt x="8" y="22"/>
                  </a:lnTo>
                  <a:lnTo>
                    <a:pt x="10" y="20"/>
                  </a:lnTo>
                  <a:lnTo>
                    <a:pt x="12" y="20"/>
                  </a:lnTo>
                  <a:lnTo>
                    <a:pt x="16" y="20"/>
                  </a:lnTo>
                  <a:lnTo>
                    <a:pt x="22" y="18"/>
                  </a:lnTo>
                  <a:lnTo>
                    <a:pt x="28" y="18"/>
                  </a:lnTo>
                  <a:lnTo>
                    <a:pt x="30" y="18"/>
                  </a:lnTo>
                  <a:lnTo>
                    <a:pt x="32" y="18"/>
                  </a:lnTo>
                  <a:lnTo>
                    <a:pt x="36" y="18"/>
                  </a:lnTo>
                  <a:lnTo>
                    <a:pt x="40" y="20"/>
                  </a:lnTo>
                  <a:lnTo>
                    <a:pt x="42" y="22"/>
                  </a:lnTo>
                  <a:lnTo>
                    <a:pt x="44" y="24"/>
                  </a:lnTo>
                  <a:lnTo>
                    <a:pt x="46" y="26"/>
                  </a:lnTo>
                  <a:lnTo>
                    <a:pt x="50" y="30"/>
                  </a:lnTo>
                  <a:lnTo>
                    <a:pt x="50" y="28"/>
                  </a:lnTo>
                  <a:lnTo>
                    <a:pt x="54" y="28"/>
                  </a:lnTo>
                  <a:lnTo>
                    <a:pt x="56" y="28"/>
                  </a:lnTo>
                  <a:lnTo>
                    <a:pt x="56" y="26"/>
                  </a:lnTo>
                  <a:lnTo>
                    <a:pt x="54" y="24"/>
                  </a:lnTo>
                  <a:lnTo>
                    <a:pt x="52" y="22"/>
                  </a:lnTo>
                  <a:lnTo>
                    <a:pt x="54" y="20"/>
                  </a:lnTo>
                  <a:lnTo>
                    <a:pt x="58" y="18"/>
                  </a:lnTo>
                  <a:lnTo>
                    <a:pt x="60" y="18"/>
                  </a:lnTo>
                  <a:lnTo>
                    <a:pt x="62" y="16"/>
                  </a:lnTo>
                  <a:lnTo>
                    <a:pt x="62" y="14"/>
                  </a:lnTo>
                  <a:lnTo>
                    <a:pt x="64" y="14"/>
                  </a:lnTo>
                  <a:lnTo>
                    <a:pt x="64" y="12"/>
                  </a:lnTo>
                  <a:lnTo>
                    <a:pt x="66" y="12"/>
                  </a:lnTo>
                  <a:lnTo>
                    <a:pt x="68" y="12"/>
                  </a:lnTo>
                  <a:lnTo>
                    <a:pt x="70" y="10"/>
                  </a:lnTo>
                  <a:lnTo>
                    <a:pt x="72" y="12"/>
                  </a:lnTo>
                  <a:lnTo>
                    <a:pt x="76" y="14"/>
                  </a:lnTo>
                  <a:lnTo>
                    <a:pt x="78" y="16"/>
                  </a:lnTo>
                  <a:lnTo>
                    <a:pt x="80" y="18"/>
                  </a:lnTo>
                  <a:lnTo>
                    <a:pt x="82" y="14"/>
                  </a:lnTo>
                  <a:lnTo>
                    <a:pt x="80" y="12"/>
                  </a:lnTo>
                  <a:lnTo>
                    <a:pt x="80" y="10"/>
                  </a:lnTo>
                  <a:lnTo>
                    <a:pt x="82" y="8"/>
                  </a:lnTo>
                  <a:lnTo>
                    <a:pt x="78" y="6"/>
                  </a:lnTo>
                  <a:lnTo>
                    <a:pt x="74" y="4"/>
                  </a:lnTo>
                  <a:lnTo>
                    <a:pt x="70" y="4"/>
                  </a:lnTo>
                  <a:lnTo>
                    <a:pt x="68" y="4"/>
                  </a:lnTo>
                  <a:lnTo>
                    <a:pt x="66" y="4"/>
                  </a:lnTo>
                  <a:lnTo>
                    <a:pt x="64" y="4"/>
                  </a:lnTo>
                  <a:lnTo>
                    <a:pt x="62" y="4"/>
                  </a:lnTo>
                  <a:lnTo>
                    <a:pt x="56" y="6"/>
                  </a:lnTo>
                  <a:lnTo>
                    <a:pt x="50" y="8"/>
                  </a:lnTo>
                  <a:lnTo>
                    <a:pt x="46" y="8"/>
                  </a:lnTo>
                  <a:lnTo>
                    <a:pt x="44" y="10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6" y="8"/>
                  </a:lnTo>
                  <a:lnTo>
                    <a:pt x="34" y="8"/>
                  </a:lnTo>
                  <a:lnTo>
                    <a:pt x="32" y="8"/>
                  </a:lnTo>
                  <a:lnTo>
                    <a:pt x="32" y="6"/>
                  </a:lnTo>
                  <a:lnTo>
                    <a:pt x="30" y="6"/>
                  </a:lnTo>
                  <a:lnTo>
                    <a:pt x="26" y="4"/>
                  </a:lnTo>
                  <a:lnTo>
                    <a:pt x="16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77" name="Freeform 339"/>
            <p:cNvSpPr>
              <a:spLocks/>
            </p:cNvSpPr>
            <p:nvPr/>
          </p:nvSpPr>
          <p:spPr bwMode="gray">
            <a:xfrm>
              <a:off x="3961" y="2686"/>
              <a:ext cx="386" cy="248"/>
            </a:xfrm>
            <a:custGeom>
              <a:avLst/>
              <a:gdLst>
                <a:gd name="T0" fmla="*/ 380 w 386"/>
                <a:gd name="T1" fmla="*/ 178 h 248"/>
                <a:gd name="T2" fmla="*/ 384 w 386"/>
                <a:gd name="T3" fmla="*/ 170 h 248"/>
                <a:gd name="T4" fmla="*/ 386 w 386"/>
                <a:gd name="T5" fmla="*/ 164 h 248"/>
                <a:gd name="T6" fmla="*/ 374 w 386"/>
                <a:gd name="T7" fmla="*/ 162 h 248"/>
                <a:gd name="T8" fmla="*/ 356 w 386"/>
                <a:gd name="T9" fmla="*/ 162 h 248"/>
                <a:gd name="T10" fmla="*/ 346 w 386"/>
                <a:gd name="T11" fmla="*/ 166 h 248"/>
                <a:gd name="T12" fmla="*/ 340 w 386"/>
                <a:gd name="T13" fmla="*/ 164 h 248"/>
                <a:gd name="T14" fmla="*/ 334 w 386"/>
                <a:gd name="T15" fmla="*/ 170 h 248"/>
                <a:gd name="T16" fmla="*/ 332 w 386"/>
                <a:gd name="T17" fmla="*/ 184 h 248"/>
                <a:gd name="T18" fmla="*/ 326 w 386"/>
                <a:gd name="T19" fmla="*/ 192 h 248"/>
                <a:gd name="T20" fmla="*/ 314 w 386"/>
                <a:gd name="T21" fmla="*/ 196 h 248"/>
                <a:gd name="T22" fmla="*/ 302 w 386"/>
                <a:gd name="T23" fmla="*/ 198 h 248"/>
                <a:gd name="T24" fmla="*/ 268 w 386"/>
                <a:gd name="T25" fmla="*/ 190 h 248"/>
                <a:gd name="T26" fmla="*/ 258 w 386"/>
                <a:gd name="T27" fmla="*/ 184 h 248"/>
                <a:gd name="T28" fmla="*/ 254 w 386"/>
                <a:gd name="T29" fmla="*/ 162 h 248"/>
                <a:gd name="T30" fmla="*/ 244 w 386"/>
                <a:gd name="T31" fmla="*/ 136 h 248"/>
                <a:gd name="T32" fmla="*/ 244 w 386"/>
                <a:gd name="T33" fmla="*/ 116 h 248"/>
                <a:gd name="T34" fmla="*/ 232 w 386"/>
                <a:gd name="T35" fmla="*/ 90 h 248"/>
                <a:gd name="T36" fmla="*/ 208 w 386"/>
                <a:gd name="T37" fmla="*/ 62 h 248"/>
                <a:gd name="T38" fmla="*/ 194 w 386"/>
                <a:gd name="T39" fmla="*/ 50 h 248"/>
                <a:gd name="T40" fmla="*/ 184 w 386"/>
                <a:gd name="T41" fmla="*/ 54 h 248"/>
                <a:gd name="T42" fmla="*/ 164 w 386"/>
                <a:gd name="T43" fmla="*/ 48 h 248"/>
                <a:gd name="T44" fmla="*/ 142 w 386"/>
                <a:gd name="T45" fmla="*/ 12 h 248"/>
                <a:gd name="T46" fmla="*/ 126 w 386"/>
                <a:gd name="T47" fmla="*/ 10 h 248"/>
                <a:gd name="T48" fmla="*/ 100 w 386"/>
                <a:gd name="T49" fmla="*/ 20 h 248"/>
                <a:gd name="T50" fmla="*/ 54 w 386"/>
                <a:gd name="T51" fmla="*/ 14 h 248"/>
                <a:gd name="T52" fmla="*/ 26 w 386"/>
                <a:gd name="T53" fmla="*/ 0 h 248"/>
                <a:gd name="T54" fmla="*/ 6 w 386"/>
                <a:gd name="T55" fmla="*/ 22 h 248"/>
                <a:gd name="T56" fmla="*/ 22 w 386"/>
                <a:gd name="T57" fmla="*/ 58 h 248"/>
                <a:gd name="T58" fmla="*/ 30 w 386"/>
                <a:gd name="T59" fmla="*/ 80 h 248"/>
                <a:gd name="T60" fmla="*/ 44 w 386"/>
                <a:gd name="T61" fmla="*/ 88 h 248"/>
                <a:gd name="T62" fmla="*/ 58 w 386"/>
                <a:gd name="T63" fmla="*/ 108 h 248"/>
                <a:gd name="T64" fmla="*/ 82 w 386"/>
                <a:gd name="T65" fmla="*/ 142 h 248"/>
                <a:gd name="T66" fmla="*/ 94 w 386"/>
                <a:gd name="T67" fmla="*/ 148 h 248"/>
                <a:gd name="T68" fmla="*/ 94 w 386"/>
                <a:gd name="T69" fmla="*/ 140 h 248"/>
                <a:gd name="T70" fmla="*/ 80 w 386"/>
                <a:gd name="T71" fmla="*/ 116 h 248"/>
                <a:gd name="T72" fmla="*/ 52 w 386"/>
                <a:gd name="T73" fmla="*/ 72 h 248"/>
                <a:gd name="T74" fmla="*/ 30 w 386"/>
                <a:gd name="T75" fmla="*/ 24 h 248"/>
                <a:gd name="T76" fmla="*/ 30 w 386"/>
                <a:gd name="T77" fmla="*/ 16 h 248"/>
                <a:gd name="T78" fmla="*/ 42 w 386"/>
                <a:gd name="T79" fmla="*/ 18 h 248"/>
                <a:gd name="T80" fmla="*/ 68 w 386"/>
                <a:gd name="T81" fmla="*/ 66 h 248"/>
                <a:gd name="T82" fmla="*/ 84 w 386"/>
                <a:gd name="T83" fmla="*/ 80 h 248"/>
                <a:gd name="T84" fmla="*/ 96 w 386"/>
                <a:gd name="T85" fmla="*/ 90 h 248"/>
                <a:gd name="T86" fmla="*/ 116 w 386"/>
                <a:gd name="T87" fmla="*/ 116 h 248"/>
                <a:gd name="T88" fmla="*/ 142 w 386"/>
                <a:gd name="T89" fmla="*/ 148 h 248"/>
                <a:gd name="T90" fmla="*/ 150 w 386"/>
                <a:gd name="T91" fmla="*/ 198 h 248"/>
                <a:gd name="T92" fmla="*/ 174 w 386"/>
                <a:gd name="T93" fmla="*/ 204 h 248"/>
                <a:gd name="T94" fmla="*/ 226 w 386"/>
                <a:gd name="T95" fmla="*/ 224 h 248"/>
                <a:gd name="T96" fmla="*/ 272 w 386"/>
                <a:gd name="T97" fmla="*/ 240 h 248"/>
                <a:gd name="T98" fmla="*/ 304 w 386"/>
                <a:gd name="T99" fmla="*/ 240 h 248"/>
                <a:gd name="T100" fmla="*/ 314 w 386"/>
                <a:gd name="T101" fmla="*/ 244 h 248"/>
                <a:gd name="T102" fmla="*/ 318 w 386"/>
                <a:gd name="T103" fmla="*/ 242 h 248"/>
                <a:gd name="T104" fmla="*/ 322 w 386"/>
                <a:gd name="T105" fmla="*/ 232 h 248"/>
                <a:gd name="T106" fmla="*/ 320 w 386"/>
                <a:gd name="T107" fmla="*/ 226 h 248"/>
                <a:gd name="T108" fmla="*/ 346 w 386"/>
                <a:gd name="T109" fmla="*/ 222 h 248"/>
                <a:gd name="T110" fmla="*/ 340 w 386"/>
                <a:gd name="T111" fmla="*/ 194 h 248"/>
                <a:gd name="T112" fmla="*/ 360 w 386"/>
                <a:gd name="T113" fmla="*/ 190 h 248"/>
                <a:gd name="T114" fmla="*/ 366 w 386"/>
                <a:gd name="T115" fmla="*/ 190 h 248"/>
                <a:gd name="T116" fmla="*/ 374 w 386"/>
                <a:gd name="T117" fmla="*/ 186 h 24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86"/>
                <a:gd name="T178" fmla="*/ 0 h 248"/>
                <a:gd name="T179" fmla="*/ 386 w 386"/>
                <a:gd name="T180" fmla="*/ 248 h 248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86" h="248">
                  <a:moveTo>
                    <a:pt x="374" y="186"/>
                  </a:moveTo>
                  <a:lnTo>
                    <a:pt x="378" y="182"/>
                  </a:lnTo>
                  <a:lnTo>
                    <a:pt x="378" y="178"/>
                  </a:lnTo>
                  <a:lnTo>
                    <a:pt x="380" y="178"/>
                  </a:lnTo>
                  <a:lnTo>
                    <a:pt x="382" y="174"/>
                  </a:lnTo>
                  <a:lnTo>
                    <a:pt x="382" y="172"/>
                  </a:lnTo>
                  <a:lnTo>
                    <a:pt x="384" y="172"/>
                  </a:lnTo>
                  <a:lnTo>
                    <a:pt x="384" y="170"/>
                  </a:lnTo>
                  <a:lnTo>
                    <a:pt x="386" y="168"/>
                  </a:lnTo>
                  <a:lnTo>
                    <a:pt x="386" y="166"/>
                  </a:lnTo>
                  <a:lnTo>
                    <a:pt x="386" y="164"/>
                  </a:lnTo>
                  <a:lnTo>
                    <a:pt x="384" y="164"/>
                  </a:lnTo>
                  <a:lnTo>
                    <a:pt x="382" y="162"/>
                  </a:lnTo>
                  <a:lnTo>
                    <a:pt x="376" y="162"/>
                  </a:lnTo>
                  <a:lnTo>
                    <a:pt x="374" y="162"/>
                  </a:lnTo>
                  <a:lnTo>
                    <a:pt x="372" y="162"/>
                  </a:lnTo>
                  <a:lnTo>
                    <a:pt x="366" y="162"/>
                  </a:lnTo>
                  <a:lnTo>
                    <a:pt x="362" y="162"/>
                  </a:lnTo>
                  <a:lnTo>
                    <a:pt x="356" y="162"/>
                  </a:lnTo>
                  <a:lnTo>
                    <a:pt x="352" y="164"/>
                  </a:lnTo>
                  <a:lnTo>
                    <a:pt x="350" y="164"/>
                  </a:lnTo>
                  <a:lnTo>
                    <a:pt x="348" y="164"/>
                  </a:lnTo>
                  <a:lnTo>
                    <a:pt x="346" y="166"/>
                  </a:lnTo>
                  <a:lnTo>
                    <a:pt x="342" y="164"/>
                  </a:lnTo>
                  <a:lnTo>
                    <a:pt x="340" y="164"/>
                  </a:lnTo>
                  <a:lnTo>
                    <a:pt x="338" y="164"/>
                  </a:lnTo>
                  <a:lnTo>
                    <a:pt x="336" y="166"/>
                  </a:lnTo>
                  <a:lnTo>
                    <a:pt x="334" y="170"/>
                  </a:lnTo>
                  <a:lnTo>
                    <a:pt x="334" y="174"/>
                  </a:lnTo>
                  <a:lnTo>
                    <a:pt x="332" y="178"/>
                  </a:lnTo>
                  <a:lnTo>
                    <a:pt x="332" y="182"/>
                  </a:lnTo>
                  <a:lnTo>
                    <a:pt x="332" y="184"/>
                  </a:lnTo>
                  <a:lnTo>
                    <a:pt x="332" y="186"/>
                  </a:lnTo>
                  <a:lnTo>
                    <a:pt x="332" y="188"/>
                  </a:lnTo>
                  <a:lnTo>
                    <a:pt x="328" y="190"/>
                  </a:lnTo>
                  <a:lnTo>
                    <a:pt x="326" y="192"/>
                  </a:lnTo>
                  <a:lnTo>
                    <a:pt x="324" y="192"/>
                  </a:lnTo>
                  <a:lnTo>
                    <a:pt x="322" y="192"/>
                  </a:lnTo>
                  <a:lnTo>
                    <a:pt x="318" y="194"/>
                  </a:lnTo>
                  <a:lnTo>
                    <a:pt x="314" y="196"/>
                  </a:lnTo>
                  <a:lnTo>
                    <a:pt x="312" y="196"/>
                  </a:lnTo>
                  <a:lnTo>
                    <a:pt x="308" y="198"/>
                  </a:lnTo>
                  <a:lnTo>
                    <a:pt x="302" y="198"/>
                  </a:lnTo>
                  <a:lnTo>
                    <a:pt x="294" y="198"/>
                  </a:lnTo>
                  <a:lnTo>
                    <a:pt x="284" y="196"/>
                  </a:lnTo>
                  <a:lnTo>
                    <a:pt x="276" y="194"/>
                  </a:lnTo>
                  <a:lnTo>
                    <a:pt x="268" y="190"/>
                  </a:lnTo>
                  <a:lnTo>
                    <a:pt x="262" y="188"/>
                  </a:lnTo>
                  <a:lnTo>
                    <a:pt x="262" y="186"/>
                  </a:lnTo>
                  <a:lnTo>
                    <a:pt x="260" y="186"/>
                  </a:lnTo>
                  <a:lnTo>
                    <a:pt x="258" y="184"/>
                  </a:lnTo>
                  <a:lnTo>
                    <a:pt x="256" y="180"/>
                  </a:lnTo>
                  <a:lnTo>
                    <a:pt x="256" y="176"/>
                  </a:lnTo>
                  <a:lnTo>
                    <a:pt x="254" y="172"/>
                  </a:lnTo>
                  <a:lnTo>
                    <a:pt x="254" y="162"/>
                  </a:lnTo>
                  <a:lnTo>
                    <a:pt x="250" y="152"/>
                  </a:lnTo>
                  <a:lnTo>
                    <a:pt x="244" y="142"/>
                  </a:lnTo>
                  <a:lnTo>
                    <a:pt x="244" y="140"/>
                  </a:lnTo>
                  <a:lnTo>
                    <a:pt x="244" y="136"/>
                  </a:lnTo>
                  <a:lnTo>
                    <a:pt x="244" y="132"/>
                  </a:lnTo>
                  <a:lnTo>
                    <a:pt x="242" y="126"/>
                  </a:lnTo>
                  <a:lnTo>
                    <a:pt x="242" y="122"/>
                  </a:lnTo>
                  <a:lnTo>
                    <a:pt x="244" y="116"/>
                  </a:lnTo>
                  <a:lnTo>
                    <a:pt x="244" y="112"/>
                  </a:lnTo>
                  <a:lnTo>
                    <a:pt x="242" y="96"/>
                  </a:lnTo>
                  <a:lnTo>
                    <a:pt x="240" y="96"/>
                  </a:lnTo>
                  <a:lnTo>
                    <a:pt x="232" y="90"/>
                  </a:lnTo>
                  <a:lnTo>
                    <a:pt x="222" y="80"/>
                  </a:lnTo>
                  <a:lnTo>
                    <a:pt x="210" y="64"/>
                  </a:lnTo>
                  <a:lnTo>
                    <a:pt x="208" y="62"/>
                  </a:lnTo>
                  <a:lnTo>
                    <a:pt x="206" y="58"/>
                  </a:lnTo>
                  <a:lnTo>
                    <a:pt x="202" y="56"/>
                  </a:lnTo>
                  <a:lnTo>
                    <a:pt x="198" y="52"/>
                  </a:lnTo>
                  <a:lnTo>
                    <a:pt x="194" y="50"/>
                  </a:lnTo>
                  <a:lnTo>
                    <a:pt x="190" y="50"/>
                  </a:lnTo>
                  <a:lnTo>
                    <a:pt x="188" y="52"/>
                  </a:lnTo>
                  <a:lnTo>
                    <a:pt x="186" y="52"/>
                  </a:lnTo>
                  <a:lnTo>
                    <a:pt x="184" y="54"/>
                  </a:lnTo>
                  <a:lnTo>
                    <a:pt x="180" y="54"/>
                  </a:lnTo>
                  <a:lnTo>
                    <a:pt x="174" y="54"/>
                  </a:lnTo>
                  <a:lnTo>
                    <a:pt x="168" y="50"/>
                  </a:lnTo>
                  <a:lnTo>
                    <a:pt x="164" y="48"/>
                  </a:lnTo>
                  <a:lnTo>
                    <a:pt x="156" y="42"/>
                  </a:lnTo>
                  <a:lnTo>
                    <a:pt x="148" y="30"/>
                  </a:lnTo>
                  <a:lnTo>
                    <a:pt x="144" y="14"/>
                  </a:lnTo>
                  <a:lnTo>
                    <a:pt x="142" y="12"/>
                  </a:lnTo>
                  <a:lnTo>
                    <a:pt x="140" y="12"/>
                  </a:lnTo>
                  <a:lnTo>
                    <a:pt x="136" y="10"/>
                  </a:lnTo>
                  <a:lnTo>
                    <a:pt x="130" y="10"/>
                  </a:lnTo>
                  <a:lnTo>
                    <a:pt x="126" y="10"/>
                  </a:lnTo>
                  <a:lnTo>
                    <a:pt x="120" y="10"/>
                  </a:lnTo>
                  <a:lnTo>
                    <a:pt x="116" y="14"/>
                  </a:lnTo>
                  <a:lnTo>
                    <a:pt x="112" y="16"/>
                  </a:lnTo>
                  <a:lnTo>
                    <a:pt x="100" y="20"/>
                  </a:lnTo>
                  <a:lnTo>
                    <a:pt x="82" y="20"/>
                  </a:lnTo>
                  <a:lnTo>
                    <a:pt x="78" y="20"/>
                  </a:lnTo>
                  <a:lnTo>
                    <a:pt x="68" y="18"/>
                  </a:lnTo>
                  <a:lnTo>
                    <a:pt x="54" y="14"/>
                  </a:lnTo>
                  <a:lnTo>
                    <a:pt x="42" y="10"/>
                  </a:lnTo>
                  <a:lnTo>
                    <a:pt x="32" y="4"/>
                  </a:lnTo>
                  <a:lnTo>
                    <a:pt x="30" y="2"/>
                  </a:lnTo>
                  <a:lnTo>
                    <a:pt x="26" y="0"/>
                  </a:lnTo>
                  <a:lnTo>
                    <a:pt x="14" y="2"/>
                  </a:lnTo>
                  <a:lnTo>
                    <a:pt x="0" y="10"/>
                  </a:lnTo>
                  <a:lnTo>
                    <a:pt x="2" y="14"/>
                  </a:lnTo>
                  <a:lnTo>
                    <a:pt x="6" y="22"/>
                  </a:lnTo>
                  <a:lnTo>
                    <a:pt x="12" y="36"/>
                  </a:lnTo>
                  <a:lnTo>
                    <a:pt x="18" y="48"/>
                  </a:lnTo>
                  <a:lnTo>
                    <a:pt x="22" y="58"/>
                  </a:lnTo>
                  <a:lnTo>
                    <a:pt x="24" y="62"/>
                  </a:lnTo>
                  <a:lnTo>
                    <a:pt x="26" y="68"/>
                  </a:lnTo>
                  <a:lnTo>
                    <a:pt x="28" y="74"/>
                  </a:lnTo>
                  <a:lnTo>
                    <a:pt x="30" y="80"/>
                  </a:lnTo>
                  <a:lnTo>
                    <a:pt x="32" y="82"/>
                  </a:lnTo>
                  <a:lnTo>
                    <a:pt x="34" y="82"/>
                  </a:lnTo>
                  <a:lnTo>
                    <a:pt x="38" y="84"/>
                  </a:lnTo>
                  <a:lnTo>
                    <a:pt x="44" y="88"/>
                  </a:lnTo>
                  <a:lnTo>
                    <a:pt x="48" y="92"/>
                  </a:lnTo>
                  <a:lnTo>
                    <a:pt x="52" y="98"/>
                  </a:lnTo>
                  <a:lnTo>
                    <a:pt x="56" y="106"/>
                  </a:lnTo>
                  <a:lnTo>
                    <a:pt x="58" y="108"/>
                  </a:lnTo>
                  <a:lnTo>
                    <a:pt x="62" y="118"/>
                  </a:lnTo>
                  <a:lnTo>
                    <a:pt x="68" y="128"/>
                  </a:lnTo>
                  <a:lnTo>
                    <a:pt x="76" y="136"/>
                  </a:lnTo>
                  <a:lnTo>
                    <a:pt x="82" y="142"/>
                  </a:lnTo>
                  <a:lnTo>
                    <a:pt x="84" y="144"/>
                  </a:lnTo>
                  <a:lnTo>
                    <a:pt x="88" y="146"/>
                  </a:lnTo>
                  <a:lnTo>
                    <a:pt x="92" y="148"/>
                  </a:lnTo>
                  <a:lnTo>
                    <a:pt x="94" y="148"/>
                  </a:lnTo>
                  <a:lnTo>
                    <a:pt x="96" y="148"/>
                  </a:lnTo>
                  <a:lnTo>
                    <a:pt x="98" y="148"/>
                  </a:lnTo>
                  <a:lnTo>
                    <a:pt x="98" y="144"/>
                  </a:lnTo>
                  <a:lnTo>
                    <a:pt x="94" y="140"/>
                  </a:lnTo>
                  <a:lnTo>
                    <a:pt x="90" y="134"/>
                  </a:lnTo>
                  <a:lnTo>
                    <a:pt x="86" y="126"/>
                  </a:lnTo>
                  <a:lnTo>
                    <a:pt x="82" y="120"/>
                  </a:lnTo>
                  <a:lnTo>
                    <a:pt x="80" y="116"/>
                  </a:lnTo>
                  <a:lnTo>
                    <a:pt x="74" y="108"/>
                  </a:lnTo>
                  <a:lnTo>
                    <a:pt x="68" y="94"/>
                  </a:lnTo>
                  <a:lnTo>
                    <a:pt x="62" y="82"/>
                  </a:lnTo>
                  <a:lnTo>
                    <a:pt x="52" y="72"/>
                  </a:lnTo>
                  <a:lnTo>
                    <a:pt x="42" y="58"/>
                  </a:lnTo>
                  <a:lnTo>
                    <a:pt x="34" y="42"/>
                  </a:lnTo>
                  <a:lnTo>
                    <a:pt x="30" y="24"/>
                  </a:lnTo>
                  <a:lnTo>
                    <a:pt x="30" y="22"/>
                  </a:lnTo>
                  <a:lnTo>
                    <a:pt x="30" y="20"/>
                  </a:lnTo>
                  <a:lnTo>
                    <a:pt x="30" y="18"/>
                  </a:lnTo>
                  <a:lnTo>
                    <a:pt x="30" y="16"/>
                  </a:lnTo>
                  <a:lnTo>
                    <a:pt x="32" y="14"/>
                  </a:lnTo>
                  <a:lnTo>
                    <a:pt x="34" y="14"/>
                  </a:lnTo>
                  <a:lnTo>
                    <a:pt x="38" y="16"/>
                  </a:lnTo>
                  <a:lnTo>
                    <a:pt x="42" y="18"/>
                  </a:lnTo>
                  <a:lnTo>
                    <a:pt x="44" y="24"/>
                  </a:lnTo>
                  <a:lnTo>
                    <a:pt x="50" y="36"/>
                  </a:lnTo>
                  <a:lnTo>
                    <a:pt x="58" y="52"/>
                  </a:lnTo>
                  <a:lnTo>
                    <a:pt x="68" y="66"/>
                  </a:lnTo>
                  <a:lnTo>
                    <a:pt x="78" y="78"/>
                  </a:lnTo>
                  <a:lnTo>
                    <a:pt x="80" y="78"/>
                  </a:lnTo>
                  <a:lnTo>
                    <a:pt x="84" y="80"/>
                  </a:lnTo>
                  <a:lnTo>
                    <a:pt x="88" y="80"/>
                  </a:lnTo>
                  <a:lnTo>
                    <a:pt x="92" y="84"/>
                  </a:lnTo>
                  <a:lnTo>
                    <a:pt x="94" y="86"/>
                  </a:lnTo>
                  <a:lnTo>
                    <a:pt x="96" y="90"/>
                  </a:lnTo>
                  <a:lnTo>
                    <a:pt x="98" y="96"/>
                  </a:lnTo>
                  <a:lnTo>
                    <a:pt x="100" y="98"/>
                  </a:lnTo>
                  <a:lnTo>
                    <a:pt x="106" y="106"/>
                  </a:lnTo>
                  <a:lnTo>
                    <a:pt x="116" y="116"/>
                  </a:lnTo>
                  <a:lnTo>
                    <a:pt x="124" y="126"/>
                  </a:lnTo>
                  <a:lnTo>
                    <a:pt x="134" y="136"/>
                  </a:lnTo>
                  <a:lnTo>
                    <a:pt x="140" y="142"/>
                  </a:lnTo>
                  <a:lnTo>
                    <a:pt x="142" y="148"/>
                  </a:lnTo>
                  <a:lnTo>
                    <a:pt x="144" y="160"/>
                  </a:lnTo>
                  <a:lnTo>
                    <a:pt x="148" y="176"/>
                  </a:lnTo>
                  <a:lnTo>
                    <a:pt x="148" y="198"/>
                  </a:lnTo>
                  <a:lnTo>
                    <a:pt x="150" y="198"/>
                  </a:lnTo>
                  <a:lnTo>
                    <a:pt x="154" y="200"/>
                  </a:lnTo>
                  <a:lnTo>
                    <a:pt x="160" y="202"/>
                  </a:lnTo>
                  <a:lnTo>
                    <a:pt x="170" y="204"/>
                  </a:lnTo>
                  <a:lnTo>
                    <a:pt x="174" y="204"/>
                  </a:lnTo>
                  <a:lnTo>
                    <a:pt x="186" y="208"/>
                  </a:lnTo>
                  <a:lnTo>
                    <a:pt x="198" y="216"/>
                  </a:lnTo>
                  <a:lnTo>
                    <a:pt x="208" y="224"/>
                  </a:lnTo>
                  <a:lnTo>
                    <a:pt x="226" y="224"/>
                  </a:lnTo>
                  <a:lnTo>
                    <a:pt x="230" y="226"/>
                  </a:lnTo>
                  <a:lnTo>
                    <a:pt x="240" y="230"/>
                  </a:lnTo>
                  <a:lnTo>
                    <a:pt x="254" y="236"/>
                  </a:lnTo>
                  <a:lnTo>
                    <a:pt x="272" y="240"/>
                  </a:lnTo>
                  <a:lnTo>
                    <a:pt x="278" y="240"/>
                  </a:lnTo>
                  <a:lnTo>
                    <a:pt x="290" y="240"/>
                  </a:lnTo>
                  <a:lnTo>
                    <a:pt x="304" y="240"/>
                  </a:lnTo>
                  <a:lnTo>
                    <a:pt x="306" y="240"/>
                  </a:lnTo>
                  <a:lnTo>
                    <a:pt x="308" y="240"/>
                  </a:lnTo>
                  <a:lnTo>
                    <a:pt x="310" y="242"/>
                  </a:lnTo>
                  <a:lnTo>
                    <a:pt x="314" y="244"/>
                  </a:lnTo>
                  <a:lnTo>
                    <a:pt x="314" y="248"/>
                  </a:lnTo>
                  <a:lnTo>
                    <a:pt x="316" y="248"/>
                  </a:lnTo>
                  <a:lnTo>
                    <a:pt x="316" y="244"/>
                  </a:lnTo>
                  <a:lnTo>
                    <a:pt x="318" y="242"/>
                  </a:lnTo>
                  <a:lnTo>
                    <a:pt x="320" y="238"/>
                  </a:lnTo>
                  <a:lnTo>
                    <a:pt x="322" y="236"/>
                  </a:lnTo>
                  <a:lnTo>
                    <a:pt x="322" y="234"/>
                  </a:lnTo>
                  <a:lnTo>
                    <a:pt x="322" y="232"/>
                  </a:lnTo>
                  <a:lnTo>
                    <a:pt x="322" y="230"/>
                  </a:lnTo>
                  <a:lnTo>
                    <a:pt x="320" y="228"/>
                  </a:lnTo>
                  <a:lnTo>
                    <a:pt x="320" y="226"/>
                  </a:lnTo>
                  <a:lnTo>
                    <a:pt x="320" y="224"/>
                  </a:lnTo>
                  <a:lnTo>
                    <a:pt x="320" y="222"/>
                  </a:lnTo>
                  <a:lnTo>
                    <a:pt x="322" y="222"/>
                  </a:lnTo>
                  <a:lnTo>
                    <a:pt x="346" y="222"/>
                  </a:lnTo>
                  <a:lnTo>
                    <a:pt x="346" y="212"/>
                  </a:lnTo>
                  <a:lnTo>
                    <a:pt x="336" y="202"/>
                  </a:lnTo>
                  <a:lnTo>
                    <a:pt x="340" y="202"/>
                  </a:lnTo>
                  <a:lnTo>
                    <a:pt x="340" y="194"/>
                  </a:lnTo>
                  <a:lnTo>
                    <a:pt x="360" y="194"/>
                  </a:lnTo>
                  <a:lnTo>
                    <a:pt x="360" y="192"/>
                  </a:lnTo>
                  <a:lnTo>
                    <a:pt x="360" y="190"/>
                  </a:lnTo>
                  <a:lnTo>
                    <a:pt x="362" y="190"/>
                  </a:lnTo>
                  <a:lnTo>
                    <a:pt x="364" y="192"/>
                  </a:lnTo>
                  <a:lnTo>
                    <a:pt x="366" y="190"/>
                  </a:lnTo>
                  <a:lnTo>
                    <a:pt x="368" y="188"/>
                  </a:lnTo>
                  <a:lnTo>
                    <a:pt x="370" y="188"/>
                  </a:lnTo>
                  <a:lnTo>
                    <a:pt x="372" y="188"/>
                  </a:lnTo>
                  <a:lnTo>
                    <a:pt x="374" y="18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78" name="Freeform 340"/>
            <p:cNvSpPr>
              <a:spLocks/>
            </p:cNvSpPr>
            <p:nvPr/>
          </p:nvSpPr>
          <p:spPr bwMode="gray">
            <a:xfrm>
              <a:off x="4305" y="2920"/>
              <a:ext cx="82" cy="46"/>
            </a:xfrm>
            <a:custGeom>
              <a:avLst/>
              <a:gdLst>
                <a:gd name="T0" fmla="*/ 80 w 82"/>
                <a:gd name="T1" fmla="*/ 8 h 46"/>
                <a:gd name="T2" fmla="*/ 76 w 82"/>
                <a:gd name="T3" fmla="*/ 8 h 46"/>
                <a:gd name="T4" fmla="*/ 72 w 82"/>
                <a:gd name="T5" fmla="*/ 8 h 46"/>
                <a:gd name="T6" fmla="*/ 68 w 82"/>
                <a:gd name="T7" fmla="*/ 8 h 46"/>
                <a:gd name="T8" fmla="*/ 66 w 82"/>
                <a:gd name="T9" fmla="*/ 8 h 46"/>
                <a:gd name="T10" fmla="*/ 62 w 82"/>
                <a:gd name="T11" fmla="*/ 12 h 46"/>
                <a:gd name="T12" fmla="*/ 60 w 82"/>
                <a:gd name="T13" fmla="*/ 18 h 46"/>
                <a:gd name="T14" fmla="*/ 56 w 82"/>
                <a:gd name="T15" fmla="*/ 24 h 46"/>
                <a:gd name="T16" fmla="*/ 50 w 82"/>
                <a:gd name="T17" fmla="*/ 30 h 46"/>
                <a:gd name="T18" fmla="*/ 48 w 82"/>
                <a:gd name="T19" fmla="*/ 30 h 46"/>
                <a:gd name="T20" fmla="*/ 44 w 82"/>
                <a:gd name="T21" fmla="*/ 34 h 46"/>
                <a:gd name="T22" fmla="*/ 44 w 82"/>
                <a:gd name="T23" fmla="*/ 38 h 46"/>
                <a:gd name="T24" fmla="*/ 42 w 82"/>
                <a:gd name="T25" fmla="*/ 42 h 46"/>
                <a:gd name="T26" fmla="*/ 38 w 82"/>
                <a:gd name="T27" fmla="*/ 44 h 46"/>
                <a:gd name="T28" fmla="*/ 36 w 82"/>
                <a:gd name="T29" fmla="*/ 46 h 46"/>
                <a:gd name="T30" fmla="*/ 34 w 82"/>
                <a:gd name="T31" fmla="*/ 42 h 46"/>
                <a:gd name="T32" fmla="*/ 32 w 82"/>
                <a:gd name="T33" fmla="*/ 42 h 46"/>
                <a:gd name="T34" fmla="*/ 30 w 82"/>
                <a:gd name="T35" fmla="*/ 44 h 46"/>
                <a:gd name="T36" fmla="*/ 30 w 82"/>
                <a:gd name="T37" fmla="*/ 42 h 46"/>
                <a:gd name="T38" fmla="*/ 30 w 82"/>
                <a:gd name="T39" fmla="*/ 36 h 46"/>
                <a:gd name="T40" fmla="*/ 30 w 82"/>
                <a:gd name="T41" fmla="*/ 34 h 46"/>
                <a:gd name="T42" fmla="*/ 26 w 82"/>
                <a:gd name="T43" fmla="*/ 32 h 46"/>
                <a:gd name="T44" fmla="*/ 22 w 82"/>
                <a:gd name="T45" fmla="*/ 30 h 46"/>
                <a:gd name="T46" fmla="*/ 18 w 82"/>
                <a:gd name="T47" fmla="*/ 30 h 46"/>
                <a:gd name="T48" fmla="*/ 16 w 82"/>
                <a:gd name="T49" fmla="*/ 32 h 46"/>
                <a:gd name="T50" fmla="*/ 12 w 82"/>
                <a:gd name="T51" fmla="*/ 30 h 46"/>
                <a:gd name="T52" fmla="*/ 10 w 82"/>
                <a:gd name="T53" fmla="*/ 28 h 46"/>
                <a:gd name="T54" fmla="*/ 2 w 82"/>
                <a:gd name="T55" fmla="*/ 24 h 46"/>
                <a:gd name="T56" fmla="*/ 2 w 82"/>
                <a:gd name="T57" fmla="*/ 22 h 46"/>
                <a:gd name="T58" fmla="*/ 2 w 82"/>
                <a:gd name="T59" fmla="*/ 22 h 46"/>
                <a:gd name="T60" fmla="*/ 6 w 82"/>
                <a:gd name="T61" fmla="*/ 22 h 46"/>
                <a:gd name="T62" fmla="*/ 10 w 82"/>
                <a:gd name="T63" fmla="*/ 18 h 46"/>
                <a:gd name="T64" fmla="*/ 12 w 82"/>
                <a:gd name="T65" fmla="*/ 14 h 46"/>
                <a:gd name="T66" fmla="*/ 16 w 82"/>
                <a:gd name="T67" fmla="*/ 12 h 46"/>
                <a:gd name="T68" fmla="*/ 20 w 82"/>
                <a:gd name="T69" fmla="*/ 10 h 46"/>
                <a:gd name="T70" fmla="*/ 26 w 82"/>
                <a:gd name="T71" fmla="*/ 4 h 46"/>
                <a:gd name="T72" fmla="*/ 28 w 82"/>
                <a:gd name="T73" fmla="*/ 2 h 46"/>
                <a:gd name="T74" fmla="*/ 32 w 82"/>
                <a:gd name="T75" fmla="*/ 0 h 46"/>
                <a:gd name="T76" fmla="*/ 34 w 82"/>
                <a:gd name="T77" fmla="*/ 0 h 46"/>
                <a:gd name="T78" fmla="*/ 40 w 82"/>
                <a:gd name="T79" fmla="*/ 0 h 46"/>
                <a:gd name="T80" fmla="*/ 42 w 82"/>
                <a:gd name="T81" fmla="*/ 0 h 46"/>
                <a:gd name="T82" fmla="*/ 48 w 82"/>
                <a:gd name="T83" fmla="*/ 0 h 46"/>
                <a:gd name="T84" fmla="*/ 58 w 82"/>
                <a:gd name="T85" fmla="*/ 0 h 46"/>
                <a:gd name="T86" fmla="*/ 70 w 82"/>
                <a:gd name="T87" fmla="*/ 2 h 46"/>
                <a:gd name="T88" fmla="*/ 80 w 82"/>
                <a:gd name="T89" fmla="*/ 2 h 46"/>
                <a:gd name="T90" fmla="*/ 82 w 82"/>
                <a:gd name="T91" fmla="*/ 4 h 46"/>
                <a:gd name="T92" fmla="*/ 82 w 82"/>
                <a:gd name="T93" fmla="*/ 6 h 4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2"/>
                <a:gd name="T142" fmla="*/ 0 h 46"/>
                <a:gd name="T143" fmla="*/ 82 w 82"/>
                <a:gd name="T144" fmla="*/ 46 h 4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2" h="46">
                  <a:moveTo>
                    <a:pt x="82" y="8"/>
                  </a:moveTo>
                  <a:lnTo>
                    <a:pt x="80" y="8"/>
                  </a:lnTo>
                  <a:lnTo>
                    <a:pt x="78" y="8"/>
                  </a:lnTo>
                  <a:lnTo>
                    <a:pt x="76" y="8"/>
                  </a:lnTo>
                  <a:lnTo>
                    <a:pt x="74" y="8"/>
                  </a:lnTo>
                  <a:lnTo>
                    <a:pt x="72" y="8"/>
                  </a:lnTo>
                  <a:lnTo>
                    <a:pt x="70" y="10"/>
                  </a:lnTo>
                  <a:lnTo>
                    <a:pt x="68" y="8"/>
                  </a:lnTo>
                  <a:lnTo>
                    <a:pt x="66" y="8"/>
                  </a:lnTo>
                  <a:lnTo>
                    <a:pt x="64" y="10"/>
                  </a:lnTo>
                  <a:lnTo>
                    <a:pt x="62" y="12"/>
                  </a:lnTo>
                  <a:lnTo>
                    <a:pt x="60" y="18"/>
                  </a:lnTo>
                  <a:lnTo>
                    <a:pt x="58" y="22"/>
                  </a:lnTo>
                  <a:lnTo>
                    <a:pt x="56" y="24"/>
                  </a:lnTo>
                  <a:lnTo>
                    <a:pt x="54" y="28"/>
                  </a:lnTo>
                  <a:lnTo>
                    <a:pt x="50" y="30"/>
                  </a:lnTo>
                  <a:lnTo>
                    <a:pt x="48" y="30"/>
                  </a:lnTo>
                  <a:lnTo>
                    <a:pt x="46" y="32"/>
                  </a:lnTo>
                  <a:lnTo>
                    <a:pt x="44" y="34"/>
                  </a:lnTo>
                  <a:lnTo>
                    <a:pt x="44" y="36"/>
                  </a:lnTo>
                  <a:lnTo>
                    <a:pt x="44" y="38"/>
                  </a:lnTo>
                  <a:lnTo>
                    <a:pt x="44" y="40"/>
                  </a:lnTo>
                  <a:lnTo>
                    <a:pt x="42" y="42"/>
                  </a:lnTo>
                  <a:lnTo>
                    <a:pt x="40" y="44"/>
                  </a:lnTo>
                  <a:lnTo>
                    <a:pt x="38" y="44"/>
                  </a:lnTo>
                  <a:lnTo>
                    <a:pt x="38" y="46"/>
                  </a:lnTo>
                  <a:lnTo>
                    <a:pt x="36" y="46"/>
                  </a:lnTo>
                  <a:lnTo>
                    <a:pt x="34" y="44"/>
                  </a:lnTo>
                  <a:lnTo>
                    <a:pt x="34" y="42"/>
                  </a:lnTo>
                  <a:lnTo>
                    <a:pt x="32" y="42"/>
                  </a:lnTo>
                  <a:lnTo>
                    <a:pt x="32" y="44"/>
                  </a:lnTo>
                  <a:lnTo>
                    <a:pt x="30" y="44"/>
                  </a:lnTo>
                  <a:lnTo>
                    <a:pt x="30" y="42"/>
                  </a:lnTo>
                  <a:lnTo>
                    <a:pt x="30" y="38"/>
                  </a:lnTo>
                  <a:lnTo>
                    <a:pt x="30" y="36"/>
                  </a:lnTo>
                  <a:lnTo>
                    <a:pt x="30" y="34"/>
                  </a:lnTo>
                  <a:lnTo>
                    <a:pt x="28" y="32"/>
                  </a:lnTo>
                  <a:lnTo>
                    <a:pt x="26" y="32"/>
                  </a:lnTo>
                  <a:lnTo>
                    <a:pt x="24" y="30"/>
                  </a:lnTo>
                  <a:lnTo>
                    <a:pt x="22" y="30"/>
                  </a:lnTo>
                  <a:lnTo>
                    <a:pt x="20" y="30"/>
                  </a:lnTo>
                  <a:lnTo>
                    <a:pt x="18" y="30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2" y="30"/>
                  </a:lnTo>
                  <a:lnTo>
                    <a:pt x="12" y="28"/>
                  </a:lnTo>
                  <a:lnTo>
                    <a:pt x="10" y="28"/>
                  </a:lnTo>
                  <a:lnTo>
                    <a:pt x="6" y="24"/>
                  </a:lnTo>
                  <a:lnTo>
                    <a:pt x="2" y="24"/>
                  </a:lnTo>
                  <a:lnTo>
                    <a:pt x="0" y="24"/>
                  </a:lnTo>
                  <a:lnTo>
                    <a:pt x="2" y="22"/>
                  </a:lnTo>
                  <a:lnTo>
                    <a:pt x="6" y="22"/>
                  </a:lnTo>
                  <a:lnTo>
                    <a:pt x="8" y="20"/>
                  </a:lnTo>
                  <a:lnTo>
                    <a:pt x="10" y="18"/>
                  </a:lnTo>
                  <a:lnTo>
                    <a:pt x="12" y="14"/>
                  </a:lnTo>
                  <a:lnTo>
                    <a:pt x="14" y="12"/>
                  </a:lnTo>
                  <a:lnTo>
                    <a:pt x="16" y="12"/>
                  </a:lnTo>
                  <a:lnTo>
                    <a:pt x="20" y="10"/>
                  </a:lnTo>
                  <a:lnTo>
                    <a:pt x="24" y="8"/>
                  </a:lnTo>
                  <a:lnTo>
                    <a:pt x="26" y="4"/>
                  </a:lnTo>
                  <a:lnTo>
                    <a:pt x="28" y="2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6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0"/>
                  </a:lnTo>
                  <a:lnTo>
                    <a:pt x="48" y="0"/>
                  </a:lnTo>
                  <a:lnTo>
                    <a:pt x="54" y="0"/>
                  </a:lnTo>
                  <a:lnTo>
                    <a:pt x="58" y="0"/>
                  </a:lnTo>
                  <a:lnTo>
                    <a:pt x="64" y="0"/>
                  </a:lnTo>
                  <a:lnTo>
                    <a:pt x="70" y="2"/>
                  </a:lnTo>
                  <a:lnTo>
                    <a:pt x="76" y="2"/>
                  </a:lnTo>
                  <a:lnTo>
                    <a:pt x="80" y="2"/>
                  </a:lnTo>
                  <a:lnTo>
                    <a:pt x="80" y="4"/>
                  </a:lnTo>
                  <a:lnTo>
                    <a:pt x="82" y="4"/>
                  </a:lnTo>
                  <a:lnTo>
                    <a:pt x="82" y="6"/>
                  </a:lnTo>
                  <a:lnTo>
                    <a:pt x="82" y="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79" name="Freeform 341"/>
            <p:cNvSpPr>
              <a:spLocks/>
            </p:cNvSpPr>
            <p:nvPr/>
          </p:nvSpPr>
          <p:spPr bwMode="gray">
            <a:xfrm>
              <a:off x="4293" y="2944"/>
              <a:ext cx="44" cy="24"/>
            </a:xfrm>
            <a:custGeom>
              <a:avLst/>
              <a:gdLst>
                <a:gd name="T0" fmla="*/ 44 w 44"/>
                <a:gd name="T1" fmla="*/ 20 h 24"/>
                <a:gd name="T2" fmla="*/ 42 w 44"/>
                <a:gd name="T3" fmla="*/ 22 h 24"/>
                <a:gd name="T4" fmla="*/ 40 w 44"/>
                <a:gd name="T5" fmla="*/ 22 h 24"/>
                <a:gd name="T6" fmla="*/ 40 w 44"/>
                <a:gd name="T7" fmla="*/ 24 h 24"/>
                <a:gd name="T8" fmla="*/ 32 w 44"/>
                <a:gd name="T9" fmla="*/ 22 h 24"/>
                <a:gd name="T10" fmla="*/ 26 w 44"/>
                <a:gd name="T11" fmla="*/ 22 h 24"/>
                <a:gd name="T12" fmla="*/ 20 w 44"/>
                <a:gd name="T13" fmla="*/ 20 h 24"/>
                <a:gd name="T14" fmla="*/ 16 w 44"/>
                <a:gd name="T15" fmla="*/ 18 h 24"/>
                <a:gd name="T16" fmla="*/ 12 w 44"/>
                <a:gd name="T17" fmla="*/ 18 h 24"/>
                <a:gd name="T18" fmla="*/ 12 w 44"/>
                <a:gd name="T19" fmla="*/ 16 h 24"/>
                <a:gd name="T20" fmla="*/ 6 w 44"/>
                <a:gd name="T21" fmla="*/ 14 h 24"/>
                <a:gd name="T22" fmla="*/ 2 w 44"/>
                <a:gd name="T23" fmla="*/ 12 h 24"/>
                <a:gd name="T24" fmla="*/ 0 w 44"/>
                <a:gd name="T25" fmla="*/ 10 h 24"/>
                <a:gd name="T26" fmla="*/ 8 w 44"/>
                <a:gd name="T27" fmla="*/ 4 h 24"/>
                <a:gd name="T28" fmla="*/ 10 w 44"/>
                <a:gd name="T29" fmla="*/ 2 h 24"/>
                <a:gd name="T30" fmla="*/ 12 w 44"/>
                <a:gd name="T31" fmla="*/ 0 h 24"/>
                <a:gd name="T32" fmla="*/ 14 w 44"/>
                <a:gd name="T33" fmla="*/ 0 h 24"/>
                <a:gd name="T34" fmla="*/ 16 w 44"/>
                <a:gd name="T35" fmla="*/ 0 h 24"/>
                <a:gd name="T36" fmla="*/ 20 w 44"/>
                <a:gd name="T37" fmla="*/ 2 h 24"/>
                <a:gd name="T38" fmla="*/ 24 w 44"/>
                <a:gd name="T39" fmla="*/ 4 h 24"/>
                <a:gd name="T40" fmla="*/ 24 w 44"/>
                <a:gd name="T41" fmla="*/ 6 h 24"/>
                <a:gd name="T42" fmla="*/ 26 w 44"/>
                <a:gd name="T43" fmla="*/ 6 h 24"/>
                <a:gd name="T44" fmla="*/ 26 w 44"/>
                <a:gd name="T45" fmla="*/ 8 h 24"/>
                <a:gd name="T46" fmla="*/ 30 w 44"/>
                <a:gd name="T47" fmla="*/ 8 h 24"/>
                <a:gd name="T48" fmla="*/ 30 w 44"/>
                <a:gd name="T49" fmla="*/ 8 h 24"/>
                <a:gd name="T50" fmla="*/ 32 w 44"/>
                <a:gd name="T51" fmla="*/ 6 h 24"/>
                <a:gd name="T52" fmla="*/ 34 w 44"/>
                <a:gd name="T53" fmla="*/ 6 h 24"/>
                <a:gd name="T54" fmla="*/ 38 w 44"/>
                <a:gd name="T55" fmla="*/ 6 h 24"/>
                <a:gd name="T56" fmla="*/ 38 w 44"/>
                <a:gd name="T57" fmla="*/ 6 h 24"/>
                <a:gd name="T58" fmla="*/ 40 w 44"/>
                <a:gd name="T59" fmla="*/ 8 h 24"/>
                <a:gd name="T60" fmla="*/ 42 w 44"/>
                <a:gd name="T61" fmla="*/ 10 h 24"/>
                <a:gd name="T62" fmla="*/ 44 w 44"/>
                <a:gd name="T63" fmla="*/ 12 h 24"/>
                <a:gd name="T64" fmla="*/ 44 w 44"/>
                <a:gd name="T65" fmla="*/ 14 h 24"/>
                <a:gd name="T66" fmla="*/ 44 w 44"/>
                <a:gd name="T67" fmla="*/ 16 h 24"/>
                <a:gd name="T68" fmla="*/ 44 w 44"/>
                <a:gd name="T69" fmla="*/ 18 h 24"/>
                <a:gd name="T70" fmla="*/ 44 w 44"/>
                <a:gd name="T71" fmla="*/ 20 h 2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4"/>
                <a:gd name="T109" fmla="*/ 0 h 24"/>
                <a:gd name="T110" fmla="*/ 44 w 44"/>
                <a:gd name="T111" fmla="*/ 24 h 2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4" h="24">
                  <a:moveTo>
                    <a:pt x="44" y="20"/>
                  </a:moveTo>
                  <a:lnTo>
                    <a:pt x="42" y="22"/>
                  </a:lnTo>
                  <a:lnTo>
                    <a:pt x="40" y="22"/>
                  </a:lnTo>
                  <a:lnTo>
                    <a:pt x="40" y="24"/>
                  </a:lnTo>
                  <a:lnTo>
                    <a:pt x="32" y="22"/>
                  </a:lnTo>
                  <a:lnTo>
                    <a:pt x="26" y="22"/>
                  </a:lnTo>
                  <a:lnTo>
                    <a:pt x="20" y="20"/>
                  </a:lnTo>
                  <a:lnTo>
                    <a:pt x="16" y="18"/>
                  </a:lnTo>
                  <a:lnTo>
                    <a:pt x="12" y="18"/>
                  </a:lnTo>
                  <a:lnTo>
                    <a:pt x="12" y="16"/>
                  </a:lnTo>
                  <a:lnTo>
                    <a:pt x="6" y="14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8" y="4"/>
                  </a:lnTo>
                  <a:lnTo>
                    <a:pt x="10" y="2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20" y="2"/>
                  </a:lnTo>
                  <a:lnTo>
                    <a:pt x="24" y="4"/>
                  </a:lnTo>
                  <a:lnTo>
                    <a:pt x="24" y="6"/>
                  </a:lnTo>
                  <a:lnTo>
                    <a:pt x="26" y="6"/>
                  </a:lnTo>
                  <a:lnTo>
                    <a:pt x="26" y="8"/>
                  </a:lnTo>
                  <a:lnTo>
                    <a:pt x="30" y="8"/>
                  </a:lnTo>
                  <a:lnTo>
                    <a:pt x="32" y="6"/>
                  </a:lnTo>
                  <a:lnTo>
                    <a:pt x="34" y="6"/>
                  </a:lnTo>
                  <a:lnTo>
                    <a:pt x="38" y="6"/>
                  </a:lnTo>
                  <a:lnTo>
                    <a:pt x="40" y="8"/>
                  </a:lnTo>
                  <a:lnTo>
                    <a:pt x="42" y="10"/>
                  </a:lnTo>
                  <a:lnTo>
                    <a:pt x="44" y="12"/>
                  </a:lnTo>
                  <a:lnTo>
                    <a:pt x="44" y="14"/>
                  </a:lnTo>
                  <a:lnTo>
                    <a:pt x="44" y="16"/>
                  </a:lnTo>
                  <a:lnTo>
                    <a:pt x="44" y="18"/>
                  </a:lnTo>
                  <a:lnTo>
                    <a:pt x="44" y="2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80" name="Freeform 342"/>
            <p:cNvSpPr>
              <a:spLocks/>
            </p:cNvSpPr>
            <p:nvPr/>
          </p:nvSpPr>
          <p:spPr bwMode="gray">
            <a:xfrm>
              <a:off x="4543" y="2872"/>
              <a:ext cx="38" cy="28"/>
            </a:xfrm>
            <a:custGeom>
              <a:avLst/>
              <a:gdLst>
                <a:gd name="T0" fmla="*/ 4 w 38"/>
                <a:gd name="T1" fmla="*/ 0 h 28"/>
                <a:gd name="T2" fmla="*/ 6 w 38"/>
                <a:gd name="T3" fmla="*/ 2 h 28"/>
                <a:gd name="T4" fmla="*/ 6 w 38"/>
                <a:gd name="T5" fmla="*/ 6 h 28"/>
                <a:gd name="T6" fmla="*/ 6 w 38"/>
                <a:gd name="T7" fmla="*/ 10 h 28"/>
                <a:gd name="T8" fmla="*/ 4 w 38"/>
                <a:gd name="T9" fmla="*/ 12 h 28"/>
                <a:gd name="T10" fmla="*/ 2 w 38"/>
                <a:gd name="T11" fmla="*/ 14 h 28"/>
                <a:gd name="T12" fmla="*/ 0 w 38"/>
                <a:gd name="T13" fmla="*/ 14 h 28"/>
                <a:gd name="T14" fmla="*/ 0 w 38"/>
                <a:gd name="T15" fmla="*/ 16 h 28"/>
                <a:gd name="T16" fmla="*/ 0 w 38"/>
                <a:gd name="T17" fmla="*/ 20 h 28"/>
                <a:gd name="T18" fmla="*/ 2 w 38"/>
                <a:gd name="T19" fmla="*/ 22 h 28"/>
                <a:gd name="T20" fmla="*/ 2 w 38"/>
                <a:gd name="T21" fmla="*/ 24 h 28"/>
                <a:gd name="T22" fmla="*/ 4 w 38"/>
                <a:gd name="T23" fmla="*/ 26 h 28"/>
                <a:gd name="T24" fmla="*/ 4 w 38"/>
                <a:gd name="T25" fmla="*/ 28 h 28"/>
                <a:gd name="T26" fmla="*/ 4 w 38"/>
                <a:gd name="T27" fmla="*/ 28 h 28"/>
                <a:gd name="T28" fmla="*/ 6 w 38"/>
                <a:gd name="T29" fmla="*/ 28 h 28"/>
                <a:gd name="T30" fmla="*/ 8 w 38"/>
                <a:gd name="T31" fmla="*/ 28 h 28"/>
                <a:gd name="T32" fmla="*/ 12 w 38"/>
                <a:gd name="T33" fmla="*/ 26 h 28"/>
                <a:gd name="T34" fmla="*/ 14 w 38"/>
                <a:gd name="T35" fmla="*/ 24 h 28"/>
                <a:gd name="T36" fmla="*/ 16 w 38"/>
                <a:gd name="T37" fmla="*/ 24 h 28"/>
                <a:gd name="T38" fmla="*/ 18 w 38"/>
                <a:gd name="T39" fmla="*/ 22 h 28"/>
                <a:gd name="T40" fmla="*/ 20 w 38"/>
                <a:gd name="T41" fmla="*/ 22 h 28"/>
                <a:gd name="T42" fmla="*/ 22 w 38"/>
                <a:gd name="T43" fmla="*/ 24 h 28"/>
                <a:gd name="T44" fmla="*/ 22 w 38"/>
                <a:gd name="T45" fmla="*/ 24 h 28"/>
                <a:gd name="T46" fmla="*/ 32 w 38"/>
                <a:gd name="T47" fmla="*/ 22 h 28"/>
                <a:gd name="T48" fmla="*/ 38 w 38"/>
                <a:gd name="T49" fmla="*/ 20 h 28"/>
                <a:gd name="T50" fmla="*/ 38 w 38"/>
                <a:gd name="T51" fmla="*/ 12 h 28"/>
                <a:gd name="T52" fmla="*/ 32 w 38"/>
                <a:gd name="T53" fmla="*/ 10 h 28"/>
                <a:gd name="T54" fmla="*/ 24 w 38"/>
                <a:gd name="T55" fmla="*/ 8 h 28"/>
                <a:gd name="T56" fmla="*/ 30 w 38"/>
                <a:gd name="T57" fmla="*/ 6 h 28"/>
                <a:gd name="T58" fmla="*/ 20 w 38"/>
                <a:gd name="T59" fmla="*/ 6 h 28"/>
                <a:gd name="T60" fmla="*/ 14 w 38"/>
                <a:gd name="T61" fmla="*/ 2 h 28"/>
                <a:gd name="T62" fmla="*/ 4 w 38"/>
                <a:gd name="T63" fmla="*/ 0 h 2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38"/>
                <a:gd name="T97" fmla="*/ 0 h 28"/>
                <a:gd name="T98" fmla="*/ 38 w 38"/>
                <a:gd name="T99" fmla="*/ 28 h 28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38" h="28">
                  <a:moveTo>
                    <a:pt x="4" y="0"/>
                  </a:moveTo>
                  <a:lnTo>
                    <a:pt x="6" y="2"/>
                  </a:lnTo>
                  <a:lnTo>
                    <a:pt x="6" y="6"/>
                  </a:lnTo>
                  <a:lnTo>
                    <a:pt x="6" y="10"/>
                  </a:lnTo>
                  <a:lnTo>
                    <a:pt x="4" y="12"/>
                  </a:lnTo>
                  <a:lnTo>
                    <a:pt x="2" y="14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4" y="26"/>
                  </a:lnTo>
                  <a:lnTo>
                    <a:pt x="4" y="28"/>
                  </a:lnTo>
                  <a:lnTo>
                    <a:pt x="6" y="28"/>
                  </a:lnTo>
                  <a:lnTo>
                    <a:pt x="8" y="28"/>
                  </a:lnTo>
                  <a:lnTo>
                    <a:pt x="12" y="26"/>
                  </a:lnTo>
                  <a:lnTo>
                    <a:pt x="14" y="24"/>
                  </a:lnTo>
                  <a:lnTo>
                    <a:pt x="16" y="24"/>
                  </a:lnTo>
                  <a:lnTo>
                    <a:pt x="18" y="22"/>
                  </a:lnTo>
                  <a:lnTo>
                    <a:pt x="20" y="22"/>
                  </a:lnTo>
                  <a:lnTo>
                    <a:pt x="22" y="24"/>
                  </a:lnTo>
                  <a:lnTo>
                    <a:pt x="32" y="22"/>
                  </a:lnTo>
                  <a:lnTo>
                    <a:pt x="38" y="20"/>
                  </a:lnTo>
                  <a:lnTo>
                    <a:pt x="38" y="12"/>
                  </a:lnTo>
                  <a:lnTo>
                    <a:pt x="32" y="10"/>
                  </a:lnTo>
                  <a:lnTo>
                    <a:pt x="24" y="8"/>
                  </a:lnTo>
                  <a:lnTo>
                    <a:pt x="30" y="6"/>
                  </a:lnTo>
                  <a:lnTo>
                    <a:pt x="20" y="6"/>
                  </a:lnTo>
                  <a:lnTo>
                    <a:pt x="14" y="2"/>
                  </a:lnTo>
                  <a:lnTo>
                    <a:pt x="4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81" name="Freeform 343"/>
            <p:cNvSpPr>
              <a:spLocks/>
            </p:cNvSpPr>
            <p:nvPr/>
          </p:nvSpPr>
          <p:spPr bwMode="gray">
            <a:xfrm>
              <a:off x="4505" y="2866"/>
              <a:ext cx="44" cy="36"/>
            </a:xfrm>
            <a:custGeom>
              <a:avLst/>
              <a:gdLst>
                <a:gd name="T0" fmla="*/ 12 w 44"/>
                <a:gd name="T1" fmla="*/ 2 h 36"/>
                <a:gd name="T2" fmla="*/ 8 w 44"/>
                <a:gd name="T3" fmla="*/ 6 h 36"/>
                <a:gd name="T4" fmla="*/ 12 w 44"/>
                <a:gd name="T5" fmla="*/ 8 h 36"/>
                <a:gd name="T6" fmla="*/ 14 w 44"/>
                <a:gd name="T7" fmla="*/ 8 h 36"/>
                <a:gd name="T8" fmla="*/ 16 w 44"/>
                <a:gd name="T9" fmla="*/ 8 h 36"/>
                <a:gd name="T10" fmla="*/ 18 w 44"/>
                <a:gd name="T11" fmla="*/ 8 h 36"/>
                <a:gd name="T12" fmla="*/ 22 w 44"/>
                <a:gd name="T13" fmla="*/ 10 h 36"/>
                <a:gd name="T14" fmla="*/ 24 w 44"/>
                <a:gd name="T15" fmla="*/ 10 h 36"/>
                <a:gd name="T16" fmla="*/ 26 w 44"/>
                <a:gd name="T17" fmla="*/ 14 h 36"/>
                <a:gd name="T18" fmla="*/ 26 w 44"/>
                <a:gd name="T19" fmla="*/ 14 h 36"/>
                <a:gd name="T20" fmla="*/ 26 w 44"/>
                <a:gd name="T21" fmla="*/ 16 h 36"/>
                <a:gd name="T22" fmla="*/ 26 w 44"/>
                <a:gd name="T23" fmla="*/ 18 h 36"/>
                <a:gd name="T24" fmla="*/ 26 w 44"/>
                <a:gd name="T25" fmla="*/ 20 h 36"/>
                <a:gd name="T26" fmla="*/ 24 w 44"/>
                <a:gd name="T27" fmla="*/ 22 h 36"/>
                <a:gd name="T28" fmla="*/ 20 w 44"/>
                <a:gd name="T29" fmla="*/ 22 h 36"/>
                <a:gd name="T30" fmla="*/ 10 w 44"/>
                <a:gd name="T31" fmla="*/ 18 h 36"/>
                <a:gd name="T32" fmla="*/ 4 w 44"/>
                <a:gd name="T33" fmla="*/ 18 h 36"/>
                <a:gd name="T34" fmla="*/ 0 w 44"/>
                <a:gd name="T35" fmla="*/ 22 h 36"/>
                <a:gd name="T36" fmla="*/ 6 w 44"/>
                <a:gd name="T37" fmla="*/ 26 h 36"/>
                <a:gd name="T38" fmla="*/ 6 w 44"/>
                <a:gd name="T39" fmla="*/ 26 h 36"/>
                <a:gd name="T40" fmla="*/ 10 w 44"/>
                <a:gd name="T41" fmla="*/ 26 h 36"/>
                <a:gd name="T42" fmla="*/ 14 w 44"/>
                <a:gd name="T43" fmla="*/ 26 h 36"/>
                <a:gd name="T44" fmla="*/ 16 w 44"/>
                <a:gd name="T45" fmla="*/ 26 h 36"/>
                <a:gd name="T46" fmla="*/ 20 w 44"/>
                <a:gd name="T47" fmla="*/ 28 h 36"/>
                <a:gd name="T48" fmla="*/ 20 w 44"/>
                <a:gd name="T49" fmla="*/ 30 h 36"/>
                <a:gd name="T50" fmla="*/ 22 w 44"/>
                <a:gd name="T51" fmla="*/ 32 h 36"/>
                <a:gd name="T52" fmla="*/ 26 w 44"/>
                <a:gd name="T53" fmla="*/ 34 h 36"/>
                <a:gd name="T54" fmla="*/ 30 w 44"/>
                <a:gd name="T55" fmla="*/ 36 h 36"/>
                <a:gd name="T56" fmla="*/ 34 w 44"/>
                <a:gd name="T57" fmla="*/ 36 h 36"/>
                <a:gd name="T58" fmla="*/ 36 w 44"/>
                <a:gd name="T59" fmla="*/ 36 h 36"/>
                <a:gd name="T60" fmla="*/ 40 w 44"/>
                <a:gd name="T61" fmla="*/ 36 h 36"/>
                <a:gd name="T62" fmla="*/ 42 w 44"/>
                <a:gd name="T63" fmla="*/ 36 h 36"/>
                <a:gd name="T64" fmla="*/ 42 w 44"/>
                <a:gd name="T65" fmla="*/ 34 h 36"/>
                <a:gd name="T66" fmla="*/ 42 w 44"/>
                <a:gd name="T67" fmla="*/ 30 h 36"/>
                <a:gd name="T68" fmla="*/ 40 w 44"/>
                <a:gd name="T69" fmla="*/ 30 h 36"/>
                <a:gd name="T70" fmla="*/ 40 w 44"/>
                <a:gd name="T71" fmla="*/ 28 h 36"/>
                <a:gd name="T72" fmla="*/ 38 w 44"/>
                <a:gd name="T73" fmla="*/ 24 h 36"/>
                <a:gd name="T74" fmla="*/ 38 w 44"/>
                <a:gd name="T75" fmla="*/ 22 h 36"/>
                <a:gd name="T76" fmla="*/ 38 w 44"/>
                <a:gd name="T77" fmla="*/ 18 h 36"/>
                <a:gd name="T78" fmla="*/ 40 w 44"/>
                <a:gd name="T79" fmla="*/ 18 h 36"/>
                <a:gd name="T80" fmla="*/ 42 w 44"/>
                <a:gd name="T81" fmla="*/ 16 h 36"/>
                <a:gd name="T82" fmla="*/ 44 w 44"/>
                <a:gd name="T83" fmla="*/ 14 h 36"/>
                <a:gd name="T84" fmla="*/ 44 w 44"/>
                <a:gd name="T85" fmla="*/ 12 h 36"/>
                <a:gd name="T86" fmla="*/ 44 w 44"/>
                <a:gd name="T87" fmla="*/ 8 h 36"/>
                <a:gd name="T88" fmla="*/ 42 w 44"/>
                <a:gd name="T89" fmla="*/ 4 h 36"/>
                <a:gd name="T90" fmla="*/ 28 w 44"/>
                <a:gd name="T91" fmla="*/ 2 h 36"/>
                <a:gd name="T92" fmla="*/ 20 w 44"/>
                <a:gd name="T93" fmla="*/ 0 h 36"/>
                <a:gd name="T94" fmla="*/ 12 w 44"/>
                <a:gd name="T95" fmla="*/ 2 h 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44"/>
                <a:gd name="T145" fmla="*/ 0 h 36"/>
                <a:gd name="T146" fmla="*/ 44 w 44"/>
                <a:gd name="T147" fmla="*/ 36 h 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44" h="36">
                  <a:moveTo>
                    <a:pt x="12" y="2"/>
                  </a:moveTo>
                  <a:lnTo>
                    <a:pt x="8" y="6"/>
                  </a:lnTo>
                  <a:lnTo>
                    <a:pt x="12" y="8"/>
                  </a:lnTo>
                  <a:lnTo>
                    <a:pt x="14" y="8"/>
                  </a:lnTo>
                  <a:lnTo>
                    <a:pt x="16" y="8"/>
                  </a:lnTo>
                  <a:lnTo>
                    <a:pt x="18" y="8"/>
                  </a:lnTo>
                  <a:lnTo>
                    <a:pt x="22" y="10"/>
                  </a:lnTo>
                  <a:lnTo>
                    <a:pt x="24" y="10"/>
                  </a:lnTo>
                  <a:lnTo>
                    <a:pt x="26" y="14"/>
                  </a:lnTo>
                  <a:lnTo>
                    <a:pt x="26" y="16"/>
                  </a:lnTo>
                  <a:lnTo>
                    <a:pt x="26" y="18"/>
                  </a:lnTo>
                  <a:lnTo>
                    <a:pt x="26" y="20"/>
                  </a:lnTo>
                  <a:lnTo>
                    <a:pt x="24" y="22"/>
                  </a:lnTo>
                  <a:lnTo>
                    <a:pt x="20" y="22"/>
                  </a:lnTo>
                  <a:lnTo>
                    <a:pt x="10" y="18"/>
                  </a:lnTo>
                  <a:lnTo>
                    <a:pt x="4" y="18"/>
                  </a:lnTo>
                  <a:lnTo>
                    <a:pt x="0" y="22"/>
                  </a:lnTo>
                  <a:lnTo>
                    <a:pt x="6" y="26"/>
                  </a:lnTo>
                  <a:lnTo>
                    <a:pt x="10" y="26"/>
                  </a:lnTo>
                  <a:lnTo>
                    <a:pt x="14" y="26"/>
                  </a:lnTo>
                  <a:lnTo>
                    <a:pt x="16" y="26"/>
                  </a:lnTo>
                  <a:lnTo>
                    <a:pt x="20" y="28"/>
                  </a:lnTo>
                  <a:lnTo>
                    <a:pt x="20" y="30"/>
                  </a:lnTo>
                  <a:lnTo>
                    <a:pt x="22" y="32"/>
                  </a:lnTo>
                  <a:lnTo>
                    <a:pt x="26" y="34"/>
                  </a:lnTo>
                  <a:lnTo>
                    <a:pt x="30" y="36"/>
                  </a:lnTo>
                  <a:lnTo>
                    <a:pt x="34" y="36"/>
                  </a:lnTo>
                  <a:lnTo>
                    <a:pt x="36" y="36"/>
                  </a:lnTo>
                  <a:lnTo>
                    <a:pt x="40" y="36"/>
                  </a:lnTo>
                  <a:lnTo>
                    <a:pt x="42" y="36"/>
                  </a:lnTo>
                  <a:lnTo>
                    <a:pt x="42" y="34"/>
                  </a:lnTo>
                  <a:lnTo>
                    <a:pt x="42" y="30"/>
                  </a:lnTo>
                  <a:lnTo>
                    <a:pt x="40" y="30"/>
                  </a:lnTo>
                  <a:lnTo>
                    <a:pt x="40" y="28"/>
                  </a:lnTo>
                  <a:lnTo>
                    <a:pt x="38" y="24"/>
                  </a:lnTo>
                  <a:lnTo>
                    <a:pt x="38" y="22"/>
                  </a:lnTo>
                  <a:lnTo>
                    <a:pt x="38" y="18"/>
                  </a:lnTo>
                  <a:lnTo>
                    <a:pt x="40" y="18"/>
                  </a:lnTo>
                  <a:lnTo>
                    <a:pt x="42" y="16"/>
                  </a:lnTo>
                  <a:lnTo>
                    <a:pt x="44" y="14"/>
                  </a:lnTo>
                  <a:lnTo>
                    <a:pt x="44" y="12"/>
                  </a:lnTo>
                  <a:lnTo>
                    <a:pt x="44" y="8"/>
                  </a:lnTo>
                  <a:lnTo>
                    <a:pt x="42" y="4"/>
                  </a:lnTo>
                  <a:lnTo>
                    <a:pt x="28" y="2"/>
                  </a:lnTo>
                  <a:lnTo>
                    <a:pt x="20" y="0"/>
                  </a:lnTo>
                  <a:lnTo>
                    <a:pt x="12" y="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82" name="Freeform 344"/>
            <p:cNvSpPr>
              <a:spLocks/>
            </p:cNvSpPr>
            <p:nvPr/>
          </p:nvSpPr>
          <p:spPr bwMode="gray">
            <a:xfrm>
              <a:off x="4369" y="2820"/>
              <a:ext cx="140" cy="54"/>
            </a:xfrm>
            <a:custGeom>
              <a:avLst/>
              <a:gdLst>
                <a:gd name="T0" fmla="*/ 18 w 140"/>
                <a:gd name="T1" fmla="*/ 2 h 54"/>
                <a:gd name="T2" fmla="*/ 16 w 140"/>
                <a:gd name="T3" fmla="*/ 2 h 54"/>
                <a:gd name="T4" fmla="*/ 14 w 140"/>
                <a:gd name="T5" fmla="*/ 4 h 54"/>
                <a:gd name="T6" fmla="*/ 10 w 140"/>
                <a:gd name="T7" fmla="*/ 6 h 54"/>
                <a:gd name="T8" fmla="*/ 6 w 140"/>
                <a:gd name="T9" fmla="*/ 8 h 54"/>
                <a:gd name="T10" fmla="*/ 2 w 140"/>
                <a:gd name="T11" fmla="*/ 10 h 54"/>
                <a:gd name="T12" fmla="*/ 0 w 140"/>
                <a:gd name="T13" fmla="*/ 14 h 54"/>
                <a:gd name="T14" fmla="*/ 0 w 140"/>
                <a:gd name="T15" fmla="*/ 18 h 54"/>
                <a:gd name="T16" fmla="*/ 0 w 140"/>
                <a:gd name="T17" fmla="*/ 18 h 54"/>
                <a:gd name="T18" fmla="*/ 2 w 140"/>
                <a:gd name="T19" fmla="*/ 20 h 54"/>
                <a:gd name="T20" fmla="*/ 4 w 140"/>
                <a:gd name="T21" fmla="*/ 22 h 54"/>
                <a:gd name="T22" fmla="*/ 8 w 140"/>
                <a:gd name="T23" fmla="*/ 22 h 54"/>
                <a:gd name="T24" fmla="*/ 12 w 140"/>
                <a:gd name="T25" fmla="*/ 22 h 54"/>
                <a:gd name="T26" fmla="*/ 16 w 140"/>
                <a:gd name="T27" fmla="*/ 20 h 54"/>
                <a:gd name="T28" fmla="*/ 20 w 140"/>
                <a:gd name="T29" fmla="*/ 18 h 54"/>
                <a:gd name="T30" fmla="*/ 24 w 140"/>
                <a:gd name="T31" fmla="*/ 16 h 54"/>
                <a:gd name="T32" fmla="*/ 28 w 140"/>
                <a:gd name="T33" fmla="*/ 16 h 54"/>
                <a:gd name="T34" fmla="*/ 32 w 140"/>
                <a:gd name="T35" fmla="*/ 16 h 54"/>
                <a:gd name="T36" fmla="*/ 34 w 140"/>
                <a:gd name="T37" fmla="*/ 18 h 54"/>
                <a:gd name="T38" fmla="*/ 36 w 140"/>
                <a:gd name="T39" fmla="*/ 18 h 54"/>
                <a:gd name="T40" fmla="*/ 40 w 140"/>
                <a:gd name="T41" fmla="*/ 20 h 54"/>
                <a:gd name="T42" fmla="*/ 44 w 140"/>
                <a:gd name="T43" fmla="*/ 22 h 54"/>
                <a:gd name="T44" fmla="*/ 48 w 140"/>
                <a:gd name="T45" fmla="*/ 22 h 54"/>
                <a:gd name="T46" fmla="*/ 50 w 140"/>
                <a:gd name="T47" fmla="*/ 24 h 54"/>
                <a:gd name="T48" fmla="*/ 52 w 140"/>
                <a:gd name="T49" fmla="*/ 24 h 54"/>
                <a:gd name="T50" fmla="*/ 68 w 140"/>
                <a:gd name="T51" fmla="*/ 32 h 54"/>
                <a:gd name="T52" fmla="*/ 68 w 140"/>
                <a:gd name="T53" fmla="*/ 32 h 54"/>
                <a:gd name="T54" fmla="*/ 70 w 140"/>
                <a:gd name="T55" fmla="*/ 34 h 54"/>
                <a:gd name="T56" fmla="*/ 74 w 140"/>
                <a:gd name="T57" fmla="*/ 36 h 54"/>
                <a:gd name="T58" fmla="*/ 80 w 140"/>
                <a:gd name="T59" fmla="*/ 40 h 54"/>
                <a:gd name="T60" fmla="*/ 88 w 140"/>
                <a:gd name="T61" fmla="*/ 40 h 54"/>
                <a:gd name="T62" fmla="*/ 98 w 140"/>
                <a:gd name="T63" fmla="*/ 42 h 54"/>
                <a:gd name="T64" fmla="*/ 98 w 140"/>
                <a:gd name="T65" fmla="*/ 46 h 54"/>
                <a:gd name="T66" fmla="*/ 90 w 140"/>
                <a:gd name="T67" fmla="*/ 50 h 54"/>
                <a:gd name="T68" fmla="*/ 92 w 140"/>
                <a:gd name="T69" fmla="*/ 54 h 54"/>
                <a:gd name="T70" fmla="*/ 94 w 140"/>
                <a:gd name="T71" fmla="*/ 54 h 54"/>
                <a:gd name="T72" fmla="*/ 96 w 140"/>
                <a:gd name="T73" fmla="*/ 54 h 54"/>
                <a:gd name="T74" fmla="*/ 102 w 140"/>
                <a:gd name="T75" fmla="*/ 54 h 54"/>
                <a:gd name="T76" fmla="*/ 108 w 140"/>
                <a:gd name="T77" fmla="*/ 54 h 54"/>
                <a:gd name="T78" fmla="*/ 114 w 140"/>
                <a:gd name="T79" fmla="*/ 54 h 54"/>
                <a:gd name="T80" fmla="*/ 120 w 140"/>
                <a:gd name="T81" fmla="*/ 54 h 54"/>
                <a:gd name="T82" fmla="*/ 122 w 140"/>
                <a:gd name="T83" fmla="*/ 54 h 54"/>
                <a:gd name="T84" fmla="*/ 138 w 140"/>
                <a:gd name="T85" fmla="*/ 52 h 54"/>
                <a:gd name="T86" fmla="*/ 138 w 140"/>
                <a:gd name="T87" fmla="*/ 52 h 54"/>
                <a:gd name="T88" fmla="*/ 138 w 140"/>
                <a:gd name="T89" fmla="*/ 50 h 54"/>
                <a:gd name="T90" fmla="*/ 140 w 140"/>
                <a:gd name="T91" fmla="*/ 48 h 54"/>
                <a:gd name="T92" fmla="*/ 140 w 140"/>
                <a:gd name="T93" fmla="*/ 46 h 54"/>
                <a:gd name="T94" fmla="*/ 138 w 140"/>
                <a:gd name="T95" fmla="*/ 42 h 54"/>
                <a:gd name="T96" fmla="*/ 120 w 140"/>
                <a:gd name="T97" fmla="*/ 34 h 54"/>
                <a:gd name="T98" fmla="*/ 116 w 140"/>
                <a:gd name="T99" fmla="*/ 30 h 54"/>
                <a:gd name="T100" fmla="*/ 86 w 140"/>
                <a:gd name="T101" fmla="*/ 22 h 54"/>
                <a:gd name="T102" fmla="*/ 76 w 140"/>
                <a:gd name="T103" fmla="*/ 20 h 54"/>
                <a:gd name="T104" fmla="*/ 74 w 140"/>
                <a:gd name="T105" fmla="*/ 20 h 54"/>
                <a:gd name="T106" fmla="*/ 70 w 140"/>
                <a:gd name="T107" fmla="*/ 16 h 54"/>
                <a:gd name="T108" fmla="*/ 66 w 140"/>
                <a:gd name="T109" fmla="*/ 14 h 54"/>
                <a:gd name="T110" fmla="*/ 58 w 140"/>
                <a:gd name="T111" fmla="*/ 8 h 54"/>
                <a:gd name="T112" fmla="*/ 32 w 140"/>
                <a:gd name="T113" fmla="*/ 0 h 54"/>
                <a:gd name="T114" fmla="*/ 18 w 140"/>
                <a:gd name="T115" fmla="*/ 2 h 5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40"/>
                <a:gd name="T175" fmla="*/ 0 h 54"/>
                <a:gd name="T176" fmla="*/ 140 w 140"/>
                <a:gd name="T177" fmla="*/ 54 h 5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40" h="54">
                  <a:moveTo>
                    <a:pt x="18" y="2"/>
                  </a:moveTo>
                  <a:lnTo>
                    <a:pt x="16" y="2"/>
                  </a:lnTo>
                  <a:lnTo>
                    <a:pt x="14" y="4"/>
                  </a:lnTo>
                  <a:lnTo>
                    <a:pt x="10" y="6"/>
                  </a:lnTo>
                  <a:lnTo>
                    <a:pt x="6" y="8"/>
                  </a:lnTo>
                  <a:lnTo>
                    <a:pt x="2" y="10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2" y="20"/>
                  </a:lnTo>
                  <a:lnTo>
                    <a:pt x="4" y="22"/>
                  </a:lnTo>
                  <a:lnTo>
                    <a:pt x="8" y="22"/>
                  </a:lnTo>
                  <a:lnTo>
                    <a:pt x="12" y="22"/>
                  </a:lnTo>
                  <a:lnTo>
                    <a:pt x="16" y="20"/>
                  </a:lnTo>
                  <a:lnTo>
                    <a:pt x="20" y="18"/>
                  </a:lnTo>
                  <a:lnTo>
                    <a:pt x="24" y="16"/>
                  </a:lnTo>
                  <a:lnTo>
                    <a:pt x="28" y="16"/>
                  </a:lnTo>
                  <a:lnTo>
                    <a:pt x="32" y="16"/>
                  </a:lnTo>
                  <a:lnTo>
                    <a:pt x="34" y="18"/>
                  </a:lnTo>
                  <a:lnTo>
                    <a:pt x="36" y="18"/>
                  </a:lnTo>
                  <a:lnTo>
                    <a:pt x="40" y="20"/>
                  </a:lnTo>
                  <a:lnTo>
                    <a:pt x="44" y="22"/>
                  </a:lnTo>
                  <a:lnTo>
                    <a:pt x="48" y="22"/>
                  </a:lnTo>
                  <a:lnTo>
                    <a:pt x="50" y="24"/>
                  </a:lnTo>
                  <a:lnTo>
                    <a:pt x="52" y="24"/>
                  </a:lnTo>
                  <a:lnTo>
                    <a:pt x="68" y="32"/>
                  </a:lnTo>
                  <a:lnTo>
                    <a:pt x="70" y="34"/>
                  </a:lnTo>
                  <a:lnTo>
                    <a:pt x="74" y="36"/>
                  </a:lnTo>
                  <a:lnTo>
                    <a:pt x="80" y="40"/>
                  </a:lnTo>
                  <a:lnTo>
                    <a:pt x="88" y="40"/>
                  </a:lnTo>
                  <a:lnTo>
                    <a:pt x="98" y="42"/>
                  </a:lnTo>
                  <a:lnTo>
                    <a:pt x="98" y="46"/>
                  </a:lnTo>
                  <a:lnTo>
                    <a:pt x="90" y="50"/>
                  </a:lnTo>
                  <a:lnTo>
                    <a:pt x="92" y="54"/>
                  </a:lnTo>
                  <a:lnTo>
                    <a:pt x="94" y="54"/>
                  </a:lnTo>
                  <a:lnTo>
                    <a:pt x="96" y="54"/>
                  </a:lnTo>
                  <a:lnTo>
                    <a:pt x="102" y="54"/>
                  </a:lnTo>
                  <a:lnTo>
                    <a:pt x="108" y="54"/>
                  </a:lnTo>
                  <a:lnTo>
                    <a:pt x="114" y="54"/>
                  </a:lnTo>
                  <a:lnTo>
                    <a:pt x="120" y="54"/>
                  </a:lnTo>
                  <a:lnTo>
                    <a:pt x="122" y="54"/>
                  </a:lnTo>
                  <a:lnTo>
                    <a:pt x="138" y="52"/>
                  </a:lnTo>
                  <a:lnTo>
                    <a:pt x="138" y="50"/>
                  </a:lnTo>
                  <a:lnTo>
                    <a:pt x="140" y="48"/>
                  </a:lnTo>
                  <a:lnTo>
                    <a:pt x="140" y="46"/>
                  </a:lnTo>
                  <a:lnTo>
                    <a:pt x="138" y="42"/>
                  </a:lnTo>
                  <a:lnTo>
                    <a:pt x="120" y="34"/>
                  </a:lnTo>
                  <a:lnTo>
                    <a:pt x="116" y="30"/>
                  </a:lnTo>
                  <a:lnTo>
                    <a:pt x="86" y="22"/>
                  </a:lnTo>
                  <a:lnTo>
                    <a:pt x="76" y="20"/>
                  </a:lnTo>
                  <a:lnTo>
                    <a:pt x="74" y="20"/>
                  </a:lnTo>
                  <a:lnTo>
                    <a:pt x="70" y="16"/>
                  </a:lnTo>
                  <a:lnTo>
                    <a:pt x="66" y="14"/>
                  </a:lnTo>
                  <a:lnTo>
                    <a:pt x="58" y="8"/>
                  </a:lnTo>
                  <a:lnTo>
                    <a:pt x="32" y="0"/>
                  </a:lnTo>
                  <a:lnTo>
                    <a:pt x="18" y="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83" name="Freeform 345"/>
            <p:cNvSpPr>
              <a:spLocks/>
            </p:cNvSpPr>
            <p:nvPr/>
          </p:nvSpPr>
          <p:spPr bwMode="gray">
            <a:xfrm>
              <a:off x="4605" y="1462"/>
              <a:ext cx="440" cy="658"/>
            </a:xfrm>
            <a:custGeom>
              <a:avLst/>
              <a:gdLst>
                <a:gd name="T0" fmla="*/ 96 w 440"/>
                <a:gd name="T1" fmla="*/ 110 h 658"/>
                <a:gd name="T2" fmla="*/ 70 w 440"/>
                <a:gd name="T3" fmla="*/ 128 h 658"/>
                <a:gd name="T4" fmla="*/ 50 w 440"/>
                <a:gd name="T5" fmla="*/ 154 h 658"/>
                <a:gd name="T6" fmla="*/ 66 w 440"/>
                <a:gd name="T7" fmla="*/ 176 h 658"/>
                <a:gd name="T8" fmla="*/ 54 w 440"/>
                <a:gd name="T9" fmla="*/ 202 h 658"/>
                <a:gd name="T10" fmla="*/ 22 w 440"/>
                <a:gd name="T11" fmla="*/ 214 h 658"/>
                <a:gd name="T12" fmla="*/ 2 w 440"/>
                <a:gd name="T13" fmla="*/ 226 h 658"/>
                <a:gd name="T14" fmla="*/ 26 w 440"/>
                <a:gd name="T15" fmla="*/ 256 h 658"/>
                <a:gd name="T16" fmla="*/ 52 w 440"/>
                <a:gd name="T17" fmla="*/ 258 h 658"/>
                <a:gd name="T18" fmla="*/ 38 w 440"/>
                <a:gd name="T19" fmla="*/ 272 h 658"/>
                <a:gd name="T20" fmla="*/ 20 w 440"/>
                <a:gd name="T21" fmla="*/ 274 h 658"/>
                <a:gd name="T22" fmla="*/ 24 w 440"/>
                <a:gd name="T23" fmla="*/ 296 h 658"/>
                <a:gd name="T24" fmla="*/ 46 w 440"/>
                <a:gd name="T25" fmla="*/ 318 h 658"/>
                <a:gd name="T26" fmla="*/ 94 w 440"/>
                <a:gd name="T27" fmla="*/ 304 h 658"/>
                <a:gd name="T28" fmla="*/ 120 w 440"/>
                <a:gd name="T29" fmla="*/ 314 h 658"/>
                <a:gd name="T30" fmla="*/ 142 w 440"/>
                <a:gd name="T31" fmla="*/ 378 h 658"/>
                <a:gd name="T32" fmla="*/ 144 w 440"/>
                <a:gd name="T33" fmla="*/ 410 h 658"/>
                <a:gd name="T34" fmla="*/ 142 w 440"/>
                <a:gd name="T35" fmla="*/ 428 h 658"/>
                <a:gd name="T36" fmla="*/ 148 w 440"/>
                <a:gd name="T37" fmla="*/ 434 h 658"/>
                <a:gd name="T38" fmla="*/ 166 w 440"/>
                <a:gd name="T39" fmla="*/ 448 h 658"/>
                <a:gd name="T40" fmla="*/ 162 w 440"/>
                <a:gd name="T41" fmla="*/ 456 h 658"/>
                <a:gd name="T42" fmla="*/ 166 w 440"/>
                <a:gd name="T43" fmla="*/ 470 h 658"/>
                <a:gd name="T44" fmla="*/ 160 w 440"/>
                <a:gd name="T45" fmla="*/ 502 h 658"/>
                <a:gd name="T46" fmla="*/ 150 w 440"/>
                <a:gd name="T47" fmla="*/ 532 h 658"/>
                <a:gd name="T48" fmla="*/ 166 w 440"/>
                <a:gd name="T49" fmla="*/ 598 h 658"/>
                <a:gd name="T50" fmla="*/ 194 w 440"/>
                <a:gd name="T51" fmla="*/ 646 h 658"/>
                <a:gd name="T52" fmla="*/ 214 w 440"/>
                <a:gd name="T53" fmla="*/ 648 h 658"/>
                <a:gd name="T54" fmla="*/ 234 w 440"/>
                <a:gd name="T55" fmla="*/ 652 h 658"/>
                <a:gd name="T56" fmla="*/ 242 w 440"/>
                <a:gd name="T57" fmla="*/ 610 h 658"/>
                <a:gd name="T58" fmla="*/ 258 w 440"/>
                <a:gd name="T59" fmla="*/ 564 h 658"/>
                <a:gd name="T60" fmla="*/ 282 w 440"/>
                <a:gd name="T61" fmla="*/ 556 h 658"/>
                <a:gd name="T62" fmla="*/ 328 w 440"/>
                <a:gd name="T63" fmla="*/ 510 h 658"/>
                <a:gd name="T64" fmla="*/ 348 w 440"/>
                <a:gd name="T65" fmla="*/ 500 h 658"/>
                <a:gd name="T66" fmla="*/ 372 w 440"/>
                <a:gd name="T67" fmla="*/ 486 h 658"/>
                <a:gd name="T68" fmla="*/ 378 w 440"/>
                <a:gd name="T69" fmla="*/ 464 h 658"/>
                <a:gd name="T70" fmla="*/ 340 w 440"/>
                <a:gd name="T71" fmla="*/ 474 h 658"/>
                <a:gd name="T72" fmla="*/ 344 w 440"/>
                <a:gd name="T73" fmla="*/ 468 h 658"/>
                <a:gd name="T74" fmla="*/ 360 w 440"/>
                <a:gd name="T75" fmla="*/ 438 h 658"/>
                <a:gd name="T76" fmla="*/ 370 w 440"/>
                <a:gd name="T77" fmla="*/ 436 h 658"/>
                <a:gd name="T78" fmla="*/ 390 w 440"/>
                <a:gd name="T79" fmla="*/ 426 h 658"/>
                <a:gd name="T80" fmla="*/ 384 w 440"/>
                <a:gd name="T81" fmla="*/ 392 h 658"/>
                <a:gd name="T82" fmla="*/ 402 w 440"/>
                <a:gd name="T83" fmla="*/ 374 h 658"/>
                <a:gd name="T84" fmla="*/ 414 w 440"/>
                <a:gd name="T85" fmla="*/ 322 h 658"/>
                <a:gd name="T86" fmla="*/ 382 w 440"/>
                <a:gd name="T87" fmla="*/ 310 h 658"/>
                <a:gd name="T88" fmla="*/ 380 w 440"/>
                <a:gd name="T89" fmla="*/ 270 h 658"/>
                <a:gd name="T90" fmla="*/ 380 w 440"/>
                <a:gd name="T91" fmla="*/ 210 h 658"/>
                <a:gd name="T92" fmla="*/ 396 w 440"/>
                <a:gd name="T93" fmla="*/ 174 h 658"/>
                <a:gd name="T94" fmla="*/ 414 w 440"/>
                <a:gd name="T95" fmla="*/ 140 h 658"/>
                <a:gd name="T96" fmla="*/ 410 w 440"/>
                <a:gd name="T97" fmla="*/ 130 h 658"/>
                <a:gd name="T98" fmla="*/ 436 w 440"/>
                <a:gd name="T99" fmla="*/ 86 h 658"/>
                <a:gd name="T100" fmla="*/ 408 w 440"/>
                <a:gd name="T101" fmla="*/ 74 h 658"/>
                <a:gd name="T102" fmla="*/ 398 w 440"/>
                <a:gd name="T103" fmla="*/ 108 h 658"/>
                <a:gd name="T104" fmla="*/ 398 w 440"/>
                <a:gd name="T105" fmla="*/ 66 h 658"/>
                <a:gd name="T106" fmla="*/ 368 w 440"/>
                <a:gd name="T107" fmla="*/ 78 h 658"/>
                <a:gd name="T108" fmla="*/ 364 w 440"/>
                <a:gd name="T109" fmla="*/ 60 h 658"/>
                <a:gd name="T110" fmla="*/ 332 w 440"/>
                <a:gd name="T111" fmla="*/ 62 h 658"/>
                <a:gd name="T112" fmla="*/ 368 w 440"/>
                <a:gd name="T113" fmla="*/ 44 h 658"/>
                <a:gd name="T114" fmla="*/ 338 w 440"/>
                <a:gd name="T115" fmla="*/ 18 h 658"/>
                <a:gd name="T116" fmla="*/ 288 w 440"/>
                <a:gd name="T117" fmla="*/ 38 h 658"/>
                <a:gd name="T118" fmla="*/ 318 w 440"/>
                <a:gd name="T119" fmla="*/ 4 h 658"/>
                <a:gd name="T120" fmla="*/ 224 w 440"/>
                <a:gd name="T121" fmla="*/ 42 h 658"/>
                <a:gd name="T122" fmla="*/ 164 w 440"/>
                <a:gd name="T123" fmla="*/ 66 h 65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440"/>
                <a:gd name="T187" fmla="*/ 0 h 658"/>
                <a:gd name="T188" fmla="*/ 440 w 440"/>
                <a:gd name="T189" fmla="*/ 658 h 658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440" h="658">
                  <a:moveTo>
                    <a:pt x="104" y="78"/>
                  </a:moveTo>
                  <a:lnTo>
                    <a:pt x="102" y="78"/>
                  </a:lnTo>
                  <a:lnTo>
                    <a:pt x="102" y="80"/>
                  </a:lnTo>
                  <a:lnTo>
                    <a:pt x="98" y="82"/>
                  </a:lnTo>
                  <a:lnTo>
                    <a:pt x="96" y="86"/>
                  </a:lnTo>
                  <a:lnTo>
                    <a:pt x="96" y="88"/>
                  </a:lnTo>
                  <a:lnTo>
                    <a:pt x="94" y="92"/>
                  </a:lnTo>
                  <a:lnTo>
                    <a:pt x="96" y="94"/>
                  </a:lnTo>
                  <a:lnTo>
                    <a:pt x="96" y="96"/>
                  </a:lnTo>
                  <a:lnTo>
                    <a:pt x="96" y="102"/>
                  </a:lnTo>
                  <a:lnTo>
                    <a:pt x="96" y="110"/>
                  </a:lnTo>
                  <a:lnTo>
                    <a:pt x="96" y="112"/>
                  </a:lnTo>
                  <a:lnTo>
                    <a:pt x="96" y="116"/>
                  </a:lnTo>
                  <a:lnTo>
                    <a:pt x="96" y="118"/>
                  </a:lnTo>
                  <a:lnTo>
                    <a:pt x="94" y="122"/>
                  </a:lnTo>
                  <a:lnTo>
                    <a:pt x="90" y="122"/>
                  </a:lnTo>
                  <a:lnTo>
                    <a:pt x="76" y="122"/>
                  </a:lnTo>
                  <a:lnTo>
                    <a:pt x="74" y="122"/>
                  </a:lnTo>
                  <a:lnTo>
                    <a:pt x="74" y="124"/>
                  </a:lnTo>
                  <a:lnTo>
                    <a:pt x="72" y="126"/>
                  </a:lnTo>
                  <a:lnTo>
                    <a:pt x="70" y="128"/>
                  </a:lnTo>
                  <a:lnTo>
                    <a:pt x="68" y="128"/>
                  </a:lnTo>
                  <a:lnTo>
                    <a:pt x="56" y="130"/>
                  </a:lnTo>
                  <a:lnTo>
                    <a:pt x="56" y="132"/>
                  </a:lnTo>
                  <a:lnTo>
                    <a:pt x="56" y="134"/>
                  </a:lnTo>
                  <a:lnTo>
                    <a:pt x="56" y="138"/>
                  </a:lnTo>
                  <a:lnTo>
                    <a:pt x="52" y="142"/>
                  </a:lnTo>
                  <a:lnTo>
                    <a:pt x="50" y="144"/>
                  </a:lnTo>
                  <a:lnTo>
                    <a:pt x="48" y="146"/>
                  </a:lnTo>
                  <a:lnTo>
                    <a:pt x="48" y="150"/>
                  </a:lnTo>
                  <a:lnTo>
                    <a:pt x="50" y="154"/>
                  </a:lnTo>
                  <a:lnTo>
                    <a:pt x="54" y="156"/>
                  </a:lnTo>
                  <a:lnTo>
                    <a:pt x="58" y="156"/>
                  </a:lnTo>
                  <a:lnTo>
                    <a:pt x="62" y="158"/>
                  </a:lnTo>
                  <a:lnTo>
                    <a:pt x="68" y="158"/>
                  </a:lnTo>
                  <a:lnTo>
                    <a:pt x="68" y="160"/>
                  </a:lnTo>
                  <a:lnTo>
                    <a:pt x="68" y="162"/>
                  </a:lnTo>
                  <a:lnTo>
                    <a:pt x="68" y="166"/>
                  </a:lnTo>
                  <a:lnTo>
                    <a:pt x="68" y="168"/>
                  </a:lnTo>
                  <a:lnTo>
                    <a:pt x="66" y="172"/>
                  </a:lnTo>
                  <a:lnTo>
                    <a:pt x="66" y="176"/>
                  </a:lnTo>
                  <a:lnTo>
                    <a:pt x="68" y="180"/>
                  </a:lnTo>
                  <a:lnTo>
                    <a:pt x="68" y="182"/>
                  </a:lnTo>
                  <a:lnTo>
                    <a:pt x="68" y="186"/>
                  </a:lnTo>
                  <a:lnTo>
                    <a:pt x="68" y="190"/>
                  </a:lnTo>
                  <a:lnTo>
                    <a:pt x="66" y="192"/>
                  </a:lnTo>
                  <a:lnTo>
                    <a:pt x="64" y="194"/>
                  </a:lnTo>
                  <a:lnTo>
                    <a:pt x="62" y="194"/>
                  </a:lnTo>
                  <a:lnTo>
                    <a:pt x="58" y="194"/>
                  </a:lnTo>
                  <a:lnTo>
                    <a:pt x="56" y="196"/>
                  </a:lnTo>
                  <a:lnTo>
                    <a:pt x="56" y="200"/>
                  </a:lnTo>
                  <a:lnTo>
                    <a:pt x="54" y="202"/>
                  </a:lnTo>
                  <a:lnTo>
                    <a:pt x="52" y="202"/>
                  </a:lnTo>
                  <a:lnTo>
                    <a:pt x="48" y="202"/>
                  </a:lnTo>
                  <a:lnTo>
                    <a:pt x="46" y="202"/>
                  </a:lnTo>
                  <a:lnTo>
                    <a:pt x="44" y="202"/>
                  </a:lnTo>
                  <a:lnTo>
                    <a:pt x="42" y="204"/>
                  </a:lnTo>
                  <a:lnTo>
                    <a:pt x="42" y="206"/>
                  </a:lnTo>
                  <a:lnTo>
                    <a:pt x="38" y="208"/>
                  </a:lnTo>
                  <a:lnTo>
                    <a:pt x="32" y="212"/>
                  </a:lnTo>
                  <a:lnTo>
                    <a:pt x="28" y="214"/>
                  </a:lnTo>
                  <a:lnTo>
                    <a:pt x="22" y="214"/>
                  </a:lnTo>
                  <a:lnTo>
                    <a:pt x="20" y="214"/>
                  </a:lnTo>
                  <a:lnTo>
                    <a:pt x="16" y="214"/>
                  </a:lnTo>
                  <a:lnTo>
                    <a:pt x="14" y="216"/>
                  </a:lnTo>
                  <a:lnTo>
                    <a:pt x="10" y="218"/>
                  </a:lnTo>
                  <a:lnTo>
                    <a:pt x="10" y="220"/>
                  </a:lnTo>
                  <a:lnTo>
                    <a:pt x="8" y="222"/>
                  </a:lnTo>
                  <a:lnTo>
                    <a:pt x="6" y="222"/>
                  </a:lnTo>
                  <a:lnTo>
                    <a:pt x="6" y="224"/>
                  </a:lnTo>
                  <a:lnTo>
                    <a:pt x="4" y="224"/>
                  </a:lnTo>
                  <a:lnTo>
                    <a:pt x="2" y="226"/>
                  </a:lnTo>
                  <a:lnTo>
                    <a:pt x="0" y="230"/>
                  </a:lnTo>
                  <a:lnTo>
                    <a:pt x="2" y="234"/>
                  </a:lnTo>
                  <a:lnTo>
                    <a:pt x="4" y="238"/>
                  </a:lnTo>
                  <a:lnTo>
                    <a:pt x="6" y="240"/>
                  </a:lnTo>
                  <a:lnTo>
                    <a:pt x="10" y="240"/>
                  </a:lnTo>
                  <a:lnTo>
                    <a:pt x="18" y="246"/>
                  </a:lnTo>
                  <a:lnTo>
                    <a:pt x="20" y="248"/>
                  </a:lnTo>
                  <a:lnTo>
                    <a:pt x="22" y="250"/>
                  </a:lnTo>
                  <a:lnTo>
                    <a:pt x="24" y="252"/>
                  </a:lnTo>
                  <a:lnTo>
                    <a:pt x="24" y="254"/>
                  </a:lnTo>
                  <a:lnTo>
                    <a:pt x="26" y="256"/>
                  </a:lnTo>
                  <a:lnTo>
                    <a:pt x="30" y="256"/>
                  </a:lnTo>
                  <a:lnTo>
                    <a:pt x="34" y="256"/>
                  </a:lnTo>
                  <a:lnTo>
                    <a:pt x="40" y="256"/>
                  </a:lnTo>
                  <a:lnTo>
                    <a:pt x="40" y="254"/>
                  </a:lnTo>
                  <a:lnTo>
                    <a:pt x="40" y="252"/>
                  </a:lnTo>
                  <a:lnTo>
                    <a:pt x="42" y="252"/>
                  </a:lnTo>
                  <a:lnTo>
                    <a:pt x="44" y="250"/>
                  </a:lnTo>
                  <a:lnTo>
                    <a:pt x="46" y="252"/>
                  </a:lnTo>
                  <a:lnTo>
                    <a:pt x="48" y="254"/>
                  </a:lnTo>
                  <a:lnTo>
                    <a:pt x="50" y="256"/>
                  </a:lnTo>
                  <a:lnTo>
                    <a:pt x="52" y="258"/>
                  </a:lnTo>
                  <a:lnTo>
                    <a:pt x="52" y="260"/>
                  </a:lnTo>
                  <a:lnTo>
                    <a:pt x="48" y="262"/>
                  </a:lnTo>
                  <a:lnTo>
                    <a:pt x="44" y="264"/>
                  </a:lnTo>
                  <a:lnTo>
                    <a:pt x="42" y="266"/>
                  </a:lnTo>
                  <a:lnTo>
                    <a:pt x="42" y="268"/>
                  </a:lnTo>
                  <a:lnTo>
                    <a:pt x="44" y="270"/>
                  </a:lnTo>
                  <a:lnTo>
                    <a:pt x="44" y="272"/>
                  </a:lnTo>
                  <a:lnTo>
                    <a:pt x="44" y="274"/>
                  </a:lnTo>
                  <a:lnTo>
                    <a:pt x="42" y="274"/>
                  </a:lnTo>
                  <a:lnTo>
                    <a:pt x="38" y="272"/>
                  </a:lnTo>
                  <a:lnTo>
                    <a:pt x="36" y="270"/>
                  </a:lnTo>
                  <a:lnTo>
                    <a:pt x="32" y="268"/>
                  </a:lnTo>
                  <a:lnTo>
                    <a:pt x="32" y="270"/>
                  </a:lnTo>
                  <a:lnTo>
                    <a:pt x="30" y="272"/>
                  </a:lnTo>
                  <a:lnTo>
                    <a:pt x="30" y="276"/>
                  </a:lnTo>
                  <a:lnTo>
                    <a:pt x="30" y="278"/>
                  </a:lnTo>
                  <a:lnTo>
                    <a:pt x="28" y="278"/>
                  </a:lnTo>
                  <a:lnTo>
                    <a:pt x="26" y="278"/>
                  </a:lnTo>
                  <a:lnTo>
                    <a:pt x="24" y="276"/>
                  </a:lnTo>
                  <a:lnTo>
                    <a:pt x="20" y="274"/>
                  </a:lnTo>
                  <a:lnTo>
                    <a:pt x="18" y="272"/>
                  </a:lnTo>
                  <a:lnTo>
                    <a:pt x="16" y="274"/>
                  </a:lnTo>
                  <a:lnTo>
                    <a:pt x="12" y="276"/>
                  </a:lnTo>
                  <a:lnTo>
                    <a:pt x="10" y="278"/>
                  </a:lnTo>
                  <a:lnTo>
                    <a:pt x="8" y="280"/>
                  </a:lnTo>
                  <a:lnTo>
                    <a:pt x="10" y="282"/>
                  </a:lnTo>
                  <a:lnTo>
                    <a:pt x="12" y="286"/>
                  </a:lnTo>
                  <a:lnTo>
                    <a:pt x="14" y="290"/>
                  </a:lnTo>
                  <a:lnTo>
                    <a:pt x="18" y="292"/>
                  </a:lnTo>
                  <a:lnTo>
                    <a:pt x="22" y="294"/>
                  </a:lnTo>
                  <a:lnTo>
                    <a:pt x="24" y="296"/>
                  </a:lnTo>
                  <a:lnTo>
                    <a:pt x="26" y="296"/>
                  </a:lnTo>
                  <a:lnTo>
                    <a:pt x="26" y="304"/>
                  </a:lnTo>
                  <a:lnTo>
                    <a:pt x="28" y="304"/>
                  </a:lnTo>
                  <a:lnTo>
                    <a:pt x="30" y="304"/>
                  </a:lnTo>
                  <a:lnTo>
                    <a:pt x="34" y="306"/>
                  </a:lnTo>
                  <a:lnTo>
                    <a:pt x="38" y="308"/>
                  </a:lnTo>
                  <a:lnTo>
                    <a:pt x="40" y="310"/>
                  </a:lnTo>
                  <a:lnTo>
                    <a:pt x="42" y="312"/>
                  </a:lnTo>
                  <a:lnTo>
                    <a:pt x="44" y="314"/>
                  </a:lnTo>
                  <a:lnTo>
                    <a:pt x="44" y="316"/>
                  </a:lnTo>
                  <a:lnTo>
                    <a:pt x="46" y="318"/>
                  </a:lnTo>
                  <a:lnTo>
                    <a:pt x="48" y="318"/>
                  </a:lnTo>
                  <a:lnTo>
                    <a:pt x="50" y="318"/>
                  </a:lnTo>
                  <a:lnTo>
                    <a:pt x="54" y="318"/>
                  </a:lnTo>
                  <a:lnTo>
                    <a:pt x="58" y="316"/>
                  </a:lnTo>
                  <a:lnTo>
                    <a:pt x="66" y="312"/>
                  </a:lnTo>
                  <a:lnTo>
                    <a:pt x="70" y="308"/>
                  </a:lnTo>
                  <a:lnTo>
                    <a:pt x="74" y="306"/>
                  </a:lnTo>
                  <a:lnTo>
                    <a:pt x="78" y="304"/>
                  </a:lnTo>
                  <a:lnTo>
                    <a:pt x="82" y="304"/>
                  </a:lnTo>
                  <a:lnTo>
                    <a:pt x="88" y="304"/>
                  </a:lnTo>
                  <a:lnTo>
                    <a:pt x="94" y="304"/>
                  </a:lnTo>
                  <a:lnTo>
                    <a:pt x="98" y="302"/>
                  </a:lnTo>
                  <a:lnTo>
                    <a:pt x="104" y="302"/>
                  </a:lnTo>
                  <a:lnTo>
                    <a:pt x="108" y="302"/>
                  </a:lnTo>
                  <a:lnTo>
                    <a:pt x="110" y="302"/>
                  </a:lnTo>
                  <a:lnTo>
                    <a:pt x="112" y="304"/>
                  </a:lnTo>
                  <a:lnTo>
                    <a:pt x="114" y="306"/>
                  </a:lnTo>
                  <a:lnTo>
                    <a:pt x="116" y="310"/>
                  </a:lnTo>
                  <a:lnTo>
                    <a:pt x="118" y="314"/>
                  </a:lnTo>
                  <a:lnTo>
                    <a:pt x="120" y="314"/>
                  </a:lnTo>
                  <a:lnTo>
                    <a:pt x="124" y="316"/>
                  </a:lnTo>
                  <a:lnTo>
                    <a:pt x="126" y="318"/>
                  </a:lnTo>
                  <a:lnTo>
                    <a:pt x="128" y="324"/>
                  </a:lnTo>
                  <a:lnTo>
                    <a:pt x="132" y="330"/>
                  </a:lnTo>
                  <a:lnTo>
                    <a:pt x="132" y="348"/>
                  </a:lnTo>
                  <a:lnTo>
                    <a:pt x="132" y="350"/>
                  </a:lnTo>
                  <a:lnTo>
                    <a:pt x="134" y="352"/>
                  </a:lnTo>
                  <a:lnTo>
                    <a:pt x="136" y="358"/>
                  </a:lnTo>
                  <a:lnTo>
                    <a:pt x="138" y="364"/>
                  </a:lnTo>
                  <a:lnTo>
                    <a:pt x="140" y="370"/>
                  </a:lnTo>
                  <a:lnTo>
                    <a:pt x="142" y="378"/>
                  </a:lnTo>
                  <a:lnTo>
                    <a:pt x="140" y="384"/>
                  </a:lnTo>
                  <a:lnTo>
                    <a:pt x="140" y="390"/>
                  </a:lnTo>
                  <a:lnTo>
                    <a:pt x="142" y="394"/>
                  </a:lnTo>
                  <a:lnTo>
                    <a:pt x="144" y="398"/>
                  </a:lnTo>
                  <a:lnTo>
                    <a:pt x="148" y="402"/>
                  </a:lnTo>
                  <a:lnTo>
                    <a:pt x="148" y="404"/>
                  </a:lnTo>
                  <a:lnTo>
                    <a:pt x="148" y="406"/>
                  </a:lnTo>
                  <a:lnTo>
                    <a:pt x="146" y="408"/>
                  </a:lnTo>
                  <a:lnTo>
                    <a:pt x="146" y="410"/>
                  </a:lnTo>
                  <a:lnTo>
                    <a:pt x="144" y="410"/>
                  </a:lnTo>
                  <a:lnTo>
                    <a:pt x="142" y="410"/>
                  </a:lnTo>
                  <a:lnTo>
                    <a:pt x="140" y="410"/>
                  </a:lnTo>
                  <a:lnTo>
                    <a:pt x="138" y="412"/>
                  </a:lnTo>
                  <a:lnTo>
                    <a:pt x="138" y="416"/>
                  </a:lnTo>
                  <a:lnTo>
                    <a:pt x="140" y="418"/>
                  </a:lnTo>
                  <a:lnTo>
                    <a:pt x="142" y="420"/>
                  </a:lnTo>
                  <a:lnTo>
                    <a:pt x="144" y="422"/>
                  </a:lnTo>
                  <a:lnTo>
                    <a:pt x="144" y="424"/>
                  </a:lnTo>
                  <a:lnTo>
                    <a:pt x="144" y="426"/>
                  </a:lnTo>
                  <a:lnTo>
                    <a:pt x="142" y="428"/>
                  </a:lnTo>
                  <a:lnTo>
                    <a:pt x="138" y="430"/>
                  </a:lnTo>
                  <a:lnTo>
                    <a:pt x="136" y="434"/>
                  </a:lnTo>
                  <a:lnTo>
                    <a:pt x="134" y="436"/>
                  </a:lnTo>
                  <a:lnTo>
                    <a:pt x="132" y="438"/>
                  </a:lnTo>
                  <a:lnTo>
                    <a:pt x="132" y="440"/>
                  </a:lnTo>
                  <a:lnTo>
                    <a:pt x="134" y="440"/>
                  </a:lnTo>
                  <a:lnTo>
                    <a:pt x="138" y="440"/>
                  </a:lnTo>
                  <a:lnTo>
                    <a:pt x="142" y="440"/>
                  </a:lnTo>
                  <a:lnTo>
                    <a:pt x="146" y="438"/>
                  </a:lnTo>
                  <a:lnTo>
                    <a:pt x="146" y="436"/>
                  </a:lnTo>
                  <a:lnTo>
                    <a:pt x="148" y="434"/>
                  </a:lnTo>
                  <a:lnTo>
                    <a:pt x="150" y="430"/>
                  </a:lnTo>
                  <a:lnTo>
                    <a:pt x="152" y="426"/>
                  </a:lnTo>
                  <a:lnTo>
                    <a:pt x="154" y="424"/>
                  </a:lnTo>
                  <a:lnTo>
                    <a:pt x="156" y="424"/>
                  </a:lnTo>
                  <a:lnTo>
                    <a:pt x="158" y="426"/>
                  </a:lnTo>
                  <a:lnTo>
                    <a:pt x="160" y="430"/>
                  </a:lnTo>
                  <a:lnTo>
                    <a:pt x="162" y="434"/>
                  </a:lnTo>
                  <a:lnTo>
                    <a:pt x="162" y="438"/>
                  </a:lnTo>
                  <a:lnTo>
                    <a:pt x="164" y="442"/>
                  </a:lnTo>
                  <a:lnTo>
                    <a:pt x="164" y="446"/>
                  </a:lnTo>
                  <a:lnTo>
                    <a:pt x="166" y="448"/>
                  </a:lnTo>
                  <a:lnTo>
                    <a:pt x="168" y="450"/>
                  </a:lnTo>
                  <a:lnTo>
                    <a:pt x="172" y="450"/>
                  </a:lnTo>
                  <a:lnTo>
                    <a:pt x="176" y="452"/>
                  </a:lnTo>
                  <a:lnTo>
                    <a:pt x="178" y="456"/>
                  </a:lnTo>
                  <a:lnTo>
                    <a:pt x="178" y="460"/>
                  </a:lnTo>
                  <a:lnTo>
                    <a:pt x="178" y="464"/>
                  </a:lnTo>
                  <a:lnTo>
                    <a:pt x="174" y="464"/>
                  </a:lnTo>
                  <a:lnTo>
                    <a:pt x="170" y="462"/>
                  </a:lnTo>
                  <a:lnTo>
                    <a:pt x="166" y="458"/>
                  </a:lnTo>
                  <a:lnTo>
                    <a:pt x="162" y="456"/>
                  </a:lnTo>
                  <a:lnTo>
                    <a:pt x="156" y="454"/>
                  </a:lnTo>
                  <a:lnTo>
                    <a:pt x="152" y="454"/>
                  </a:lnTo>
                  <a:lnTo>
                    <a:pt x="148" y="454"/>
                  </a:lnTo>
                  <a:lnTo>
                    <a:pt x="148" y="456"/>
                  </a:lnTo>
                  <a:lnTo>
                    <a:pt x="148" y="458"/>
                  </a:lnTo>
                  <a:lnTo>
                    <a:pt x="150" y="460"/>
                  </a:lnTo>
                  <a:lnTo>
                    <a:pt x="152" y="464"/>
                  </a:lnTo>
                  <a:lnTo>
                    <a:pt x="156" y="466"/>
                  </a:lnTo>
                  <a:lnTo>
                    <a:pt x="162" y="468"/>
                  </a:lnTo>
                  <a:lnTo>
                    <a:pt x="166" y="470"/>
                  </a:lnTo>
                  <a:lnTo>
                    <a:pt x="170" y="470"/>
                  </a:lnTo>
                  <a:lnTo>
                    <a:pt x="172" y="472"/>
                  </a:lnTo>
                  <a:lnTo>
                    <a:pt x="174" y="474"/>
                  </a:lnTo>
                  <a:lnTo>
                    <a:pt x="176" y="476"/>
                  </a:lnTo>
                  <a:lnTo>
                    <a:pt x="176" y="480"/>
                  </a:lnTo>
                  <a:lnTo>
                    <a:pt x="176" y="484"/>
                  </a:lnTo>
                  <a:lnTo>
                    <a:pt x="172" y="490"/>
                  </a:lnTo>
                  <a:lnTo>
                    <a:pt x="168" y="494"/>
                  </a:lnTo>
                  <a:lnTo>
                    <a:pt x="166" y="498"/>
                  </a:lnTo>
                  <a:lnTo>
                    <a:pt x="162" y="500"/>
                  </a:lnTo>
                  <a:lnTo>
                    <a:pt x="160" y="502"/>
                  </a:lnTo>
                  <a:lnTo>
                    <a:pt x="158" y="502"/>
                  </a:lnTo>
                  <a:lnTo>
                    <a:pt x="156" y="504"/>
                  </a:lnTo>
                  <a:lnTo>
                    <a:pt x="158" y="506"/>
                  </a:lnTo>
                  <a:lnTo>
                    <a:pt x="158" y="508"/>
                  </a:lnTo>
                  <a:lnTo>
                    <a:pt x="160" y="508"/>
                  </a:lnTo>
                  <a:lnTo>
                    <a:pt x="162" y="508"/>
                  </a:lnTo>
                  <a:lnTo>
                    <a:pt x="156" y="514"/>
                  </a:lnTo>
                  <a:lnTo>
                    <a:pt x="148" y="526"/>
                  </a:lnTo>
                  <a:lnTo>
                    <a:pt x="150" y="528"/>
                  </a:lnTo>
                  <a:lnTo>
                    <a:pt x="150" y="532"/>
                  </a:lnTo>
                  <a:lnTo>
                    <a:pt x="152" y="538"/>
                  </a:lnTo>
                  <a:lnTo>
                    <a:pt x="152" y="544"/>
                  </a:lnTo>
                  <a:lnTo>
                    <a:pt x="154" y="550"/>
                  </a:lnTo>
                  <a:lnTo>
                    <a:pt x="154" y="558"/>
                  </a:lnTo>
                  <a:lnTo>
                    <a:pt x="156" y="566"/>
                  </a:lnTo>
                  <a:lnTo>
                    <a:pt x="158" y="572"/>
                  </a:lnTo>
                  <a:lnTo>
                    <a:pt x="160" y="578"/>
                  </a:lnTo>
                  <a:lnTo>
                    <a:pt x="162" y="584"/>
                  </a:lnTo>
                  <a:lnTo>
                    <a:pt x="164" y="588"/>
                  </a:lnTo>
                  <a:lnTo>
                    <a:pt x="166" y="594"/>
                  </a:lnTo>
                  <a:lnTo>
                    <a:pt x="166" y="598"/>
                  </a:lnTo>
                  <a:lnTo>
                    <a:pt x="166" y="600"/>
                  </a:lnTo>
                  <a:lnTo>
                    <a:pt x="178" y="620"/>
                  </a:lnTo>
                  <a:lnTo>
                    <a:pt x="180" y="620"/>
                  </a:lnTo>
                  <a:lnTo>
                    <a:pt x="180" y="624"/>
                  </a:lnTo>
                  <a:lnTo>
                    <a:pt x="180" y="628"/>
                  </a:lnTo>
                  <a:lnTo>
                    <a:pt x="182" y="634"/>
                  </a:lnTo>
                  <a:lnTo>
                    <a:pt x="184" y="638"/>
                  </a:lnTo>
                  <a:lnTo>
                    <a:pt x="184" y="642"/>
                  </a:lnTo>
                  <a:lnTo>
                    <a:pt x="186" y="644"/>
                  </a:lnTo>
                  <a:lnTo>
                    <a:pt x="190" y="646"/>
                  </a:lnTo>
                  <a:lnTo>
                    <a:pt x="194" y="646"/>
                  </a:lnTo>
                  <a:lnTo>
                    <a:pt x="202" y="646"/>
                  </a:lnTo>
                  <a:lnTo>
                    <a:pt x="208" y="644"/>
                  </a:lnTo>
                  <a:lnTo>
                    <a:pt x="212" y="642"/>
                  </a:lnTo>
                  <a:lnTo>
                    <a:pt x="214" y="642"/>
                  </a:lnTo>
                  <a:lnTo>
                    <a:pt x="216" y="640"/>
                  </a:lnTo>
                  <a:lnTo>
                    <a:pt x="218" y="640"/>
                  </a:lnTo>
                  <a:lnTo>
                    <a:pt x="220" y="640"/>
                  </a:lnTo>
                  <a:lnTo>
                    <a:pt x="220" y="642"/>
                  </a:lnTo>
                  <a:lnTo>
                    <a:pt x="218" y="644"/>
                  </a:lnTo>
                  <a:lnTo>
                    <a:pt x="216" y="646"/>
                  </a:lnTo>
                  <a:lnTo>
                    <a:pt x="214" y="648"/>
                  </a:lnTo>
                  <a:lnTo>
                    <a:pt x="212" y="650"/>
                  </a:lnTo>
                  <a:lnTo>
                    <a:pt x="210" y="650"/>
                  </a:lnTo>
                  <a:lnTo>
                    <a:pt x="212" y="652"/>
                  </a:lnTo>
                  <a:lnTo>
                    <a:pt x="214" y="654"/>
                  </a:lnTo>
                  <a:lnTo>
                    <a:pt x="218" y="656"/>
                  </a:lnTo>
                  <a:lnTo>
                    <a:pt x="222" y="656"/>
                  </a:lnTo>
                  <a:lnTo>
                    <a:pt x="226" y="658"/>
                  </a:lnTo>
                  <a:lnTo>
                    <a:pt x="228" y="658"/>
                  </a:lnTo>
                  <a:lnTo>
                    <a:pt x="232" y="658"/>
                  </a:lnTo>
                  <a:lnTo>
                    <a:pt x="234" y="656"/>
                  </a:lnTo>
                  <a:lnTo>
                    <a:pt x="234" y="652"/>
                  </a:lnTo>
                  <a:lnTo>
                    <a:pt x="234" y="644"/>
                  </a:lnTo>
                  <a:lnTo>
                    <a:pt x="234" y="638"/>
                  </a:lnTo>
                  <a:lnTo>
                    <a:pt x="236" y="632"/>
                  </a:lnTo>
                  <a:lnTo>
                    <a:pt x="238" y="630"/>
                  </a:lnTo>
                  <a:lnTo>
                    <a:pt x="240" y="626"/>
                  </a:lnTo>
                  <a:lnTo>
                    <a:pt x="240" y="622"/>
                  </a:lnTo>
                  <a:lnTo>
                    <a:pt x="240" y="618"/>
                  </a:lnTo>
                  <a:lnTo>
                    <a:pt x="238" y="616"/>
                  </a:lnTo>
                  <a:lnTo>
                    <a:pt x="238" y="614"/>
                  </a:lnTo>
                  <a:lnTo>
                    <a:pt x="238" y="612"/>
                  </a:lnTo>
                  <a:lnTo>
                    <a:pt x="242" y="610"/>
                  </a:lnTo>
                  <a:lnTo>
                    <a:pt x="244" y="608"/>
                  </a:lnTo>
                  <a:lnTo>
                    <a:pt x="246" y="608"/>
                  </a:lnTo>
                  <a:lnTo>
                    <a:pt x="246" y="606"/>
                  </a:lnTo>
                  <a:lnTo>
                    <a:pt x="250" y="590"/>
                  </a:lnTo>
                  <a:lnTo>
                    <a:pt x="252" y="576"/>
                  </a:lnTo>
                  <a:lnTo>
                    <a:pt x="252" y="574"/>
                  </a:lnTo>
                  <a:lnTo>
                    <a:pt x="252" y="572"/>
                  </a:lnTo>
                  <a:lnTo>
                    <a:pt x="250" y="570"/>
                  </a:lnTo>
                  <a:lnTo>
                    <a:pt x="252" y="566"/>
                  </a:lnTo>
                  <a:lnTo>
                    <a:pt x="254" y="566"/>
                  </a:lnTo>
                  <a:lnTo>
                    <a:pt x="258" y="564"/>
                  </a:lnTo>
                  <a:lnTo>
                    <a:pt x="260" y="564"/>
                  </a:lnTo>
                  <a:lnTo>
                    <a:pt x="260" y="566"/>
                  </a:lnTo>
                  <a:lnTo>
                    <a:pt x="262" y="566"/>
                  </a:lnTo>
                  <a:lnTo>
                    <a:pt x="266" y="566"/>
                  </a:lnTo>
                  <a:lnTo>
                    <a:pt x="268" y="564"/>
                  </a:lnTo>
                  <a:lnTo>
                    <a:pt x="270" y="562"/>
                  </a:lnTo>
                  <a:lnTo>
                    <a:pt x="272" y="560"/>
                  </a:lnTo>
                  <a:lnTo>
                    <a:pt x="276" y="558"/>
                  </a:lnTo>
                  <a:lnTo>
                    <a:pt x="280" y="556"/>
                  </a:lnTo>
                  <a:lnTo>
                    <a:pt x="282" y="556"/>
                  </a:lnTo>
                  <a:lnTo>
                    <a:pt x="284" y="556"/>
                  </a:lnTo>
                  <a:lnTo>
                    <a:pt x="286" y="552"/>
                  </a:lnTo>
                  <a:lnTo>
                    <a:pt x="292" y="544"/>
                  </a:lnTo>
                  <a:lnTo>
                    <a:pt x="302" y="534"/>
                  </a:lnTo>
                  <a:lnTo>
                    <a:pt x="310" y="526"/>
                  </a:lnTo>
                  <a:lnTo>
                    <a:pt x="318" y="518"/>
                  </a:lnTo>
                  <a:lnTo>
                    <a:pt x="322" y="516"/>
                  </a:lnTo>
                  <a:lnTo>
                    <a:pt x="324" y="518"/>
                  </a:lnTo>
                  <a:lnTo>
                    <a:pt x="326" y="516"/>
                  </a:lnTo>
                  <a:lnTo>
                    <a:pt x="326" y="512"/>
                  </a:lnTo>
                  <a:lnTo>
                    <a:pt x="328" y="510"/>
                  </a:lnTo>
                  <a:lnTo>
                    <a:pt x="330" y="506"/>
                  </a:lnTo>
                  <a:lnTo>
                    <a:pt x="330" y="504"/>
                  </a:lnTo>
                  <a:lnTo>
                    <a:pt x="332" y="502"/>
                  </a:lnTo>
                  <a:lnTo>
                    <a:pt x="334" y="500"/>
                  </a:lnTo>
                  <a:lnTo>
                    <a:pt x="336" y="498"/>
                  </a:lnTo>
                  <a:lnTo>
                    <a:pt x="338" y="498"/>
                  </a:lnTo>
                  <a:lnTo>
                    <a:pt x="340" y="500"/>
                  </a:lnTo>
                  <a:lnTo>
                    <a:pt x="342" y="504"/>
                  </a:lnTo>
                  <a:lnTo>
                    <a:pt x="346" y="504"/>
                  </a:lnTo>
                  <a:lnTo>
                    <a:pt x="348" y="504"/>
                  </a:lnTo>
                  <a:lnTo>
                    <a:pt x="348" y="500"/>
                  </a:lnTo>
                  <a:lnTo>
                    <a:pt x="350" y="498"/>
                  </a:lnTo>
                  <a:lnTo>
                    <a:pt x="352" y="498"/>
                  </a:lnTo>
                  <a:lnTo>
                    <a:pt x="356" y="498"/>
                  </a:lnTo>
                  <a:lnTo>
                    <a:pt x="358" y="498"/>
                  </a:lnTo>
                  <a:lnTo>
                    <a:pt x="360" y="496"/>
                  </a:lnTo>
                  <a:lnTo>
                    <a:pt x="364" y="494"/>
                  </a:lnTo>
                  <a:lnTo>
                    <a:pt x="366" y="490"/>
                  </a:lnTo>
                  <a:lnTo>
                    <a:pt x="370" y="488"/>
                  </a:lnTo>
                  <a:lnTo>
                    <a:pt x="372" y="486"/>
                  </a:lnTo>
                  <a:lnTo>
                    <a:pt x="374" y="484"/>
                  </a:lnTo>
                  <a:lnTo>
                    <a:pt x="380" y="480"/>
                  </a:lnTo>
                  <a:lnTo>
                    <a:pt x="384" y="478"/>
                  </a:lnTo>
                  <a:lnTo>
                    <a:pt x="386" y="476"/>
                  </a:lnTo>
                  <a:lnTo>
                    <a:pt x="390" y="474"/>
                  </a:lnTo>
                  <a:lnTo>
                    <a:pt x="390" y="472"/>
                  </a:lnTo>
                  <a:lnTo>
                    <a:pt x="390" y="470"/>
                  </a:lnTo>
                  <a:lnTo>
                    <a:pt x="388" y="468"/>
                  </a:lnTo>
                  <a:lnTo>
                    <a:pt x="386" y="466"/>
                  </a:lnTo>
                  <a:lnTo>
                    <a:pt x="382" y="464"/>
                  </a:lnTo>
                  <a:lnTo>
                    <a:pt x="378" y="464"/>
                  </a:lnTo>
                  <a:lnTo>
                    <a:pt x="372" y="464"/>
                  </a:lnTo>
                  <a:lnTo>
                    <a:pt x="368" y="464"/>
                  </a:lnTo>
                  <a:lnTo>
                    <a:pt x="364" y="464"/>
                  </a:lnTo>
                  <a:lnTo>
                    <a:pt x="362" y="464"/>
                  </a:lnTo>
                  <a:lnTo>
                    <a:pt x="362" y="466"/>
                  </a:lnTo>
                  <a:lnTo>
                    <a:pt x="360" y="468"/>
                  </a:lnTo>
                  <a:lnTo>
                    <a:pt x="358" y="470"/>
                  </a:lnTo>
                  <a:lnTo>
                    <a:pt x="354" y="472"/>
                  </a:lnTo>
                  <a:lnTo>
                    <a:pt x="348" y="474"/>
                  </a:lnTo>
                  <a:lnTo>
                    <a:pt x="344" y="474"/>
                  </a:lnTo>
                  <a:lnTo>
                    <a:pt x="340" y="474"/>
                  </a:lnTo>
                  <a:lnTo>
                    <a:pt x="338" y="472"/>
                  </a:lnTo>
                  <a:lnTo>
                    <a:pt x="334" y="472"/>
                  </a:lnTo>
                  <a:lnTo>
                    <a:pt x="334" y="470"/>
                  </a:lnTo>
                  <a:lnTo>
                    <a:pt x="334" y="468"/>
                  </a:lnTo>
                  <a:lnTo>
                    <a:pt x="334" y="466"/>
                  </a:lnTo>
                  <a:lnTo>
                    <a:pt x="336" y="466"/>
                  </a:lnTo>
                  <a:lnTo>
                    <a:pt x="340" y="466"/>
                  </a:lnTo>
                  <a:lnTo>
                    <a:pt x="344" y="468"/>
                  </a:lnTo>
                  <a:lnTo>
                    <a:pt x="346" y="468"/>
                  </a:lnTo>
                  <a:lnTo>
                    <a:pt x="348" y="468"/>
                  </a:lnTo>
                  <a:lnTo>
                    <a:pt x="358" y="462"/>
                  </a:lnTo>
                  <a:lnTo>
                    <a:pt x="364" y="450"/>
                  </a:lnTo>
                  <a:lnTo>
                    <a:pt x="356" y="448"/>
                  </a:lnTo>
                  <a:lnTo>
                    <a:pt x="358" y="448"/>
                  </a:lnTo>
                  <a:lnTo>
                    <a:pt x="360" y="446"/>
                  </a:lnTo>
                  <a:lnTo>
                    <a:pt x="362" y="444"/>
                  </a:lnTo>
                  <a:lnTo>
                    <a:pt x="362" y="442"/>
                  </a:lnTo>
                  <a:lnTo>
                    <a:pt x="360" y="438"/>
                  </a:lnTo>
                  <a:lnTo>
                    <a:pt x="358" y="438"/>
                  </a:lnTo>
                  <a:lnTo>
                    <a:pt x="356" y="436"/>
                  </a:lnTo>
                  <a:lnTo>
                    <a:pt x="356" y="434"/>
                  </a:lnTo>
                  <a:lnTo>
                    <a:pt x="356" y="432"/>
                  </a:lnTo>
                  <a:lnTo>
                    <a:pt x="356" y="430"/>
                  </a:lnTo>
                  <a:lnTo>
                    <a:pt x="358" y="430"/>
                  </a:lnTo>
                  <a:lnTo>
                    <a:pt x="362" y="428"/>
                  </a:lnTo>
                  <a:lnTo>
                    <a:pt x="366" y="428"/>
                  </a:lnTo>
                  <a:lnTo>
                    <a:pt x="366" y="430"/>
                  </a:lnTo>
                  <a:lnTo>
                    <a:pt x="368" y="432"/>
                  </a:lnTo>
                  <a:lnTo>
                    <a:pt x="370" y="436"/>
                  </a:lnTo>
                  <a:lnTo>
                    <a:pt x="372" y="442"/>
                  </a:lnTo>
                  <a:lnTo>
                    <a:pt x="374" y="448"/>
                  </a:lnTo>
                  <a:lnTo>
                    <a:pt x="378" y="452"/>
                  </a:lnTo>
                  <a:lnTo>
                    <a:pt x="378" y="456"/>
                  </a:lnTo>
                  <a:lnTo>
                    <a:pt x="380" y="456"/>
                  </a:lnTo>
                  <a:lnTo>
                    <a:pt x="396" y="458"/>
                  </a:lnTo>
                  <a:lnTo>
                    <a:pt x="394" y="434"/>
                  </a:lnTo>
                  <a:lnTo>
                    <a:pt x="394" y="432"/>
                  </a:lnTo>
                  <a:lnTo>
                    <a:pt x="392" y="428"/>
                  </a:lnTo>
                  <a:lnTo>
                    <a:pt x="390" y="426"/>
                  </a:lnTo>
                  <a:lnTo>
                    <a:pt x="386" y="422"/>
                  </a:lnTo>
                  <a:lnTo>
                    <a:pt x="384" y="420"/>
                  </a:lnTo>
                  <a:lnTo>
                    <a:pt x="382" y="418"/>
                  </a:lnTo>
                  <a:lnTo>
                    <a:pt x="380" y="414"/>
                  </a:lnTo>
                  <a:lnTo>
                    <a:pt x="380" y="412"/>
                  </a:lnTo>
                  <a:lnTo>
                    <a:pt x="386" y="412"/>
                  </a:lnTo>
                  <a:lnTo>
                    <a:pt x="386" y="396"/>
                  </a:lnTo>
                  <a:lnTo>
                    <a:pt x="386" y="394"/>
                  </a:lnTo>
                  <a:lnTo>
                    <a:pt x="384" y="394"/>
                  </a:lnTo>
                  <a:lnTo>
                    <a:pt x="384" y="392"/>
                  </a:lnTo>
                  <a:lnTo>
                    <a:pt x="382" y="388"/>
                  </a:lnTo>
                  <a:lnTo>
                    <a:pt x="382" y="386"/>
                  </a:lnTo>
                  <a:lnTo>
                    <a:pt x="382" y="384"/>
                  </a:lnTo>
                  <a:lnTo>
                    <a:pt x="386" y="384"/>
                  </a:lnTo>
                  <a:lnTo>
                    <a:pt x="392" y="382"/>
                  </a:lnTo>
                  <a:lnTo>
                    <a:pt x="396" y="382"/>
                  </a:lnTo>
                  <a:lnTo>
                    <a:pt x="398" y="380"/>
                  </a:lnTo>
                  <a:lnTo>
                    <a:pt x="400" y="378"/>
                  </a:lnTo>
                  <a:lnTo>
                    <a:pt x="402" y="376"/>
                  </a:lnTo>
                  <a:lnTo>
                    <a:pt x="402" y="374"/>
                  </a:lnTo>
                  <a:lnTo>
                    <a:pt x="402" y="370"/>
                  </a:lnTo>
                  <a:lnTo>
                    <a:pt x="410" y="364"/>
                  </a:lnTo>
                  <a:lnTo>
                    <a:pt x="420" y="350"/>
                  </a:lnTo>
                  <a:lnTo>
                    <a:pt x="426" y="340"/>
                  </a:lnTo>
                  <a:lnTo>
                    <a:pt x="424" y="336"/>
                  </a:lnTo>
                  <a:lnTo>
                    <a:pt x="424" y="332"/>
                  </a:lnTo>
                  <a:lnTo>
                    <a:pt x="422" y="328"/>
                  </a:lnTo>
                  <a:lnTo>
                    <a:pt x="418" y="324"/>
                  </a:lnTo>
                  <a:lnTo>
                    <a:pt x="414" y="324"/>
                  </a:lnTo>
                  <a:lnTo>
                    <a:pt x="414" y="322"/>
                  </a:lnTo>
                  <a:lnTo>
                    <a:pt x="414" y="320"/>
                  </a:lnTo>
                  <a:lnTo>
                    <a:pt x="412" y="316"/>
                  </a:lnTo>
                  <a:lnTo>
                    <a:pt x="412" y="314"/>
                  </a:lnTo>
                  <a:lnTo>
                    <a:pt x="408" y="310"/>
                  </a:lnTo>
                  <a:lnTo>
                    <a:pt x="406" y="308"/>
                  </a:lnTo>
                  <a:lnTo>
                    <a:pt x="400" y="308"/>
                  </a:lnTo>
                  <a:lnTo>
                    <a:pt x="394" y="308"/>
                  </a:lnTo>
                  <a:lnTo>
                    <a:pt x="388" y="310"/>
                  </a:lnTo>
                  <a:lnTo>
                    <a:pt x="384" y="310"/>
                  </a:lnTo>
                  <a:lnTo>
                    <a:pt x="382" y="310"/>
                  </a:lnTo>
                  <a:lnTo>
                    <a:pt x="382" y="308"/>
                  </a:lnTo>
                  <a:lnTo>
                    <a:pt x="382" y="306"/>
                  </a:lnTo>
                  <a:lnTo>
                    <a:pt x="382" y="300"/>
                  </a:lnTo>
                  <a:lnTo>
                    <a:pt x="382" y="298"/>
                  </a:lnTo>
                  <a:lnTo>
                    <a:pt x="382" y="292"/>
                  </a:lnTo>
                  <a:lnTo>
                    <a:pt x="382" y="286"/>
                  </a:lnTo>
                  <a:lnTo>
                    <a:pt x="382" y="280"/>
                  </a:lnTo>
                  <a:lnTo>
                    <a:pt x="382" y="276"/>
                  </a:lnTo>
                  <a:lnTo>
                    <a:pt x="380" y="272"/>
                  </a:lnTo>
                  <a:lnTo>
                    <a:pt x="380" y="270"/>
                  </a:lnTo>
                  <a:lnTo>
                    <a:pt x="378" y="268"/>
                  </a:lnTo>
                  <a:lnTo>
                    <a:pt x="374" y="266"/>
                  </a:lnTo>
                  <a:lnTo>
                    <a:pt x="372" y="264"/>
                  </a:lnTo>
                  <a:lnTo>
                    <a:pt x="370" y="260"/>
                  </a:lnTo>
                  <a:lnTo>
                    <a:pt x="370" y="258"/>
                  </a:lnTo>
                  <a:lnTo>
                    <a:pt x="374" y="256"/>
                  </a:lnTo>
                  <a:lnTo>
                    <a:pt x="374" y="254"/>
                  </a:lnTo>
                  <a:lnTo>
                    <a:pt x="376" y="250"/>
                  </a:lnTo>
                  <a:lnTo>
                    <a:pt x="378" y="242"/>
                  </a:lnTo>
                  <a:lnTo>
                    <a:pt x="380" y="230"/>
                  </a:lnTo>
                  <a:lnTo>
                    <a:pt x="380" y="210"/>
                  </a:lnTo>
                  <a:lnTo>
                    <a:pt x="378" y="188"/>
                  </a:lnTo>
                  <a:lnTo>
                    <a:pt x="378" y="186"/>
                  </a:lnTo>
                  <a:lnTo>
                    <a:pt x="380" y="184"/>
                  </a:lnTo>
                  <a:lnTo>
                    <a:pt x="380" y="180"/>
                  </a:lnTo>
                  <a:lnTo>
                    <a:pt x="382" y="176"/>
                  </a:lnTo>
                  <a:lnTo>
                    <a:pt x="384" y="174"/>
                  </a:lnTo>
                  <a:lnTo>
                    <a:pt x="388" y="172"/>
                  </a:lnTo>
                  <a:lnTo>
                    <a:pt x="392" y="172"/>
                  </a:lnTo>
                  <a:lnTo>
                    <a:pt x="394" y="174"/>
                  </a:lnTo>
                  <a:lnTo>
                    <a:pt x="396" y="174"/>
                  </a:lnTo>
                  <a:lnTo>
                    <a:pt x="400" y="174"/>
                  </a:lnTo>
                  <a:lnTo>
                    <a:pt x="402" y="174"/>
                  </a:lnTo>
                  <a:lnTo>
                    <a:pt x="406" y="170"/>
                  </a:lnTo>
                  <a:lnTo>
                    <a:pt x="408" y="166"/>
                  </a:lnTo>
                  <a:lnTo>
                    <a:pt x="408" y="162"/>
                  </a:lnTo>
                  <a:lnTo>
                    <a:pt x="408" y="158"/>
                  </a:lnTo>
                  <a:lnTo>
                    <a:pt x="408" y="154"/>
                  </a:lnTo>
                  <a:lnTo>
                    <a:pt x="408" y="150"/>
                  </a:lnTo>
                  <a:lnTo>
                    <a:pt x="408" y="146"/>
                  </a:lnTo>
                  <a:lnTo>
                    <a:pt x="412" y="144"/>
                  </a:lnTo>
                  <a:lnTo>
                    <a:pt x="414" y="140"/>
                  </a:lnTo>
                  <a:lnTo>
                    <a:pt x="416" y="138"/>
                  </a:lnTo>
                  <a:lnTo>
                    <a:pt x="414" y="138"/>
                  </a:lnTo>
                  <a:lnTo>
                    <a:pt x="410" y="138"/>
                  </a:lnTo>
                  <a:lnTo>
                    <a:pt x="406" y="138"/>
                  </a:lnTo>
                  <a:lnTo>
                    <a:pt x="402" y="140"/>
                  </a:lnTo>
                  <a:lnTo>
                    <a:pt x="400" y="140"/>
                  </a:lnTo>
                  <a:lnTo>
                    <a:pt x="398" y="140"/>
                  </a:lnTo>
                  <a:lnTo>
                    <a:pt x="396" y="138"/>
                  </a:lnTo>
                  <a:lnTo>
                    <a:pt x="398" y="136"/>
                  </a:lnTo>
                  <a:lnTo>
                    <a:pt x="404" y="134"/>
                  </a:lnTo>
                  <a:lnTo>
                    <a:pt x="410" y="130"/>
                  </a:lnTo>
                  <a:lnTo>
                    <a:pt x="416" y="128"/>
                  </a:lnTo>
                  <a:lnTo>
                    <a:pt x="422" y="124"/>
                  </a:lnTo>
                  <a:lnTo>
                    <a:pt x="426" y="120"/>
                  </a:lnTo>
                  <a:lnTo>
                    <a:pt x="430" y="114"/>
                  </a:lnTo>
                  <a:lnTo>
                    <a:pt x="434" y="108"/>
                  </a:lnTo>
                  <a:lnTo>
                    <a:pt x="436" y="102"/>
                  </a:lnTo>
                  <a:lnTo>
                    <a:pt x="436" y="98"/>
                  </a:lnTo>
                  <a:lnTo>
                    <a:pt x="436" y="94"/>
                  </a:lnTo>
                  <a:lnTo>
                    <a:pt x="436" y="92"/>
                  </a:lnTo>
                  <a:lnTo>
                    <a:pt x="436" y="90"/>
                  </a:lnTo>
                  <a:lnTo>
                    <a:pt x="436" y="86"/>
                  </a:lnTo>
                  <a:lnTo>
                    <a:pt x="440" y="84"/>
                  </a:lnTo>
                  <a:lnTo>
                    <a:pt x="422" y="72"/>
                  </a:lnTo>
                  <a:lnTo>
                    <a:pt x="422" y="74"/>
                  </a:lnTo>
                  <a:lnTo>
                    <a:pt x="422" y="76"/>
                  </a:lnTo>
                  <a:lnTo>
                    <a:pt x="420" y="78"/>
                  </a:lnTo>
                  <a:lnTo>
                    <a:pt x="418" y="80"/>
                  </a:lnTo>
                  <a:lnTo>
                    <a:pt x="416" y="82"/>
                  </a:lnTo>
                  <a:lnTo>
                    <a:pt x="414" y="78"/>
                  </a:lnTo>
                  <a:lnTo>
                    <a:pt x="412" y="76"/>
                  </a:lnTo>
                  <a:lnTo>
                    <a:pt x="410" y="74"/>
                  </a:lnTo>
                  <a:lnTo>
                    <a:pt x="408" y="74"/>
                  </a:lnTo>
                  <a:lnTo>
                    <a:pt x="406" y="76"/>
                  </a:lnTo>
                  <a:lnTo>
                    <a:pt x="406" y="78"/>
                  </a:lnTo>
                  <a:lnTo>
                    <a:pt x="406" y="82"/>
                  </a:lnTo>
                  <a:lnTo>
                    <a:pt x="408" y="84"/>
                  </a:lnTo>
                  <a:lnTo>
                    <a:pt x="410" y="86"/>
                  </a:lnTo>
                  <a:lnTo>
                    <a:pt x="410" y="88"/>
                  </a:lnTo>
                  <a:lnTo>
                    <a:pt x="408" y="92"/>
                  </a:lnTo>
                  <a:lnTo>
                    <a:pt x="406" y="98"/>
                  </a:lnTo>
                  <a:lnTo>
                    <a:pt x="398" y="108"/>
                  </a:lnTo>
                  <a:lnTo>
                    <a:pt x="386" y="118"/>
                  </a:lnTo>
                  <a:lnTo>
                    <a:pt x="372" y="128"/>
                  </a:lnTo>
                  <a:lnTo>
                    <a:pt x="362" y="136"/>
                  </a:lnTo>
                  <a:lnTo>
                    <a:pt x="354" y="140"/>
                  </a:lnTo>
                  <a:lnTo>
                    <a:pt x="356" y="138"/>
                  </a:lnTo>
                  <a:lnTo>
                    <a:pt x="362" y="130"/>
                  </a:lnTo>
                  <a:lnTo>
                    <a:pt x="370" y="120"/>
                  </a:lnTo>
                  <a:lnTo>
                    <a:pt x="378" y="110"/>
                  </a:lnTo>
                  <a:lnTo>
                    <a:pt x="382" y="100"/>
                  </a:lnTo>
                  <a:lnTo>
                    <a:pt x="388" y="88"/>
                  </a:lnTo>
                  <a:lnTo>
                    <a:pt x="398" y="66"/>
                  </a:lnTo>
                  <a:lnTo>
                    <a:pt x="396" y="64"/>
                  </a:lnTo>
                  <a:lnTo>
                    <a:pt x="394" y="64"/>
                  </a:lnTo>
                  <a:lnTo>
                    <a:pt x="390" y="62"/>
                  </a:lnTo>
                  <a:lnTo>
                    <a:pt x="386" y="64"/>
                  </a:lnTo>
                  <a:lnTo>
                    <a:pt x="382" y="64"/>
                  </a:lnTo>
                  <a:lnTo>
                    <a:pt x="376" y="68"/>
                  </a:lnTo>
                  <a:lnTo>
                    <a:pt x="376" y="70"/>
                  </a:lnTo>
                  <a:lnTo>
                    <a:pt x="374" y="72"/>
                  </a:lnTo>
                  <a:lnTo>
                    <a:pt x="372" y="74"/>
                  </a:lnTo>
                  <a:lnTo>
                    <a:pt x="368" y="78"/>
                  </a:lnTo>
                  <a:lnTo>
                    <a:pt x="366" y="80"/>
                  </a:lnTo>
                  <a:lnTo>
                    <a:pt x="362" y="82"/>
                  </a:lnTo>
                  <a:lnTo>
                    <a:pt x="358" y="84"/>
                  </a:lnTo>
                  <a:lnTo>
                    <a:pt x="356" y="86"/>
                  </a:lnTo>
                  <a:lnTo>
                    <a:pt x="356" y="84"/>
                  </a:lnTo>
                  <a:lnTo>
                    <a:pt x="356" y="82"/>
                  </a:lnTo>
                  <a:lnTo>
                    <a:pt x="356" y="80"/>
                  </a:lnTo>
                  <a:lnTo>
                    <a:pt x="360" y="78"/>
                  </a:lnTo>
                  <a:lnTo>
                    <a:pt x="364" y="74"/>
                  </a:lnTo>
                  <a:lnTo>
                    <a:pt x="368" y="68"/>
                  </a:lnTo>
                  <a:lnTo>
                    <a:pt x="364" y="60"/>
                  </a:lnTo>
                  <a:lnTo>
                    <a:pt x="360" y="60"/>
                  </a:lnTo>
                  <a:lnTo>
                    <a:pt x="352" y="60"/>
                  </a:lnTo>
                  <a:lnTo>
                    <a:pt x="340" y="64"/>
                  </a:lnTo>
                  <a:lnTo>
                    <a:pt x="330" y="72"/>
                  </a:lnTo>
                  <a:lnTo>
                    <a:pt x="326" y="78"/>
                  </a:lnTo>
                  <a:lnTo>
                    <a:pt x="326" y="76"/>
                  </a:lnTo>
                  <a:lnTo>
                    <a:pt x="326" y="72"/>
                  </a:lnTo>
                  <a:lnTo>
                    <a:pt x="328" y="68"/>
                  </a:lnTo>
                  <a:lnTo>
                    <a:pt x="328" y="64"/>
                  </a:lnTo>
                  <a:lnTo>
                    <a:pt x="332" y="62"/>
                  </a:lnTo>
                  <a:lnTo>
                    <a:pt x="336" y="60"/>
                  </a:lnTo>
                  <a:lnTo>
                    <a:pt x="340" y="58"/>
                  </a:lnTo>
                  <a:lnTo>
                    <a:pt x="346" y="56"/>
                  </a:lnTo>
                  <a:lnTo>
                    <a:pt x="352" y="56"/>
                  </a:lnTo>
                  <a:lnTo>
                    <a:pt x="358" y="54"/>
                  </a:lnTo>
                  <a:lnTo>
                    <a:pt x="360" y="54"/>
                  </a:lnTo>
                  <a:lnTo>
                    <a:pt x="362" y="54"/>
                  </a:lnTo>
                  <a:lnTo>
                    <a:pt x="362" y="52"/>
                  </a:lnTo>
                  <a:lnTo>
                    <a:pt x="364" y="50"/>
                  </a:lnTo>
                  <a:lnTo>
                    <a:pt x="366" y="48"/>
                  </a:lnTo>
                  <a:lnTo>
                    <a:pt x="368" y="44"/>
                  </a:lnTo>
                  <a:lnTo>
                    <a:pt x="368" y="40"/>
                  </a:lnTo>
                  <a:lnTo>
                    <a:pt x="366" y="36"/>
                  </a:lnTo>
                  <a:lnTo>
                    <a:pt x="362" y="32"/>
                  </a:lnTo>
                  <a:lnTo>
                    <a:pt x="358" y="30"/>
                  </a:lnTo>
                  <a:lnTo>
                    <a:pt x="352" y="28"/>
                  </a:lnTo>
                  <a:lnTo>
                    <a:pt x="348" y="28"/>
                  </a:lnTo>
                  <a:lnTo>
                    <a:pt x="340" y="28"/>
                  </a:lnTo>
                  <a:lnTo>
                    <a:pt x="340" y="18"/>
                  </a:lnTo>
                  <a:lnTo>
                    <a:pt x="338" y="18"/>
                  </a:lnTo>
                  <a:lnTo>
                    <a:pt x="334" y="18"/>
                  </a:lnTo>
                  <a:lnTo>
                    <a:pt x="330" y="20"/>
                  </a:lnTo>
                  <a:lnTo>
                    <a:pt x="328" y="22"/>
                  </a:lnTo>
                  <a:lnTo>
                    <a:pt x="324" y="24"/>
                  </a:lnTo>
                  <a:lnTo>
                    <a:pt x="320" y="26"/>
                  </a:lnTo>
                  <a:lnTo>
                    <a:pt x="314" y="26"/>
                  </a:lnTo>
                  <a:lnTo>
                    <a:pt x="308" y="28"/>
                  </a:lnTo>
                  <a:lnTo>
                    <a:pt x="304" y="30"/>
                  </a:lnTo>
                  <a:lnTo>
                    <a:pt x="300" y="32"/>
                  </a:lnTo>
                  <a:lnTo>
                    <a:pt x="288" y="38"/>
                  </a:lnTo>
                  <a:lnTo>
                    <a:pt x="290" y="36"/>
                  </a:lnTo>
                  <a:lnTo>
                    <a:pt x="298" y="30"/>
                  </a:lnTo>
                  <a:lnTo>
                    <a:pt x="306" y="22"/>
                  </a:lnTo>
                  <a:lnTo>
                    <a:pt x="314" y="16"/>
                  </a:lnTo>
                  <a:lnTo>
                    <a:pt x="322" y="14"/>
                  </a:lnTo>
                  <a:lnTo>
                    <a:pt x="322" y="12"/>
                  </a:lnTo>
                  <a:lnTo>
                    <a:pt x="324" y="10"/>
                  </a:lnTo>
                  <a:lnTo>
                    <a:pt x="322" y="8"/>
                  </a:lnTo>
                  <a:lnTo>
                    <a:pt x="322" y="6"/>
                  </a:lnTo>
                  <a:lnTo>
                    <a:pt x="318" y="4"/>
                  </a:lnTo>
                  <a:lnTo>
                    <a:pt x="312" y="2"/>
                  </a:lnTo>
                  <a:lnTo>
                    <a:pt x="298" y="2"/>
                  </a:lnTo>
                  <a:lnTo>
                    <a:pt x="278" y="0"/>
                  </a:lnTo>
                  <a:lnTo>
                    <a:pt x="258" y="4"/>
                  </a:lnTo>
                  <a:lnTo>
                    <a:pt x="240" y="12"/>
                  </a:lnTo>
                  <a:lnTo>
                    <a:pt x="212" y="30"/>
                  </a:lnTo>
                  <a:lnTo>
                    <a:pt x="214" y="32"/>
                  </a:lnTo>
                  <a:lnTo>
                    <a:pt x="218" y="34"/>
                  </a:lnTo>
                  <a:lnTo>
                    <a:pt x="220" y="38"/>
                  </a:lnTo>
                  <a:lnTo>
                    <a:pt x="224" y="42"/>
                  </a:lnTo>
                  <a:lnTo>
                    <a:pt x="226" y="48"/>
                  </a:lnTo>
                  <a:lnTo>
                    <a:pt x="228" y="56"/>
                  </a:lnTo>
                  <a:lnTo>
                    <a:pt x="206" y="38"/>
                  </a:lnTo>
                  <a:lnTo>
                    <a:pt x="196" y="40"/>
                  </a:lnTo>
                  <a:lnTo>
                    <a:pt x="202" y="62"/>
                  </a:lnTo>
                  <a:lnTo>
                    <a:pt x="186" y="48"/>
                  </a:lnTo>
                  <a:lnTo>
                    <a:pt x="166" y="54"/>
                  </a:lnTo>
                  <a:lnTo>
                    <a:pt x="164" y="54"/>
                  </a:lnTo>
                  <a:lnTo>
                    <a:pt x="164" y="56"/>
                  </a:lnTo>
                  <a:lnTo>
                    <a:pt x="162" y="60"/>
                  </a:lnTo>
                  <a:lnTo>
                    <a:pt x="164" y="66"/>
                  </a:lnTo>
                  <a:lnTo>
                    <a:pt x="166" y="70"/>
                  </a:lnTo>
                  <a:lnTo>
                    <a:pt x="170" y="76"/>
                  </a:lnTo>
                  <a:lnTo>
                    <a:pt x="152" y="64"/>
                  </a:lnTo>
                  <a:lnTo>
                    <a:pt x="128" y="70"/>
                  </a:lnTo>
                  <a:lnTo>
                    <a:pt x="104" y="7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84" name="Freeform 346"/>
            <p:cNvSpPr>
              <a:spLocks/>
            </p:cNvSpPr>
            <p:nvPr/>
          </p:nvSpPr>
          <p:spPr bwMode="gray">
            <a:xfrm>
              <a:off x="4999" y="1710"/>
              <a:ext cx="38" cy="46"/>
            </a:xfrm>
            <a:custGeom>
              <a:avLst/>
              <a:gdLst>
                <a:gd name="T0" fmla="*/ 10 w 38"/>
                <a:gd name="T1" fmla="*/ 0 h 46"/>
                <a:gd name="T2" fmla="*/ 8 w 38"/>
                <a:gd name="T3" fmla="*/ 0 h 46"/>
                <a:gd name="T4" fmla="*/ 8 w 38"/>
                <a:gd name="T5" fmla="*/ 0 h 46"/>
                <a:gd name="T6" fmla="*/ 6 w 38"/>
                <a:gd name="T7" fmla="*/ 2 h 46"/>
                <a:gd name="T8" fmla="*/ 6 w 38"/>
                <a:gd name="T9" fmla="*/ 2 h 46"/>
                <a:gd name="T10" fmla="*/ 4 w 38"/>
                <a:gd name="T11" fmla="*/ 6 h 46"/>
                <a:gd name="T12" fmla="*/ 4 w 38"/>
                <a:gd name="T13" fmla="*/ 10 h 46"/>
                <a:gd name="T14" fmla="*/ 2 w 38"/>
                <a:gd name="T15" fmla="*/ 18 h 46"/>
                <a:gd name="T16" fmla="*/ 2 w 38"/>
                <a:gd name="T17" fmla="*/ 22 h 46"/>
                <a:gd name="T18" fmla="*/ 2 w 38"/>
                <a:gd name="T19" fmla="*/ 24 h 46"/>
                <a:gd name="T20" fmla="*/ 4 w 38"/>
                <a:gd name="T21" fmla="*/ 26 h 46"/>
                <a:gd name="T22" fmla="*/ 6 w 38"/>
                <a:gd name="T23" fmla="*/ 26 h 46"/>
                <a:gd name="T24" fmla="*/ 8 w 38"/>
                <a:gd name="T25" fmla="*/ 28 h 46"/>
                <a:gd name="T26" fmla="*/ 6 w 38"/>
                <a:gd name="T27" fmla="*/ 30 h 46"/>
                <a:gd name="T28" fmla="*/ 4 w 38"/>
                <a:gd name="T29" fmla="*/ 30 h 46"/>
                <a:gd name="T30" fmla="*/ 2 w 38"/>
                <a:gd name="T31" fmla="*/ 32 h 46"/>
                <a:gd name="T32" fmla="*/ 0 w 38"/>
                <a:gd name="T33" fmla="*/ 36 h 46"/>
                <a:gd name="T34" fmla="*/ 0 w 38"/>
                <a:gd name="T35" fmla="*/ 38 h 46"/>
                <a:gd name="T36" fmla="*/ 2 w 38"/>
                <a:gd name="T37" fmla="*/ 40 h 46"/>
                <a:gd name="T38" fmla="*/ 2 w 38"/>
                <a:gd name="T39" fmla="*/ 42 h 46"/>
                <a:gd name="T40" fmla="*/ 2 w 38"/>
                <a:gd name="T41" fmla="*/ 42 h 46"/>
                <a:gd name="T42" fmla="*/ 4 w 38"/>
                <a:gd name="T43" fmla="*/ 42 h 46"/>
                <a:gd name="T44" fmla="*/ 6 w 38"/>
                <a:gd name="T45" fmla="*/ 44 h 46"/>
                <a:gd name="T46" fmla="*/ 8 w 38"/>
                <a:gd name="T47" fmla="*/ 44 h 46"/>
                <a:gd name="T48" fmla="*/ 10 w 38"/>
                <a:gd name="T49" fmla="*/ 44 h 46"/>
                <a:gd name="T50" fmla="*/ 12 w 38"/>
                <a:gd name="T51" fmla="*/ 44 h 46"/>
                <a:gd name="T52" fmla="*/ 12 w 38"/>
                <a:gd name="T53" fmla="*/ 40 h 46"/>
                <a:gd name="T54" fmla="*/ 14 w 38"/>
                <a:gd name="T55" fmla="*/ 38 h 46"/>
                <a:gd name="T56" fmla="*/ 16 w 38"/>
                <a:gd name="T57" fmla="*/ 38 h 46"/>
                <a:gd name="T58" fmla="*/ 18 w 38"/>
                <a:gd name="T59" fmla="*/ 36 h 46"/>
                <a:gd name="T60" fmla="*/ 20 w 38"/>
                <a:gd name="T61" fmla="*/ 38 h 46"/>
                <a:gd name="T62" fmla="*/ 22 w 38"/>
                <a:gd name="T63" fmla="*/ 40 h 46"/>
                <a:gd name="T64" fmla="*/ 26 w 38"/>
                <a:gd name="T65" fmla="*/ 42 h 46"/>
                <a:gd name="T66" fmla="*/ 30 w 38"/>
                <a:gd name="T67" fmla="*/ 44 h 46"/>
                <a:gd name="T68" fmla="*/ 34 w 38"/>
                <a:gd name="T69" fmla="*/ 46 h 46"/>
                <a:gd name="T70" fmla="*/ 36 w 38"/>
                <a:gd name="T71" fmla="*/ 46 h 46"/>
                <a:gd name="T72" fmla="*/ 38 w 38"/>
                <a:gd name="T73" fmla="*/ 46 h 46"/>
                <a:gd name="T74" fmla="*/ 38 w 38"/>
                <a:gd name="T75" fmla="*/ 44 h 46"/>
                <a:gd name="T76" fmla="*/ 38 w 38"/>
                <a:gd name="T77" fmla="*/ 38 h 46"/>
                <a:gd name="T78" fmla="*/ 36 w 38"/>
                <a:gd name="T79" fmla="*/ 34 h 46"/>
                <a:gd name="T80" fmla="*/ 34 w 38"/>
                <a:gd name="T81" fmla="*/ 32 h 46"/>
                <a:gd name="T82" fmla="*/ 34 w 38"/>
                <a:gd name="T83" fmla="*/ 30 h 46"/>
                <a:gd name="T84" fmla="*/ 32 w 38"/>
                <a:gd name="T85" fmla="*/ 28 h 46"/>
                <a:gd name="T86" fmla="*/ 32 w 38"/>
                <a:gd name="T87" fmla="*/ 28 h 46"/>
                <a:gd name="T88" fmla="*/ 32 w 38"/>
                <a:gd name="T89" fmla="*/ 26 h 46"/>
                <a:gd name="T90" fmla="*/ 30 w 38"/>
                <a:gd name="T91" fmla="*/ 24 h 46"/>
                <a:gd name="T92" fmla="*/ 28 w 38"/>
                <a:gd name="T93" fmla="*/ 24 h 46"/>
                <a:gd name="T94" fmla="*/ 26 w 38"/>
                <a:gd name="T95" fmla="*/ 24 h 46"/>
                <a:gd name="T96" fmla="*/ 24 w 38"/>
                <a:gd name="T97" fmla="*/ 24 h 46"/>
                <a:gd name="T98" fmla="*/ 20 w 38"/>
                <a:gd name="T99" fmla="*/ 22 h 46"/>
                <a:gd name="T100" fmla="*/ 18 w 38"/>
                <a:gd name="T101" fmla="*/ 20 h 46"/>
                <a:gd name="T102" fmla="*/ 16 w 38"/>
                <a:gd name="T103" fmla="*/ 18 h 46"/>
                <a:gd name="T104" fmla="*/ 14 w 38"/>
                <a:gd name="T105" fmla="*/ 16 h 46"/>
                <a:gd name="T106" fmla="*/ 14 w 38"/>
                <a:gd name="T107" fmla="*/ 16 h 46"/>
                <a:gd name="T108" fmla="*/ 16 w 38"/>
                <a:gd name="T109" fmla="*/ 14 h 46"/>
                <a:gd name="T110" fmla="*/ 28 w 38"/>
                <a:gd name="T111" fmla="*/ 14 h 46"/>
                <a:gd name="T112" fmla="*/ 28 w 38"/>
                <a:gd name="T113" fmla="*/ 4 h 46"/>
                <a:gd name="T114" fmla="*/ 26 w 38"/>
                <a:gd name="T115" fmla="*/ 6 h 46"/>
                <a:gd name="T116" fmla="*/ 24 w 38"/>
                <a:gd name="T117" fmla="*/ 6 h 46"/>
                <a:gd name="T118" fmla="*/ 20 w 38"/>
                <a:gd name="T119" fmla="*/ 6 h 46"/>
                <a:gd name="T120" fmla="*/ 16 w 38"/>
                <a:gd name="T121" fmla="*/ 4 h 46"/>
                <a:gd name="T122" fmla="*/ 12 w 38"/>
                <a:gd name="T123" fmla="*/ 4 h 46"/>
                <a:gd name="T124" fmla="*/ 10 w 38"/>
                <a:gd name="T125" fmla="*/ 0 h 4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38"/>
                <a:gd name="T190" fmla="*/ 0 h 46"/>
                <a:gd name="T191" fmla="*/ 38 w 38"/>
                <a:gd name="T192" fmla="*/ 46 h 4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38" h="46">
                  <a:moveTo>
                    <a:pt x="10" y="0"/>
                  </a:moveTo>
                  <a:lnTo>
                    <a:pt x="8" y="0"/>
                  </a:lnTo>
                  <a:lnTo>
                    <a:pt x="6" y="2"/>
                  </a:lnTo>
                  <a:lnTo>
                    <a:pt x="4" y="6"/>
                  </a:lnTo>
                  <a:lnTo>
                    <a:pt x="4" y="10"/>
                  </a:lnTo>
                  <a:lnTo>
                    <a:pt x="2" y="18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4" y="26"/>
                  </a:lnTo>
                  <a:lnTo>
                    <a:pt x="6" y="26"/>
                  </a:lnTo>
                  <a:lnTo>
                    <a:pt x="8" y="28"/>
                  </a:lnTo>
                  <a:lnTo>
                    <a:pt x="6" y="30"/>
                  </a:lnTo>
                  <a:lnTo>
                    <a:pt x="4" y="30"/>
                  </a:lnTo>
                  <a:lnTo>
                    <a:pt x="2" y="32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4" y="42"/>
                  </a:lnTo>
                  <a:lnTo>
                    <a:pt x="6" y="44"/>
                  </a:lnTo>
                  <a:lnTo>
                    <a:pt x="8" y="44"/>
                  </a:lnTo>
                  <a:lnTo>
                    <a:pt x="10" y="44"/>
                  </a:lnTo>
                  <a:lnTo>
                    <a:pt x="12" y="44"/>
                  </a:lnTo>
                  <a:lnTo>
                    <a:pt x="12" y="40"/>
                  </a:lnTo>
                  <a:lnTo>
                    <a:pt x="14" y="38"/>
                  </a:lnTo>
                  <a:lnTo>
                    <a:pt x="16" y="38"/>
                  </a:lnTo>
                  <a:lnTo>
                    <a:pt x="18" y="36"/>
                  </a:lnTo>
                  <a:lnTo>
                    <a:pt x="20" y="38"/>
                  </a:lnTo>
                  <a:lnTo>
                    <a:pt x="22" y="40"/>
                  </a:lnTo>
                  <a:lnTo>
                    <a:pt x="26" y="42"/>
                  </a:lnTo>
                  <a:lnTo>
                    <a:pt x="30" y="44"/>
                  </a:lnTo>
                  <a:lnTo>
                    <a:pt x="34" y="46"/>
                  </a:lnTo>
                  <a:lnTo>
                    <a:pt x="36" y="46"/>
                  </a:lnTo>
                  <a:lnTo>
                    <a:pt x="38" y="46"/>
                  </a:lnTo>
                  <a:lnTo>
                    <a:pt x="38" y="44"/>
                  </a:lnTo>
                  <a:lnTo>
                    <a:pt x="38" y="38"/>
                  </a:lnTo>
                  <a:lnTo>
                    <a:pt x="36" y="34"/>
                  </a:lnTo>
                  <a:lnTo>
                    <a:pt x="34" y="32"/>
                  </a:lnTo>
                  <a:lnTo>
                    <a:pt x="34" y="30"/>
                  </a:lnTo>
                  <a:lnTo>
                    <a:pt x="32" y="28"/>
                  </a:lnTo>
                  <a:lnTo>
                    <a:pt x="32" y="26"/>
                  </a:lnTo>
                  <a:lnTo>
                    <a:pt x="30" y="24"/>
                  </a:lnTo>
                  <a:lnTo>
                    <a:pt x="28" y="24"/>
                  </a:lnTo>
                  <a:lnTo>
                    <a:pt x="26" y="24"/>
                  </a:lnTo>
                  <a:lnTo>
                    <a:pt x="24" y="24"/>
                  </a:lnTo>
                  <a:lnTo>
                    <a:pt x="20" y="22"/>
                  </a:lnTo>
                  <a:lnTo>
                    <a:pt x="18" y="20"/>
                  </a:lnTo>
                  <a:lnTo>
                    <a:pt x="16" y="18"/>
                  </a:lnTo>
                  <a:lnTo>
                    <a:pt x="14" y="16"/>
                  </a:lnTo>
                  <a:lnTo>
                    <a:pt x="16" y="14"/>
                  </a:lnTo>
                  <a:lnTo>
                    <a:pt x="28" y="14"/>
                  </a:lnTo>
                  <a:lnTo>
                    <a:pt x="28" y="4"/>
                  </a:lnTo>
                  <a:lnTo>
                    <a:pt x="26" y="6"/>
                  </a:lnTo>
                  <a:lnTo>
                    <a:pt x="24" y="6"/>
                  </a:lnTo>
                  <a:lnTo>
                    <a:pt x="20" y="6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10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85" name="Freeform 347"/>
            <p:cNvSpPr>
              <a:spLocks/>
            </p:cNvSpPr>
            <p:nvPr/>
          </p:nvSpPr>
          <p:spPr bwMode="gray">
            <a:xfrm>
              <a:off x="4415" y="1754"/>
              <a:ext cx="278" cy="320"/>
            </a:xfrm>
            <a:custGeom>
              <a:avLst/>
              <a:gdLst>
                <a:gd name="T0" fmla="*/ 94 w 278"/>
                <a:gd name="T1" fmla="*/ 122 h 320"/>
                <a:gd name="T2" fmla="*/ 110 w 278"/>
                <a:gd name="T3" fmla="*/ 128 h 320"/>
                <a:gd name="T4" fmla="*/ 138 w 278"/>
                <a:gd name="T5" fmla="*/ 144 h 320"/>
                <a:gd name="T6" fmla="*/ 146 w 278"/>
                <a:gd name="T7" fmla="*/ 148 h 320"/>
                <a:gd name="T8" fmla="*/ 156 w 278"/>
                <a:gd name="T9" fmla="*/ 182 h 320"/>
                <a:gd name="T10" fmla="*/ 148 w 278"/>
                <a:gd name="T11" fmla="*/ 224 h 320"/>
                <a:gd name="T12" fmla="*/ 132 w 278"/>
                <a:gd name="T13" fmla="*/ 238 h 320"/>
                <a:gd name="T14" fmla="*/ 118 w 278"/>
                <a:gd name="T15" fmla="*/ 238 h 320"/>
                <a:gd name="T16" fmla="*/ 110 w 278"/>
                <a:gd name="T17" fmla="*/ 254 h 320"/>
                <a:gd name="T18" fmla="*/ 134 w 278"/>
                <a:gd name="T19" fmla="*/ 266 h 320"/>
                <a:gd name="T20" fmla="*/ 146 w 278"/>
                <a:gd name="T21" fmla="*/ 258 h 320"/>
                <a:gd name="T22" fmla="*/ 174 w 278"/>
                <a:gd name="T23" fmla="*/ 282 h 320"/>
                <a:gd name="T24" fmla="*/ 192 w 278"/>
                <a:gd name="T25" fmla="*/ 300 h 320"/>
                <a:gd name="T26" fmla="*/ 208 w 278"/>
                <a:gd name="T27" fmla="*/ 312 h 320"/>
                <a:gd name="T28" fmla="*/ 222 w 278"/>
                <a:gd name="T29" fmla="*/ 318 h 320"/>
                <a:gd name="T30" fmla="*/ 216 w 278"/>
                <a:gd name="T31" fmla="*/ 298 h 320"/>
                <a:gd name="T32" fmla="*/ 204 w 278"/>
                <a:gd name="T33" fmla="*/ 286 h 320"/>
                <a:gd name="T34" fmla="*/ 218 w 278"/>
                <a:gd name="T35" fmla="*/ 288 h 320"/>
                <a:gd name="T36" fmla="*/ 238 w 278"/>
                <a:gd name="T37" fmla="*/ 304 h 320"/>
                <a:gd name="T38" fmla="*/ 246 w 278"/>
                <a:gd name="T39" fmla="*/ 302 h 320"/>
                <a:gd name="T40" fmla="*/ 246 w 278"/>
                <a:gd name="T41" fmla="*/ 278 h 320"/>
                <a:gd name="T42" fmla="*/ 230 w 278"/>
                <a:gd name="T43" fmla="*/ 262 h 320"/>
                <a:gd name="T44" fmla="*/ 218 w 278"/>
                <a:gd name="T45" fmla="*/ 252 h 320"/>
                <a:gd name="T46" fmla="*/ 210 w 278"/>
                <a:gd name="T47" fmla="*/ 242 h 320"/>
                <a:gd name="T48" fmla="*/ 206 w 278"/>
                <a:gd name="T49" fmla="*/ 220 h 320"/>
                <a:gd name="T50" fmla="*/ 214 w 278"/>
                <a:gd name="T51" fmla="*/ 208 h 320"/>
                <a:gd name="T52" fmla="*/ 224 w 278"/>
                <a:gd name="T53" fmla="*/ 228 h 320"/>
                <a:gd name="T54" fmla="*/ 232 w 278"/>
                <a:gd name="T55" fmla="*/ 246 h 320"/>
                <a:gd name="T56" fmla="*/ 242 w 278"/>
                <a:gd name="T57" fmla="*/ 248 h 320"/>
                <a:gd name="T58" fmla="*/ 260 w 278"/>
                <a:gd name="T59" fmla="*/ 236 h 320"/>
                <a:gd name="T60" fmla="*/ 274 w 278"/>
                <a:gd name="T61" fmla="*/ 232 h 320"/>
                <a:gd name="T62" fmla="*/ 272 w 278"/>
                <a:gd name="T63" fmla="*/ 220 h 320"/>
                <a:gd name="T64" fmla="*/ 276 w 278"/>
                <a:gd name="T65" fmla="*/ 212 h 320"/>
                <a:gd name="T66" fmla="*/ 270 w 278"/>
                <a:gd name="T67" fmla="*/ 202 h 320"/>
                <a:gd name="T68" fmla="*/ 260 w 278"/>
                <a:gd name="T69" fmla="*/ 200 h 320"/>
                <a:gd name="T70" fmla="*/ 254 w 278"/>
                <a:gd name="T71" fmla="*/ 196 h 320"/>
                <a:gd name="T72" fmla="*/ 216 w 278"/>
                <a:gd name="T73" fmla="*/ 166 h 320"/>
                <a:gd name="T74" fmla="*/ 206 w 278"/>
                <a:gd name="T75" fmla="*/ 168 h 320"/>
                <a:gd name="T76" fmla="*/ 210 w 278"/>
                <a:gd name="T77" fmla="*/ 152 h 320"/>
                <a:gd name="T78" fmla="*/ 222 w 278"/>
                <a:gd name="T79" fmla="*/ 140 h 320"/>
                <a:gd name="T80" fmla="*/ 218 w 278"/>
                <a:gd name="T81" fmla="*/ 126 h 320"/>
                <a:gd name="T82" fmla="*/ 208 w 278"/>
                <a:gd name="T83" fmla="*/ 116 h 320"/>
                <a:gd name="T84" fmla="*/ 196 w 278"/>
                <a:gd name="T85" fmla="*/ 96 h 320"/>
                <a:gd name="T86" fmla="*/ 186 w 278"/>
                <a:gd name="T87" fmla="*/ 94 h 320"/>
                <a:gd name="T88" fmla="*/ 176 w 278"/>
                <a:gd name="T89" fmla="*/ 94 h 320"/>
                <a:gd name="T90" fmla="*/ 180 w 278"/>
                <a:gd name="T91" fmla="*/ 82 h 320"/>
                <a:gd name="T92" fmla="*/ 168 w 278"/>
                <a:gd name="T93" fmla="*/ 78 h 320"/>
                <a:gd name="T94" fmla="*/ 150 w 278"/>
                <a:gd name="T95" fmla="*/ 58 h 320"/>
                <a:gd name="T96" fmla="*/ 108 w 278"/>
                <a:gd name="T97" fmla="*/ 48 h 320"/>
                <a:gd name="T98" fmla="*/ 78 w 278"/>
                <a:gd name="T99" fmla="*/ 44 h 320"/>
                <a:gd name="T100" fmla="*/ 84 w 278"/>
                <a:gd name="T101" fmla="*/ 24 h 320"/>
                <a:gd name="T102" fmla="*/ 80 w 278"/>
                <a:gd name="T103" fmla="*/ 4 h 320"/>
                <a:gd name="T104" fmla="*/ 60 w 278"/>
                <a:gd name="T105" fmla="*/ 16 h 320"/>
                <a:gd name="T106" fmla="*/ 72 w 278"/>
                <a:gd name="T107" fmla="*/ 78 h 320"/>
                <a:gd name="T108" fmla="*/ 72 w 278"/>
                <a:gd name="T109" fmla="*/ 92 h 320"/>
                <a:gd name="T110" fmla="*/ 44 w 278"/>
                <a:gd name="T111" fmla="*/ 38 h 320"/>
                <a:gd name="T112" fmla="*/ 40 w 278"/>
                <a:gd name="T113" fmla="*/ 0 h 320"/>
                <a:gd name="T114" fmla="*/ 2 w 278"/>
                <a:gd name="T115" fmla="*/ 56 h 320"/>
                <a:gd name="T116" fmla="*/ 4 w 278"/>
                <a:gd name="T117" fmla="*/ 68 h 320"/>
                <a:gd name="T118" fmla="*/ 22 w 278"/>
                <a:gd name="T119" fmla="*/ 108 h 320"/>
                <a:gd name="T120" fmla="*/ 36 w 278"/>
                <a:gd name="T121" fmla="*/ 110 h 320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78"/>
                <a:gd name="T184" fmla="*/ 0 h 320"/>
                <a:gd name="T185" fmla="*/ 278 w 278"/>
                <a:gd name="T186" fmla="*/ 320 h 320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78" h="320">
                  <a:moveTo>
                    <a:pt x="80" y="124"/>
                  </a:moveTo>
                  <a:lnTo>
                    <a:pt x="92" y="126"/>
                  </a:lnTo>
                  <a:lnTo>
                    <a:pt x="92" y="124"/>
                  </a:lnTo>
                  <a:lnTo>
                    <a:pt x="92" y="122"/>
                  </a:lnTo>
                  <a:lnTo>
                    <a:pt x="94" y="122"/>
                  </a:lnTo>
                  <a:lnTo>
                    <a:pt x="98" y="124"/>
                  </a:lnTo>
                  <a:lnTo>
                    <a:pt x="102" y="126"/>
                  </a:lnTo>
                  <a:lnTo>
                    <a:pt x="106" y="128"/>
                  </a:lnTo>
                  <a:lnTo>
                    <a:pt x="110" y="128"/>
                  </a:lnTo>
                  <a:lnTo>
                    <a:pt x="116" y="130"/>
                  </a:lnTo>
                  <a:lnTo>
                    <a:pt x="134" y="138"/>
                  </a:lnTo>
                  <a:lnTo>
                    <a:pt x="136" y="140"/>
                  </a:lnTo>
                  <a:lnTo>
                    <a:pt x="138" y="142"/>
                  </a:lnTo>
                  <a:lnTo>
                    <a:pt x="138" y="144"/>
                  </a:lnTo>
                  <a:lnTo>
                    <a:pt x="138" y="146"/>
                  </a:lnTo>
                  <a:lnTo>
                    <a:pt x="136" y="150"/>
                  </a:lnTo>
                  <a:lnTo>
                    <a:pt x="136" y="148"/>
                  </a:lnTo>
                  <a:lnTo>
                    <a:pt x="138" y="148"/>
                  </a:lnTo>
                  <a:lnTo>
                    <a:pt x="142" y="148"/>
                  </a:lnTo>
                  <a:lnTo>
                    <a:pt x="146" y="148"/>
                  </a:lnTo>
                  <a:lnTo>
                    <a:pt x="148" y="150"/>
                  </a:lnTo>
                  <a:lnTo>
                    <a:pt x="152" y="152"/>
                  </a:lnTo>
                  <a:lnTo>
                    <a:pt x="152" y="156"/>
                  </a:lnTo>
                  <a:lnTo>
                    <a:pt x="154" y="160"/>
                  </a:lnTo>
                  <a:lnTo>
                    <a:pt x="156" y="170"/>
                  </a:lnTo>
                  <a:lnTo>
                    <a:pt x="156" y="182"/>
                  </a:lnTo>
                  <a:lnTo>
                    <a:pt x="156" y="196"/>
                  </a:lnTo>
                  <a:lnTo>
                    <a:pt x="150" y="210"/>
                  </a:lnTo>
                  <a:lnTo>
                    <a:pt x="150" y="214"/>
                  </a:lnTo>
                  <a:lnTo>
                    <a:pt x="150" y="218"/>
                  </a:lnTo>
                  <a:lnTo>
                    <a:pt x="148" y="224"/>
                  </a:lnTo>
                  <a:lnTo>
                    <a:pt x="146" y="230"/>
                  </a:lnTo>
                  <a:lnTo>
                    <a:pt x="140" y="234"/>
                  </a:lnTo>
                  <a:lnTo>
                    <a:pt x="140" y="236"/>
                  </a:lnTo>
                  <a:lnTo>
                    <a:pt x="138" y="236"/>
                  </a:lnTo>
                  <a:lnTo>
                    <a:pt x="136" y="238"/>
                  </a:lnTo>
                  <a:lnTo>
                    <a:pt x="132" y="238"/>
                  </a:lnTo>
                  <a:lnTo>
                    <a:pt x="128" y="238"/>
                  </a:lnTo>
                  <a:lnTo>
                    <a:pt x="126" y="238"/>
                  </a:lnTo>
                  <a:lnTo>
                    <a:pt x="124" y="238"/>
                  </a:lnTo>
                  <a:lnTo>
                    <a:pt x="124" y="236"/>
                  </a:lnTo>
                  <a:lnTo>
                    <a:pt x="120" y="236"/>
                  </a:lnTo>
                  <a:lnTo>
                    <a:pt x="118" y="238"/>
                  </a:lnTo>
                  <a:lnTo>
                    <a:pt x="116" y="240"/>
                  </a:lnTo>
                  <a:lnTo>
                    <a:pt x="112" y="244"/>
                  </a:lnTo>
                  <a:lnTo>
                    <a:pt x="110" y="250"/>
                  </a:lnTo>
                  <a:lnTo>
                    <a:pt x="110" y="252"/>
                  </a:lnTo>
                  <a:lnTo>
                    <a:pt x="110" y="254"/>
                  </a:lnTo>
                  <a:lnTo>
                    <a:pt x="112" y="256"/>
                  </a:lnTo>
                  <a:lnTo>
                    <a:pt x="114" y="260"/>
                  </a:lnTo>
                  <a:lnTo>
                    <a:pt x="116" y="262"/>
                  </a:lnTo>
                  <a:lnTo>
                    <a:pt x="122" y="264"/>
                  </a:lnTo>
                  <a:lnTo>
                    <a:pt x="126" y="266"/>
                  </a:lnTo>
                  <a:lnTo>
                    <a:pt x="134" y="266"/>
                  </a:lnTo>
                  <a:lnTo>
                    <a:pt x="136" y="266"/>
                  </a:lnTo>
                  <a:lnTo>
                    <a:pt x="138" y="264"/>
                  </a:lnTo>
                  <a:lnTo>
                    <a:pt x="140" y="262"/>
                  </a:lnTo>
                  <a:lnTo>
                    <a:pt x="144" y="262"/>
                  </a:lnTo>
                  <a:lnTo>
                    <a:pt x="146" y="260"/>
                  </a:lnTo>
                  <a:lnTo>
                    <a:pt x="146" y="258"/>
                  </a:lnTo>
                  <a:lnTo>
                    <a:pt x="144" y="256"/>
                  </a:lnTo>
                  <a:lnTo>
                    <a:pt x="162" y="274"/>
                  </a:lnTo>
                  <a:lnTo>
                    <a:pt x="174" y="276"/>
                  </a:lnTo>
                  <a:lnTo>
                    <a:pt x="174" y="278"/>
                  </a:lnTo>
                  <a:lnTo>
                    <a:pt x="174" y="282"/>
                  </a:lnTo>
                  <a:lnTo>
                    <a:pt x="174" y="284"/>
                  </a:lnTo>
                  <a:lnTo>
                    <a:pt x="176" y="288"/>
                  </a:lnTo>
                  <a:lnTo>
                    <a:pt x="180" y="292"/>
                  </a:lnTo>
                  <a:lnTo>
                    <a:pt x="184" y="296"/>
                  </a:lnTo>
                  <a:lnTo>
                    <a:pt x="192" y="298"/>
                  </a:lnTo>
                  <a:lnTo>
                    <a:pt x="192" y="300"/>
                  </a:lnTo>
                  <a:lnTo>
                    <a:pt x="196" y="300"/>
                  </a:lnTo>
                  <a:lnTo>
                    <a:pt x="200" y="302"/>
                  </a:lnTo>
                  <a:lnTo>
                    <a:pt x="202" y="306"/>
                  </a:lnTo>
                  <a:lnTo>
                    <a:pt x="206" y="310"/>
                  </a:lnTo>
                  <a:lnTo>
                    <a:pt x="206" y="312"/>
                  </a:lnTo>
                  <a:lnTo>
                    <a:pt x="208" y="312"/>
                  </a:lnTo>
                  <a:lnTo>
                    <a:pt x="210" y="314"/>
                  </a:lnTo>
                  <a:lnTo>
                    <a:pt x="212" y="316"/>
                  </a:lnTo>
                  <a:lnTo>
                    <a:pt x="214" y="318"/>
                  </a:lnTo>
                  <a:lnTo>
                    <a:pt x="218" y="320"/>
                  </a:lnTo>
                  <a:lnTo>
                    <a:pt x="220" y="320"/>
                  </a:lnTo>
                  <a:lnTo>
                    <a:pt x="222" y="318"/>
                  </a:lnTo>
                  <a:lnTo>
                    <a:pt x="222" y="316"/>
                  </a:lnTo>
                  <a:lnTo>
                    <a:pt x="222" y="310"/>
                  </a:lnTo>
                  <a:lnTo>
                    <a:pt x="220" y="306"/>
                  </a:lnTo>
                  <a:lnTo>
                    <a:pt x="218" y="302"/>
                  </a:lnTo>
                  <a:lnTo>
                    <a:pt x="216" y="298"/>
                  </a:lnTo>
                  <a:lnTo>
                    <a:pt x="212" y="294"/>
                  </a:lnTo>
                  <a:lnTo>
                    <a:pt x="210" y="290"/>
                  </a:lnTo>
                  <a:lnTo>
                    <a:pt x="206" y="290"/>
                  </a:lnTo>
                  <a:lnTo>
                    <a:pt x="206" y="288"/>
                  </a:lnTo>
                  <a:lnTo>
                    <a:pt x="204" y="286"/>
                  </a:lnTo>
                  <a:lnTo>
                    <a:pt x="206" y="284"/>
                  </a:lnTo>
                  <a:lnTo>
                    <a:pt x="208" y="284"/>
                  </a:lnTo>
                  <a:lnTo>
                    <a:pt x="210" y="284"/>
                  </a:lnTo>
                  <a:lnTo>
                    <a:pt x="214" y="286"/>
                  </a:lnTo>
                  <a:lnTo>
                    <a:pt x="218" y="288"/>
                  </a:lnTo>
                  <a:lnTo>
                    <a:pt x="222" y="290"/>
                  </a:lnTo>
                  <a:lnTo>
                    <a:pt x="228" y="292"/>
                  </a:lnTo>
                  <a:lnTo>
                    <a:pt x="232" y="296"/>
                  </a:lnTo>
                  <a:lnTo>
                    <a:pt x="236" y="300"/>
                  </a:lnTo>
                  <a:lnTo>
                    <a:pt x="238" y="304"/>
                  </a:lnTo>
                  <a:lnTo>
                    <a:pt x="240" y="306"/>
                  </a:lnTo>
                  <a:lnTo>
                    <a:pt x="240" y="308"/>
                  </a:lnTo>
                  <a:lnTo>
                    <a:pt x="242" y="308"/>
                  </a:lnTo>
                  <a:lnTo>
                    <a:pt x="244" y="306"/>
                  </a:lnTo>
                  <a:lnTo>
                    <a:pt x="246" y="304"/>
                  </a:lnTo>
                  <a:lnTo>
                    <a:pt x="246" y="302"/>
                  </a:lnTo>
                  <a:lnTo>
                    <a:pt x="248" y="300"/>
                  </a:lnTo>
                  <a:lnTo>
                    <a:pt x="248" y="296"/>
                  </a:lnTo>
                  <a:lnTo>
                    <a:pt x="250" y="290"/>
                  </a:lnTo>
                  <a:lnTo>
                    <a:pt x="250" y="286"/>
                  </a:lnTo>
                  <a:lnTo>
                    <a:pt x="248" y="282"/>
                  </a:lnTo>
                  <a:lnTo>
                    <a:pt x="246" y="278"/>
                  </a:lnTo>
                  <a:lnTo>
                    <a:pt x="244" y="276"/>
                  </a:lnTo>
                  <a:lnTo>
                    <a:pt x="242" y="274"/>
                  </a:lnTo>
                  <a:lnTo>
                    <a:pt x="240" y="272"/>
                  </a:lnTo>
                  <a:lnTo>
                    <a:pt x="236" y="268"/>
                  </a:lnTo>
                  <a:lnTo>
                    <a:pt x="232" y="264"/>
                  </a:lnTo>
                  <a:lnTo>
                    <a:pt x="230" y="262"/>
                  </a:lnTo>
                  <a:lnTo>
                    <a:pt x="226" y="260"/>
                  </a:lnTo>
                  <a:lnTo>
                    <a:pt x="224" y="258"/>
                  </a:lnTo>
                  <a:lnTo>
                    <a:pt x="222" y="258"/>
                  </a:lnTo>
                  <a:lnTo>
                    <a:pt x="220" y="256"/>
                  </a:lnTo>
                  <a:lnTo>
                    <a:pt x="218" y="252"/>
                  </a:lnTo>
                  <a:lnTo>
                    <a:pt x="218" y="250"/>
                  </a:lnTo>
                  <a:lnTo>
                    <a:pt x="216" y="250"/>
                  </a:lnTo>
                  <a:lnTo>
                    <a:pt x="214" y="248"/>
                  </a:lnTo>
                  <a:lnTo>
                    <a:pt x="212" y="246"/>
                  </a:lnTo>
                  <a:lnTo>
                    <a:pt x="210" y="242"/>
                  </a:lnTo>
                  <a:lnTo>
                    <a:pt x="208" y="238"/>
                  </a:lnTo>
                  <a:lnTo>
                    <a:pt x="208" y="230"/>
                  </a:lnTo>
                  <a:lnTo>
                    <a:pt x="206" y="226"/>
                  </a:lnTo>
                  <a:lnTo>
                    <a:pt x="206" y="224"/>
                  </a:lnTo>
                  <a:lnTo>
                    <a:pt x="206" y="220"/>
                  </a:lnTo>
                  <a:lnTo>
                    <a:pt x="206" y="216"/>
                  </a:lnTo>
                  <a:lnTo>
                    <a:pt x="208" y="212"/>
                  </a:lnTo>
                  <a:lnTo>
                    <a:pt x="210" y="208"/>
                  </a:lnTo>
                  <a:lnTo>
                    <a:pt x="212" y="208"/>
                  </a:lnTo>
                  <a:lnTo>
                    <a:pt x="214" y="208"/>
                  </a:lnTo>
                  <a:lnTo>
                    <a:pt x="216" y="210"/>
                  </a:lnTo>
                  <a:lnTo>
                    <a:pt x="220" y="212"/>
                  </a:lnTo>
                  <a:lnTo>
                    <a:pt x="222" y="216"/>
                  </a:lnTo>
                  <a:lnTo>
                    <a:pt x="222" y="220"/>
                  </a:lnTo>
                  <a:lnTo>
                    <a:pt x="224" y="226"/>
                  </a:lnTo>
                  <a:lnTo>
                    <a:pt x="224" y="228"/>
                  </a:lnTo>
                  <a:lnTo>
                    <a:pt x="226" y="230"/>
                  </a:lnTo>
                  <a:lnTo>
                    <a:pt x="228" y="234"/>
                  </a:lnTo>
                  <a:lnTo>
                    <a:pt x="230" y="240"/>
                  </a:lnTo>
                  <a:lnTo>
                    <a:pt x="230" y="244"/>
                  </a:lnTo>
                  <a:lnTo>
                    <a:pt x="232" y="246"/>
                  </a:lnTo>
                  <a:lnTo>
                    <a:pt x="232" y="248"/>
                  </a:lnTo>
                  <a:lnTo>
                    <a:pt x="234" y="250"/>
                  </a:lnTo>
                  <a:lnTo>
                    <a:pt x="236" y="250"/>
                  </a:lnTo>
                  <a:lnTo>
                    <a:pt x="238" y="250"/>
                  </a:lnTo>
                  <a:lnTo>
                    <a:pt x="242" y="248"/>
                  </a:lnTo>
                  <a:lnTo>
                    <a:pt x="246" y="244"/>
                  </a:lnTo>
                  <a:lnTo>
                    <a:pt x="248" y="244"/>
                  </a:lnTo>
                  <a:lnTo>
                    <a:pt x="250" y="242"/>
                  </a:lnTo>
                  <a:lnTo>
                    <a:pt x="252" y="240"/>
                  </a:lnTo>
                  <a:lnTo>
                    <a:pt x="256" y="238"/>
                  </a:lnTo>
                  <a:lnTo>
                    <a:pt x="260" y="236"/>
                  </a:lnTo>
                  <a:lnTo>
                    <a:pt x="264" y="234"/>
                  </a:lnTo>
                  <a:lnTo>
                    <a:pt x="266" y="234"/>
                  </a:lnTo>
                  <a:lnTo>
                    <a:pt x="268" y="234"/>
                  </a:lnTo>
                  <a:lnTo>
                    <a:pt x="270" y="234"/>
                  </a:lnTo>
                  <a:lnTo>
                    <a:pt x="272" y="234"/>
                  </a:lnTo>
                  <a:lnTo>
                    <a:pt x="274" y="232"/>
                  </a:lnTo>
                  <a:lnTo>
                    <a:pt x="276" y="230"/>
                  </a:lnTo>
                  <a:lnTo>
                    <a:pt x="278" y="228"/>
                  </a:lnTo>
                  <a:lnTo>
                    <a:pt x="276" y="224"/>
                  </a:lnTo>
                  <a:lnTo>
                    <a:pt x="274" y="220"/>
                  </a:lnTo>
                  <a:lnTo>
                    <a:pt x="272" y="220"/>
                  </a:lnTo>
                  <a:lnTo>
                    <a:pt x="270" y="220"/>
                  </a:lnTo>
                  <a:lnTo>
                    <a:pt x="268" y="218"/>
                  </a:lnTo>
                  <a:lnTo>
                    <a:pt x="266" y="218"/>
                  </a:lnTo>
                  <a:lnTo>
                    <a:pt x="266" y="214"/>
                  </a:lnTo>
                  <a:lnTo>
                    <a:pt x="276" y="212"/>
                  </a:lnTo>
                  <a:lnTo>
                    <a:pt x="276" y="210"/>
                  </a:lnTo>
                  <a:lnTo>
                    <a:pt x="276" y="208"/>
                  </a:lnTo>
                  <a:lnTo>
                    <a:pt x="274" y="206"/>
                  </a:lnTo>
                  <a:lnTo>
                    <a:pt x="272" y="204"/>
                  </a:lnTo>
                  <a:lnTo>
                    <a:pt x="270" y="202"/>
                  </a:lnTo>
                  <a:lnTo>
                    <a:pt x="270" y="200"/>
                  </a:lnTo>
                  <a:lnTo>
                    <a:pt x="268" y="198"/>
                  </a:lnTo>
                  <a:lnTo>
                    <a:pt x="266" y="198"/>
                  </a:lnTo>
                  <a:lnTo>
                    <a:pt x="262" y="198"/>
                  </a:lnTo>
                  <a:lnTo>
                    <a:pt x="262" y="200"/>
                  </a:lnTo>
                  <a:lnTo>
                    <a:pt x="260" y="200"/>
                  </a:lnTo>
                  <a:lnTo>
                    <a:pt x="258" y="200"/>
                  </a:lnTo>
                  <a:lnTo>
                    <a:pt x="256" y="202"/>
                  </a:lnTo>
                  <a:lnTo>
                    <a:pt x="254" y="202"/>
                  </a:lnTo>
                  <a:lnTo>
                    <a:pt x="254" y="200"/>
                  </a:lnTo>
                  <a:lnTo>
                    <a:pt x="254" y="198"/>
                  </a:lnTo>
                  <a:lnTo>
                    <a:pt x="254" y="196"/>
                  </a:lnTo>
                  <a:lnTo>
                    <a:pt x="252" y="194"/>
                  </a:lnTo>
                  <a:lnTo>
                    <a:pt x="252" y="190"/>
                  </a:lnTo>
                  <a:lnTo>
                    <a:pt x="248" y="186"/>
                  </a:lnTo>
                  <a:lnTo>
                    <a:pt x="244" y="182"/>
                  </a:lnTo>
                  <a:lnTo>
                    <a:pt x="228" y="176"/>
                  </a:lnTo>
                  <a:lnTo>
                    <a:pt x="216" y="166"/>
                  </a:lnTo>
                  <a:lnTo>
                    <a:pt x="214" y="166"/>
                  </a:lnTo>
                  <a:lnTo>
                    <a:pt x="212" y="168"/>
                  </a:lnTo>
                  <a:lnTo>
                    <a:pt x="210" y="168"/>
                  </a:lnTo>
                  <a:lnTo>
                    <a:pt x="208" y="168"/>
                  </a:lnTo>
                  <a:lnTo>
                    <a:pt x="206" y="168"/>
                  </a:lnTo>
                  <a:lnTo>
                    <a:pt x="206" y="166"/>
                  </a:lnTo>
                  <a:lnTo>
                    <a:pt x="206" y="162"/>
                  </a:lnTo>
                  <a:lnTo>
                    <a:pt x="208" y="158"/>
                  </a:lnTo>
                  <a:lnTo>
                    <a:pt x="208" y="156"/>
                  </a:lnTo>
                  <a:lnTo>
                    <a:pt x="210" y="152"/>
                  </a:lnTo>
                  <a:lnTo>
                    <a:pt x="208" y="150"/>
                  </a:lnTo>
                  <a:lnTo>
                    <a:pt x="218" y="148"/>
                  </a:lnTo>
                  <a:lnTo>
                    <a:pt x="220" y="148"/>
                  </a:lnTo>
                  <a:lnTo>
                    <a:pt x="220" y="146"/>
                  </a:lnTo>
                  <a:lnTo>
                    <a:pt x="222" y="144"/>
                  </a:lnTo>
                  <a:lnTo>
                    <a:pt x="222" y="140"/>
                  </a:lnTo>
                  <a:lnTo>
                    <a:pt x="218" y="136"/>
                  </a:lnTo>
                  <a:lnTo>
                    <a:pt x="218" y="132"/>
                  </a:lnTo>
                  <a:lnTo>
                    <a:pt x="216" y="130"/>
                  </a:lnTo>
                  <a:lnTo>
                    <a:pt x="218" y="126"/>
                  </a:lnTo>
                  <a:lnTo>
                    <a:pt x="220" y="124"/>
                  </a:lnTo>
                  <a:lnTo>
                    <a:pt x="220" y="122"/>
                  </a:lnTo>
                  <a:lnTo>
                    <a:pt x="218" y="120"/>
                  </a:lnTo>
                  <a:lnTo>
                    <a:pt x="218" y="118"/>
                  </a:lnTo>
                  <a:lnTo>
                    <a:pt x="214" y="116"/>
                  </a:lnTo>
                  <a:lnTo>
                    <a:pt x="208" y="116"/>
                  </a:lnTo>
                  <a:lnTo>
                    <a:pt x="208" y="104"/>
                  </a:lnTo>
                  <a:lnTo>
                    <a:pt x="206" y="104"/>
                  </a:lnTo>
                  <a:lnTo>
                    <a:pt x="204" y="102"/>
                  </a:lnTo>
                  <a:lnTo>
                    <a:pt x="200" y="102"/>
                  </a:lnTo>
                  <a:lnTo>
                    <a:pt x="196" y="98"/>
                  </a:lnTo>
                  <a:lnTo>
                    <a:pt x="196" y="96"/>
                  </a:lnTo>
                  <a:lnTo>
                    <a:pt x="194" y="94"/>
                  </a:lnTo>
                  <a:lnTo>
                    <a:pt x="192" y="92"/>
                  </a:lnTo>
                  <a:lnTo>
                    <a:pt x="190" y="92"/>
                  </a:lnTo>
                  <a:lnTo>
                    <a:pt x="186" y="94"/>
                  </a:lnTo>
                  <a:lnTo>
                    <a:pt x="184" y="94"/>
                  </a:lnTo>
                  <a:lnTo>
                    <a:pt x="182" y="96"/>
                  </a:lnTo>
                  <a:lnTo>
                    <a:pt x="180" y="96"/>
                  </a:lnTo>
                  <a:lnTo>
                    <a:pt x="178" y="96"/>
                  </a:lnTo>
                  <a:lnTo>
                    <a:pt x="176" y="96"/>
                  </a:lnTo>
                  <a:lnTo>
                    <a:pt x="176" y="94"/>
                  </a:lnTo>
                  <a:lnTo>
                    <a:pt x="178" y="90"/>
                  </a:lnTo>
                  <a:lnTo>
                    <a:pt x="178" y="88"/>
                  </a:lnTo>
                  <a:lnTo>
                    <a:pt x="180" y="86"/>
                  </a:lnTo>
                  <a:lnTo>
                    <a:pt x="180" y="84"/>
                  </a:lnTo>
                  <a:lnTo>
                    <a:pt x="180" y="82"/>
                  </a:lnTo>
                  <a:lnTo>
                    <a:pt x="178" y="78"/>
                  </a:lnTo>
                  <a:lnTo>
                    <a:pt x="176" y="78"/>
                  </a:lnTo>
                  <a:lnTo>
                    <a:pt x="172" y="76"/>
                  </a:lnTo>
                  <a:lnTo>
                    <a:pt x="170" y="78"/>
                  </a:lnTo>
                  <a:lnTo>
                    <a:pt x="168" y="78"/>
                  </a:lnTo>
                  <a:lnTo>
                    <a:pt x="166" y="78"/>
                  </a:lnTo>
                  <a:lnTo>
                    <a:pt x="164" y="76"/>
                  </a:lnTo>
                  <a:lnTo>
                    <a:pt x="160" y="74"/>
                  </a:lnTo>
                  <a:lnTo>
                    <a:pt x="156" y="70"/>
                  </a:lnTo>
                  <a:lnTo>
                    <a:pt x="152" y="62"/>
                  </a:lnTo>
                  <a:lnTo>
                    <a:pt x="150" y="58"/>
                  </a:lnTo>
                  <a:lnTo>
                    <a:pt x="144" y="54"/>
                  </a:lnTo>
                  <a:lnTo>
                    <a:pt x="132" y="48"/>
                  </a:lnTo>
                  <a:lnTo>
                    <a:pt x="114" y="46"/>
                  </a:lnTo>
                  <a:lnTo>
                    <a:pt x="112" y="46"/>
                  </a:lnTo>
                  <a:lnTo>
                    <a:pt x="108" y="48"/>
                  </a:lnTo>
                  <a:lnTo>
                    <a:pt x="106" y="48"/>
                  </a:lnTo>
                  <a:lnTo>
                    <a:pt x="102" y="48"/>
                  </a:lnTo>
                  <a:lnTo>
                    <a:pt x="98" y="48"/>
                  </a:lnTo>
                  <a:lnTo>
                    <a:pt x="96" y="44"/>
                  </a:lnTo>
                  <a:lnTo>
                    <a:pt x="94" y="38"/>
                  </a:lnTo>
                  <a:lnTo>
                    <a:pt x="78" y="44"/>
                  </a:lnTo>
                  <a:lnTo>
                    <a:pt x="78" y="42"/>
                  </a:lnTo>
                  <a:lnTo>
                    <a:pt x="80" y="40"/>
                  </a:lnTo>
                  <a:lnTo>
                    <a:pt x="82" y="34"/>
                  </a:lnTo>
                  <a:lnTo>
                    <a:pt x="82" y="28"/>
                  </a:lnTo>
                  <a:lnTo>
                    <a:pt x="82" y="26"/>
                  </a:lnTo>
                  <a:lnTo>
                    <a:pt x="84" y="24"/>
                  </a:lnTo>
                  <a:lnTo>
                    <a:pt x="84" y="20"/>
                  </a:lnTo>
                  <a:lnTo>
                    <a:pt x="84" y="16"/>
                  </a:lnTo>
                  <a:lnTo>
                    <a:pt x="86" y="12"/>
                  </a:lnTo>
                  <a:lnTo>
                    <a:pt x="84" y="8"/>
                  </a:lnTo>
                  <a:lnTo>
                    <a:pt x="82" y="6"/>
                  </a:lnTo>
                  <a:lnTo>
                    <a:pt x="80" y="4"/>
                  </a:lnTo>
                  <a:lnTo>
                    <a:pt x="78" y="4"/>
                  </a:lnTo>
                  <a:lnTo>
                    <a:pt x="76" y="4"/>
                  </a:lnTo>
                  <a:lnTo>
                    <a:pt x="72" y="6"/>
                  </a:lnTo>
                  <a:lnTo>
                    <a:pt x="68" y="8"/>
                  </a:lnTo>
                  <a:lnTo>
                    <a:pt x="64" y="12"/>
                  </a:lnTo>
                  <a:lnTo>
                    <a:pt x="60" y="16"/>
                  </a:lnTo>
                  <a:lnTo>
                    <a:pt x="56" y="24"/>
                  </a:lnTo>
                  <a:lnTo>
                    <a:pt x="56" y="28"/>
                  </a:lnTo>
                  <a:lnTo>
                    <a:pt x="54" y="36"/>
                  </a:lnTo>
                  <a:lnTo>
                    <a:pt x="54" y="46"/>
                  </a:lnTo>
                  <a:lnTo>
                    <a:pt x="56" y="58"/>
                  </a:lnTo>
                  <a:lnTo>
                    <a:pt x="72" y="78"/>
                  </a:lnTo>
                  <a:lnTo>
                    <a:pt x="72" y="80"/>
                  </a:lnTo>
                  <a:lnTo>
                    <a:pt x="72" y="84"/>
                  </a:lnTo>
                  <a:lnTo>
                    <a:pt x="72" y="86"/>
                  </a:lnTo>
                  <a:lnTo>
                    <a:pt x="72" y="90"/>
                  </a:lnTo>
                  <a:lnTo>
                    <a:pt x="72" y="92"/>
                  </a:lnTo>
                  <a:lnTo>
                    <a:pt x="70" y="92"/>
                  </a:lnTo>
                  <a:lnTo>
                    <a:pt x="68" y="90"/>
                  </a:lnTo>
                  <a:lnTo>
                    <a:pt x="64" y="86"/>
                  </a:lnTo>
                  <a:lnTo>
                    <a:pt x="56" y="76"/>
                  </a:lnTo>
                  <a:lnTo>
                    <a:pt x="48" y="60"/>
                  </a:lnTo>
                  <a:lnTo>
                    <a:pt x="44" y="38"/>
                  </a:lnTo>
                  <a:lnTo>
                    <a:pt x="44" y="32"/>
                  </a:lnTo>
                  <a:lnTo>
                    <a:pt x="46" y="20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32" y="4"/>
                  </a:lnTo>
                  <a:lnTo>
                    <a:pt x="18" y="14"/>
                  </a:lnTo>
                  <a:lnTo>
                    <a:pt x="16" y="18"/>
                  </a:lnTo>
                  <a:lnTo>
                    <a:pt x="10" y="30"/>
                  </a:lnTo>
                  <a:lnTo>
                    <a:pt x="4" y="42"/>
                  </a:lnTo>
                  <a:lnTo>
                    <a:pt x="2" y="56"/>
                  </a:lnTo>
                  <a:lnTo>
                    <a:pt x="2" y="58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2" y="64"/>
                  </a:lnTo>
                  <a:lnTo>
                    <a:pt x="4" y="68"/>
                  </a:lnTo>
                  <a:lnTo>
                    <a:pt x="6" y="72"/>
                  </a:lnTo>
                  <a:lnTo>
                    <a:pt x="12" y="80"/>
                  </a:lnTo>
                  <a:lnTo>
                    <a:pt x="18" y="88"/>
                  </a:lnTo>
                  <a:lnTo>
                    <a:pt x="22" y="98"/>
                  </a:lnTo>
                  <a:lnTo>
                    <a:pt x="24" y="104"/>
                  </a:lnTo>
                  <a:lnTo>
                    <a:pt x="22" y="108"/>
                  </a:lnTo>
                  <a:lnTo>
                    <a:pt x="26" y="112"/>
                  </a:lnTo>
                  <a:lnTo>
                    <a:pt x="28" y="110"/>
                  </a:lnTo>
                  <a:lnTo>
                    <a:pt x="30" y="108"/>
                  </a:lnTo>
                  <a:lnTo>
                    <a:pt x="32" y="108"/>
                  </a:lnTo>
                  <a:lnTo>
                    <a:pt x="36" y="110"/>
                  </a:lnTo>
                  <a:lnTo>
                    <a:pt x="40" y="112"/>
                  </a:lnTo>
                  <a:lnTo>
                    <a:pt x="48" y="118"/>
                  </a:lnTo>
                  <a:lnTo>
                    <a:pt x="62" y="122"/>
                  </a:lnTo>
                  <a:lnTo>
                    <a:pt x="80" y="124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86" name="Freeform 348"/>
            <p:cNvSpPr>
              <a:spLocks/>
            </p:cNvSpPr>
            <p:nvPr/>
          </p:nvSpPr>
          <p:spPr bwMode="gray">
            <a:xfrm>
              <a:off x="4351" y="1992"/>
              <a:ext cx="80" cy="58"/>
            </a:xfrm>
            <a:custGeom>
              <a:avLst/>
              <a:gdLst>
                <a:gd name="T0" fmla="*/ 6 w 80"/>
                <a:gd name="T1" fmla="*/ 36 h 58"/>
                <a:gd name="T2" fmla="*/ 0 w 80"/>
                <a:gd name="T3" fmla="*/ 46 h 58"/>
                <a:gd name="T4" fmla="*/ 2 w 80"/>
                <a:gd name="T5" fmla="*/ 46 h 58"/>
                <a:gd name="T6" fmla="*/ 4 w 80"/>
                <a:gd name="T7" fmla="*/ 44 h 58"/>
                <a:gd name="T8" fmla="*/ 6 w 80"/>
                <a:gd name="T9" fmla="*/ 44 h 58"/>
                <a:gd name="T10" fmla="*/ 10 w 80"/>
                <a:gd name="T11" fmla="*/ 44 h 58"/>
                <a:gd name="T12" fmla="*/ 12 w 80"/>
                <a:gd name="T13" fmla="*/ 44 h 58"/>
                <a:gd name="T14" fmla="*/ 14 w 80"/>
                <a:gd name="T15" fmla="*/ 46 h 58"/>
                <a:gd name="T16" fmla="*/ 16 w 80"/>
                <a:gd name="T17" fmla="*/ 48 h 58"/>
                <a:gd name="T18" fmla="*/ 16 w 80"/>
                <a:gd name="T19" fmla="*/ 50 h 58"/>
                <a:gd name="T20" fmla="*/ 16 w 80"/>
                <a:gd name="T21" fmla="*/ 52 h 58"/>
                <a:gd name="T22" fmla="*/ 18 w 80"/>
                <a:gd name="T23" fmla="*/ 54 h 58"/>
                <a:gd name="T24" fmla="*/ 20 w 80"/>
                <a:gd name="T25" fmla="*/ 56 h 58"/>
                <a:gd name="T26" fmla="*/ 22 w 80"/>
                <a:gd name="T27" fmla="*/ 58 h 58"/>
                <a:gd name="T28" fmla="*/ 26 w 80"/>
                <a:gd name="T29" fmla="*/ 58 h 58"/>
                <a:gd name="T30" fmla="*/ 30 w 80"/>
                <a:gd name="T31" fmla="*/ 58 h 58"/>
                <a:gd name="T32" fmla="*/ 34 w 80"/>
                <a:gd name="T33" fmla="*/ 56 h 58"/>
                <a:gd name="T34" fmla="*/ 54 w 80"/>
                <a:gd name="T35" fmla="*/ 44 h 58"/>
                <a:gd name="T36" fmla="*/ 72 w 80"/>
                <a:gd name="T37" fmla="*/ 48 h 58"/>
                <a:gd name="T38" fmla="*/ 80 w 80"/>
                <a:gd name="T39" fmla="*/ 42 h 58"/>
                <a:gd name="T40" fmla="*/ 80 w 80"/>
                <a:gd name="T41" fmla="*/ 40 h 58"/>
                <a:gd name="T42" fmla="*/ 78 w 80"/>
                <a:gd name="T43" fmla="*/ 38 h 58"/>
                <a:gd name="T44" fmla="*/ 74 w 80"/>
                <a:gd name="T45" fmla="*/ 34 h 58"/>
                <a:gd name="T46" fmla="*/ 70 w 80"/>
                <a:gd name="T47" fmla="*/ 30 h 58"/>
                <a:gd name="T48" fmla="*/ 66 w 80"/>
                <a:gd name="T49" fmla="*/ 26 h 58"/>
                <a:gd name="T50" fmla="*/ 60 w 80"/>
                <a:gd name="T51" fmla="*/ 24 h 58"/>
                <a:gd name="T52" fmla="*/ 60 w 80"/>
                <a:gd name="T53" fmla="*/ 24 h 58"/>
                <a:gd name="T54" fmla="*/ 58 w 80"/>
                <a:gd name="T55" fmla="*/ 22 h 58"/>
                <a:gd name="T56" fmla="*/ 54 w 80"/>
                <a:gd name="T57" fmla="*/ 20 h 58"/>
                <a:gd name="T58" fmla="*/ 50 w 80"/>
                <a:gd name="T59" fmla="*/ 16 h 58"/>
                <a:gd name="T60" fmla="*/ 46 w 80"/>
                <a:gd name="T61" fmla="*/ 14 h 58"/>
                <a:gd name="T62" fmla="*/ 42 w 80"/>
                <a:gd name="T63" fmla="*/ 12 h 58"/>
                <a:gd name="T64" fmla="*/ 38 w 80"/>
                <a:gd name="T65" fmla="*/ 10 h 58"/>
                <a:gd name="T66" fmla="*/ 34 w 80"/>
                <a:gd name="T67" fmla="*/ 10 h 58"/>
                <a:gd name="T68" fmla="*/ 32 w 80"/>
                <a:gd name="T69" fmla="*/ 0 h 58"/>
                <a:gd name="T70" fmla="*/ 22 w 80"/>
                <a:gd name="T71" fmla="*/ 14 h 58"/>
                <a:gd name="T72" fmla="*/ 20 w 80"/>
                <a:gd name="T73" fmla="*/ 14 h 58"/>
                <a:gd name="T74" fmla="*/ 18 w 80"/>
                <a:gd name="T75" fmla="*/ 14 h 58"/>
                <a:gd name="T76" fmla="*/ 16 w 80"/>
                <a:gd name="T77" fmla="*/ 16 h 58"/>
                <a:gd name="T78" fmla="*/ 12 w 80"/>
                <a:gd name="T79" fmla="*/ 18 h 58"/>
                <a:gd name="T80" fmla="*/ 10 w 80"/>
                <a:gd name="T81" fmla="*/ 20 h 58"/>
                <a:gd name="T82" fmla="*/ 6 w 80"/>
                <a:gd name="T83" fmla="*/ 24 h 58"/>
                <a:gd name="T84" fmla="*/ 6 w 80"/>
                <a:gd name="T85" fmla="*/ 30 h 58"/>
                <a:gd name="T86" fmla="*/ 6 w 80"/>
                <a:gd name="T87" fmla="*/ 36 h 5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80"/>
                <a:gd name="T133" fmla="*/ 0 h 58"/>
                <a:gd name="T134" fmla="*/ 80 w 80"/>
                <a:gd name="T135" fmla="*/ 58 h 5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80" h="58">
                  <a:moveTo>
                    <a:pt x="6" y="36"/>
                  </a:moveTo>
                  <a:lnTo>
                    <a:pt x="0" y="46"/>
                  </a:lnTo>
                  <a:lnTo>
                    <a:pt x="2" y="46"/>
                  </a:lnTo>
                  <a:lnTo>
                    <a:pt x="4" y="44"/>
                  </a:lnTo>
                  <a:lnTo>
                    <a:pt x="6" y="44"/>
                  </a:lnTo>
                  <a:lnTo>
                    <a:pt x="10" y="44"/>
                  </a:lnTo>
                  <a:lnTo>
                    <a:pt x="12" y="44"/>
                  </a:lnTo>
                  <a:lnTo>
                    <a:pt x="14" y="46"/>
                  </a:lnTo>
                  <a:lnTo>
                    <a:pt x="16" y="48"/>
                  </a:lnTo>
                  <a:lnTo>
                    <a:pt x="16" y="50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20" y="56"/>
                  </a:lnTo>
                  <a:lnTo>
                    <a:pt x="22" y="58"/>
                  </a:lnTo>
                  <a:lnTo>
                    <a:pt x="26" y="58"/>
                  </a:lnTo>
                  <a:lnTo>
                    <a:pt x="30" y="58"/>
                  </a:lnTo>
                  <a:lnTo>
                    <a:pt x="34" y="56"/>
                  </a:lnTo>
                  <a:lnTo>
                    <a:pt x="54" y="44"/>
                  </a:lnTo>
                  <a:lnTo>
                    <a:pt x="72" y="48"/>
                  </a:lnTo>
                  <a:lnTo>
                    <a:pt x="80" y="42"/>
                  </a:lnTo>
                  <a:lnTo>
                    <a:pt x="80" y="40"/>
                  </a:lnTo>
                  <a:lnTo>
                    <a:pt x="78" y="38"/>
                  </a:lnTo>
                  <a:lnTo>
                    <a:pt x="74" y="34"/>
                  </a:lnTo>
                  <a:lnTo>
                    <a:pt x="70" y="30"/>
                  </a:lnTo>
                  <a:lnTo>
                    <a:pt x="66" y="26"/>
                  </a:lnTo>
                  <a:lnTo>
                    <a:pt x="60" y="24"/>
                  </a:lnTo>
                  <a:lnTo>
                    <a:pt x="58" y="22"/>
                  </a:lnTo>
                  <a:lnTo>
                    <a:pt x="54" y="20"/>
                  </a:lnTo>
                  <a:lnTo>
                    <a:pt x="50" y="16"/>
                  </a:lnTo>
                  <a:lnTo>
                    <a:pt x="46" y="14"/>
                  </a:lnTo>
                  <a:lnTo>
                    <a:pt x="42" y="12"/>
                  </a:lnTo>
                  <a:lnTo>
                    <a:pt x="38" y="10"/>
                  </a:lnTo>
                  <a:lnTo>
                    <a:pt x="34" y="10"/>
                  </a:lnTo>
                  <a:lnTo>
                    <a:pt x="32" y="0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8" y="14"/>
                  </a:lnTo>
                  <a:lnTo>
                    <a:pt x="16" y="16"/>
                  </a:lnTo>
                  <a:lnTo>
                    <a:pt x="12" y="18"/>
                  </a:lnTo>
                  <a:lnTo>
                    <a:pt x="10" y="20"/>
                  </a:lnTo>
                  <a:lnTo>
                    <a:pt x="6" y="24"/>
                  </a:lnTo>
                  <a:lnTo>
                    <a:pt x="6" y="30"/>
                  </a:lnTo>
                  <a:lnTo>
                    <a:pt x="6" y="3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87" name="Freeform 349"/>
            <p:cNvSpPr>
              <a:spLocks/>
            </p:cNvSpPr>
            <p:nvPr/>
          </p:nvSpPr>
          <p:spPr bwMode="gray">
            <a:xfrm>
              <a:off x="4149" y="1668"/>
              <a:ext cx="84" cy="122"/>
            </a:xfrm>
            <a:custGeom>
              <a:avLst/>
              <a:gdLst>
                <a:gd name="T0" fmla="*/ 14 w 84"/>
                <a:gd name="T1" fmla="*/ 48 h 122"/>
                <a:gd name="T2" fmla="*/ 10 w 84"/>
                <a:gd name="T3" fmla="*/ 46 h 122"/>
                <a:gd name="T4" fmla="*/ 6 w 84"/>
                <a:gd name="T5" fmla="*/ 46 h 122"/>
                <a:gd name="T6" fmla="*/ 2 w 84"/>
                <a:gd name="T7" fmla="*/ 48 h 122"/>
                <a:gd name="T8" fmla="*/ 0 w 84"/>
                <a:gd name="T9" fmla="*/ 56 h 122"/>
                <a:gd name="T10" fmla="*/ 2 w 84"/>
                <a:gd name="T11" fmla="*/ 64 h 122"/>
                <a:gd name="T12" fmla="*/ 4 w 84"/>
                <a:gd name="T13" fmla="*/ 70 h 122"/>
                <a:gd name="T14" fmla="*/ 10 w 84"/>
                <a:gd name="T15" fmla="*/ 80 h 122"/>
                <a:gd name="T16" fmla="*/ 20 w 84"/>
                <a:gd name="T17" fmla="*/ 86 h 122"/>
                <a:gd name="T18" fmla="*/ 24 w 84"/>
                <a:gd name="T19" fmla="*/ 90 h 122"/>
                <a:gd name="T20" fmla="*/ 32 w 84"/>
                <a:gd name="T21" fmla="*/ 102 h 122"/>
                <a:gd name="T22" fmla="*/ 32 w 84"/>
                <a:gd name="T23" fmla="*/ 106 h 122"/>
                <a:gd name="T24" fmla="*/ 34 w 84"/>
                <a:gd name="T25" fmla="*/ 112 h 122"/>
                <a:gd name="T26" fmla="*/ 40 w 84"/>
                <a:gd name="T27" fmla="*/ 118 h 122"/>
                <a:gd name="T28" fmla="*/ 50 w 84"/>
                <a:gd name="T29" fmla="*/ 122 h 122"/>
                <a:gd name="T30" fmla="*/ 64 w 84"/>
                <a:gd name="T31" fmla="*/ 120 h 122"/>
                <a:gd name="T32" fmla="*/ 68 w 84"/>
                <a:gd name="T33" fmla="*/ 118 h 122"/>
                <a:gd name="T34" fmla="*/ 76 w 84"/>
                <a:gd name="T35" fmla="*/ 114 h 122"/>
                <a:gd name="T36" fmla="*/ 84 w 84"/>
                <a:gd name="T37" fmla="*/ 104 h 122"/>
                <a:gd name="T38" fmla="*/ 84 w 84"/>
                <a:gd name="T39" fmla="*/ 88 h 122"/>
                <a:gd name="T40" fmla="*/ 80 w 84"/>
                <a:gd name="T41" fmla="*/ 68 h 122"/>
                <a:gd name="T42" fmla="*/ 78 w 84"/>
                <a:gd name="T43" fmla="*/ 54 h 122"/>
                <a:gd name="T44" fmla="*/ 74 w 84"/>
                <a:gd name="T45" fmla="*/ 56 h 122"/>
                <a:gd name="T46" fmla="*/ 66 w 84"/>
                <a:gd name="T47" fmla="*/ 56 h 122"/>
                <a:gd name="T48" fmla="*/ 60 w 84"/>
                <a:gd name="T49" fmla="*/ 54 h 122"/>
                <a:gd name="T50" fmla="*/ 60 w 84"/>
                <a:gd name="T51" fmla="*/ 48 h 122"/>
                <a:gd name="T52" fmla="*/ 64 w 84"/>
                <a:gd name="T53" fmla="*/ 42 h 122"/>
                <a:gd name="T54" fmla="*/ 72 w 84"/>
                <a:gd name="T55" fmla="*/ 36 h 122"/>
                <a:gd name="T56" fmla="*/ 76 w 84"/>
                <a:gd name="T57" fmla="*/ 36 h 122"/>
                <a:gd name="T58" fmla="*/ 78 w 84"/>
                <a:gd name="T59" fmla="*/ 30 h 122"/>
                <a:gd name="T60" fmla="*/ 80 w 84"/>
                <a:gd name="T61" fmla="*/ 20 h 122"/>
                <a:gd name="T62" fmla="*/ 76 w 84"/>
                <a:gd name="T63" fmla="*/ 12 h 122"/>
                <a:gd name="T64" fmla="*/ 68 w 84"/>
                <a:gd name="T65" fmla="*/ 0 h 122"/>
                <a:gd name="T66" fmla="*/ 64 w 84"/>
                <a:gd name="T67" fmla="*/ 0 h 122"/>
                <a:gd name="T68" fmla="*/ 54 w 84"/>
                <a:gd name="T69" fmla="*/ 4 h 122"/>
                <a:gd name="T70" fmla="*/ 46 w 84"/>
                <a:gd name="T71" fmla="*/ 4 h 122"/>
                <a:gd name="T72" fmla="*/ 40 w 84"/>
                <a:gd name="T73" fmla="*/ 4 h 122"/>
                <a:gd name="T74" fmla="*/ 32 w 84"/>
                <a:gd name="T75" fmla="*/ 2 h 122"/>
                <a:gd name="T76" fmla="*/ 24 w 84"/>
                <a:gd name="T77" fmla="*/ 6 h 122"/>
                <a:gd name="T78" fmla="*/ 20 w 84"/>
                <a:gd name="T79" fmla="*/ 14 h 122"/>
                <a:gd name="T80" fmla="*/ 20 w 84"/>
                <a:gd name="T81" fmla="*/ 16 h 122"/>
                <a:gd name="T82" fmla="*/ 20 w 84"/>
                <a:gd name="T83" fmla="*/ 24 h 122"/>
                <a:gd name="T84" fmla="*/ 24 w 84"/>
                <a:gd name="T85" fmla="*/ 34 h 122"/>
                <a:gd name="T86" fmla="*/ 28 w 84"/>
                <a:gd name="T87" fmla="*/ 38 h 122"/>
                <a:gd name="T88" fmla="*/ 32 w 84"/>
                <a:gd name="T89" fmla="*/ 42 h 122"/>
                <a:gd name="T90" fmla="*/ 34 w 84"/>
                <a:gd name="T91" fmla="*/ 48 h 122"/>
                <a:gd name="T92" fmla="*/ 32 w 84"/>
                <a:gd name="T93" fmla="*/ 56 h 122"/>
                <a:gd name="T94" fmla="*/ 26 w 84"/>
                <a:gd name="T95" fmla="*/ 58 h 122"/>
                <a:gd name="T96" fmla="*/ 20 w 84"/>
                <a:gd name="T97" fmla="*/ 54 h 12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84"/>
                <a:gd name="T148" fmla="*/ 0 h 122"/>
                <a:gd name="T149" fmla="*/ 84 w 84"/>
                <a:gd name="T150" fmla="*/ 122 h 12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84" h="122">
                  <a:moveTo>
                    <a:pt x="14" y="48"/>
                  </a:moveTo>
                  <a:lnTo>
                    <a:pt x="14" y="48"/>
                  </a:lnTo>
                  <a:lnTo>
                    <a:pt x="12" y="46"/>
                  </a:lnTo>
                  <a:lnTo>
                    <a:pt x="10" y="46"/>
                  </a:lnTo>
                  <a:lnTo>
                    <a:pt x="8" y="46"/>
                  </a:lnTo>
                  <a:lnTo>
                    <a:pt x="6" y="46"/>
                  </a:lnTo>
                  <a:lnTo>
                    <a:pt x="2" y="46"/>
                  </a:lnTo>
                  <a:lnTo>
                    <a:pt x="2" y="48"/>
                  </a:lnTo>
                  <a:lnTo>
                    <a:pt x="0" y="50"/>
                  </a:lnTo>
                  <a:lnTo>
                    <a:pt x="0" y="56"/>
                  </a:lnTo>
                  <a:lnTo>
                    <a:pt x="2" y="62"/>
                  </a:lnTo>
                  <a:lnTo>
                    <a:pt x="2" y="64"/>
                  </a:lnTo>
                  <a:lnTo>
                    <a:pt x="2" y="66"/>
                  </a:lnTo>
                  <a:lnTo>
                    <a:pt x="4" y="70"/>
                  </a:lnTo>
                  <a:lnTo>
                    <a:pt x="6" y="76"/>
                  </a:lnTo>
                  <a:lnTo>
                    <a:pt x="10" y="80"/>
                  </a:lnTo>
                  <a:lnTo>
                    <a:pt x="14" y="84"/>
                  </a:lnTo>
                  <a:lnTo>
                    <a:pt x="20" y="86"/>
                  </a:lnTo>
                  <a:lnTo>
                    <a:pt x="22" y="88"/>
                  </a:lnTo>
                  <a:lnTo>
                    <a:pt x="24" y="90"/>
                  </a:lnTo>
                  <a:lnTo>
                    <a:pt x="28" y="94"/>
                  </a:lnTo>
                  <a:lnTo>
                    <a:pt x="32" y="102"/>
                  </a:lnTo>
                  <a:lnTo>
                    <a:pt x="32" y="104"/>
                  </a:lnTo>
                  <a:lnTo>
                    <a:pt x="32" y="106"/>
                  </a:lnTo>
                  <a:lnTo>
                    <a:pt x="34" y="108"/>
                  </a:lnTo>
                  <a:lnTo>
                    <a:pt x="34" y="112"/>
                  </a:lnTo>
                  <a:lnTo>
                    <a:pt x="38" y="116"/>
                  </a:lnTo>
                  <a:lnTo>
                    <a:pt x="40" y="118"/>
                  </a:lnTo>
                  <a:lnTo>
                    <a:pt x="44" y="122"/>
                  </a:lnTo>
                  <a:lnTo>
                    <a:pt x="50" y="122"/>
                  </a:lnTo>
                  <a:lnTo>
                    <a:pt x="56" y="122"/>
                  </a:lnTo>
                  <a:lnTo>
                    <a:pt x="64" y="120"/>
                  </a:lnTo>
                  <a:lnTo>
                    <a:pt x="68" y="118"/>
                  </a:lnTo>
                  <a:lnTo>
                    <a:pt x="72" y="116"/>
                  </a:lnTo>
                  <a:lnTo>
                    <a:pt x="76" y="114"/>
                  </a:lnTo>
                  <a:lnTo>
                    <a:pt x="80" y="110"/>
                  </a:lnTo>
                  <a:lnTo>
                    <a:pt x="84" y="104"/>
                  </a:lnTo>
                  <a:lnTo>
                    <a:pt x="84" y="100"/>
                  </a:lnTo>
                  <a:lnTo>
                    <a:pt x="84" y="88"/>
                  </a:lnTo>
                  <a:lnTo>
                    <a:pt x="82" y="76"/>
                  </a:lnTo>
                  <a:lnTo>
                    <a:pt x="80" y="68"/>
                  </a:lnTo>
                  <a:lnTo>
                    <a:pt x="80" y="54"/>
                  </a:lnTo>
                  <a:lnTo>
                    <a:pt x="78" y="54"/>
                  </a:lnTo>
                  <a:lnTo>
                    <a:pt x="76" y="56"/>
                  </a:lnTo>
                  <a:lnTo>
                    <a:pt x="74" y="56"/>
                  </a:lnTo>
                  <a:lnTo>
                    <a:pt x="70" y="56"/>
                  </a:lnTo>
                  <a:lnTo>
                    <a:pt x="66" y="56"/>
                  </a:lnTo>
                  <a:lnTo>
                    <a:pt x="64" y="56"/>
                  </a:lnTo>
                  <a:lnTo>
                    <a:pt x="60" y="54"/>
                  </a:lnTo>
                  <a:lnTo>
                    <a:pt x="60" y="50"/>
                  </a:lnTo>
                  <a:lnTo>
                    <a:pt x="60" y="48"/>
                  </a:lnTo>
                  <a:lnTo>
                    <a:pt x="62" y="46"/>
                  </a:lnTo>
                  <a:lnTo>
                    <a:pt x="64" y="42"/>
                  </a:lnTo>
                  <a:lnTo>
                    <a:pt x="68" y="40"/>
                  </a:lnTo>
                  <a:lnTo>
                    <a:pt x="72" y="36"/>
                  </a:lnTo>
                  <a:lnTo>
                    <a:pt x="76" y="36"/>
                  </a:lnTo>
                  <a:lnTo>
                    <a:pt x="78" y="32"/>
                  </a:lnTo>
                  <a:lnTo>
                    <a:pt x="78" y="30"/>
                  </a:lnTo>
                  <a:lnTo>
                    <a:pt x="80" y="24"/>
                  </a:lnTo>
                  <a:lnTo>
                    <a:pt x="80" y="20"/>
                  </a:lnTo>
                  <a:lnTo>
                    <a:pt x="78" y="16"/>
                  </a:lnTo>
                  <a:lnTo>
                    <a:pt x="76" y="12"/>
                  </a:lnTo>
                  <a:lnTo>
                    <a:pt x="72" y="10"/>
                  </a:lnTo>
                  <a:lnTo>
                    <a:pt x="68" y="0"/>
                  </a:lnTo>
                  <a:lnTo>
                    <a:pt x="64" y="0"/>
                  </a:lnTo>
                  <a:lnTo>
                    <a:pt x="58" y="2"/>
                  </a:lnTo>
                  <a:lnTo>
                    <a:pt x="54" y="4"/>
                  </a:lnTo>
                  <a:lnTo>
                    <a:pt x="48" y="4"/>
                  </a:lnTo>
                  <a:lnTo>
                    <a:pt x="46" y="4"/>
                  </a:lnTo>
                  <a:lnTo>
                    <a:pt x="44" y="4"/>
                  </a:lnTo>
                  <a:lnTo>
                    <a:pt x="40" y="4"/>
                  </a:lnTo>
                  <a:lnTo>
                    <a:pt x="36" y="2"/>
                  </a:lnTo>
                  <a:lnTo>
                    <a:pt x="32" y="2"/>
                  </a:lnTo>
                  <a:lnTo>
                    <a:pt x="28" y="4"/>
                  </a:lnTo>
                  <a:lnTo>
                    <a:pt x="24" y="6"/>
                  </a:lnTo>
                  <a:lnTo>
                    <a:pt x="22" y="8"/>
                  </a:lnTo>
                  <a:lnTo>
                    <a:pt x="20" y="14"/>
                  </a:lnTo>
                  <a:lnTo>
                    <a:pt x="20" y="16"/>
                  </a:lnTo>
                  <a:lnTo>
                    <a:pt x="20" y="20"/>
                  </a:lnTo>
                  <a:lnTo>
                    <a:pt x="20" y="24"/>
                  </a:lnTo>
                  <a:lnTo>
                    <a:pt x="22" y="28"/>
                  </a:lnTo>
                  <a:lnTo>
                    <a:pt x="24" y="34"/>
                  </a:lnTo>
                  <a:lnTo>
                    <a:pt x="28" y="36"/>
                  </a:lnTo>
                  <a:lnTo>
                    <a:pt x="28" y="38"/>
                  </a:lnTo>
                  <a:lnTo>
                    <a:pt x="30" y="40"/>
                  </a:lnTo>
                  <a:lnTo>
                    <a:pt x="32" y="42"/>
                  </a:lnTo>
                  <a:lnTo>
                    <a:pt x="32" y="46"/>
                  </a:lnTo>
                  <a:lnTo>
                    <a:pt x="34" y="48"/>
                  </a:lnTo>
                  <a:lnTo>
                    <a:pt x="34" y="52"/>
                  </a:lnTo>
                  <a:lnTo>
                    <a:pt x="32" y="56"/>
                  </a:lnTo>
                  <a:lnTo>
                    <a:pt x="28" y="58"/>
                  </a:lnTo>
                  <a:lnTo>
                    <a:pt x="26" y="58"/>
                  </a:lnTo>
                  <a:lnTo>
                    <a:pt x="24" y="56"/>
                  </a:lnTo>
                  <a:lnTo>
                    <a:pt x="20" y="54"/>
                  </a:lnTo>
                  <a:lnTo>
                    <a:pt x="14" y="4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88" name="Freeform 350"/>
            <p:cNvSpPr>
              <a:spLocks/>
            </p:cNvSpPr>
            <p:nvPr/>
          </p:nvSpPr>
          <p:spPr bwMode="gray">
            <a:xfrm>
              <a:off x="4293" y="1680"/>
              <a:ext cx="68" cy="106"/>
            </a:xfrm>
            <a:custGeom>
              <a:avLst/>
              <a:gdLst>
                <a:gd name="T0" fmla="*/ 32 w 68"/>
                <a:gd name="T1" fmla="*/ 0 h 106"/>
                <a:gd name="T2" fmla="*/ 26 w 68"/>
                <a:gd name="T3" fmla="*/ 0 h 106"/>
                <a:gd name="T4" fmla="*/ 20 w 68"/>
                <a:gd name="T5" fmla="*/ 4 h 106"/>
                <a:gd name="T6" fmla="*/ 20 w 68"/>
                <a:gd name="T7" fmla="*/ 4 h 106"/>
                <a:gd name="T8" fmla="*/ 18 w 68"/>
                <a:gd name="T9" fmla="*/ 2 h 106"/>
                <a:gd name="T10" fmla="*/ 16 w 68"/>
                <a:gd name="T11" fmla="*/ 2 h 106"/>
                <a:gd name="T12" fmla="*/ 12 w 68"/>
                <a:gd name="T13" fmla="*/ 8 h 106"/>
                <a:gd name="T14" fmla="*/ 8 w 68"/>
                <a:gd name="T15" fmla="*/ 16 h 106"/>
                <a:gd name="T16" fmla="*/ 4 w 68"/>
                <a:gd name="T17" fmla="*/ 22 h 106"/>
                <a:gd name="T18" fmla="*/ 0 w 68"/>
                <a:gd name="T19" fmla="*/ 30 h 106"/>
                <a:gd name="T20" fmla="*/ 2 w 68"/>
                <a:gd name="T21" fmla="*/ 32 h 106"/>
                <a:gd name="T22" fmla="*/ 4 w 68"/>
                <a:gd name="T23" fmla="*/ 38 h 106"/>
                <a:gd name="T24" fmla="*/ 2 w 68"/>
                <a:gd name="T25" fmla="*/ 46 h 106"/>
                <a:gd name="T26" fmla="*/ 2 w 68"/>
                <a:gd name="T27" fmla="*/ 48 h 106"/>
                <a:gd name="T28" fmla="*/ 2 w 68"/>
                <a:gd name="T29" fmla="*/ 54 h 106"/>
                <a:gd name="T30" fmla="*/ 4 w 68"/>
                <a:gd name="T31" fmla="*/ 66 h 106"/>
                <a:gd name="T32" fmla="*/ 8 w 68"/>
                <a:gd name="T33" fmla="*/ 104 h 106"/>
                <a:gd name="T34" fmla="*/ 10 w 68"/>
                <a:gd name="T35" fmla="*/ 106 h 106"/>
                <a:gd name="T36" fmla="*/ 16 w 68"/>
                <a:gd name="T37" fmla="*/ 106 h 106"/>
                <a:gd name="T38" fmla="*/ 20 w 68"/>
                <a:gd name="T39" fmla="*/ 104 h 106"/>
                <a:gd name="T40" fmla="*/ 24 w 68"/>
                <a:gd name="T41" fmla="*/ 98 h 106"/>
                <a:gd name="T42" fmla="*/ 26 w 68"/>
                <a:gd name="T43" fmla="*/ 90 h 106"/>
                <a:gd name="T44" fmla="*/ 24 w 68"/>
                <a:gd name="T45" fmla="*/ 86 h 106"/>
                <a:gd name="T46" fmla="*/ 22 w 68"/>
                <a:gd name="T47" fmla="*/ 78 h 106"/>
                <a:gd name="T48" fmla="*/ 24 w 68"/>
                <a:gd name="T49" fmla="*/ 72 h 106"/>
                <a:gd name="T50" fmla="*/ 30 w 68"/>
                <a:gd name="T51" fmla="*/ 68 h 106"/>
                <a:gd name="T52" fmla="*/ 36 w 68"/>
                <a:gd name="T53" fmla="*/ 68 h 106"/>
                <a:gd name="T54" fmla="*/ 40 w 68"/>
                <a:gd name="T55" fmla="*/ 66 h 106"/>
                <a:gd name="T56" fmla="*/ 48 w 68"/>
                <a:gd name="T57" fmla="*/ 62 h 106"/>
                <a:gd name="T58" fmla="*/ 54 w 68"/>
                <a:gd name="T59" fmla="*/ 52 h 106"/>
                <a:gd name="T60" fmla="*/ 56 w 68"/>
                <a:gd name="T61" fmla="*/ 48 h 106"/>
                <a:gd name="T62" fmla="*/ 62 w 68"/>
                <a:gd name="T63" fmla="*/ 38 h 106"/>
                <a:gd name="T64" fmla="*/ 64 w 68"/>
                <a:gd name="T65" fmla="*/ 24 h 106"/>
                <a:gd name="T66" fmla="*/ 64 w 68"/>
                <a:gd name="T67" fmla="*/ 22 h 106"/>
                <a:gd name="T68" fmla="*/ 68 w 68"/>
                <a:gd name="T69" fmla="*/ 18 h 106"/>
                <a:gd name="T70" fmla="*/ 68 w 68"/>
                <a:gd name="T71" fmla="*/ 12 h 106"/>
                <a:gd name="T72" fmla="*/ 62 w 68"/>
                <a:gd name="T73" fmla="*/ 8 h 106"/>
                <a:gd name="T74" fmla="*/ 56 w 68"/>
                <a:gd name="T75" fmla="*/ 8 h 106"/>
                <a:gd name="T76" fmla="*/ 48 w 68"/>
                <a:gd name="T77" fmla="*/ 8 h 106"/>
                <a:gd name="T78" fmla="*/ 40 w 68"/>
                <a:gd name="T79" fmla="*/ 6 h 106"/>
                <a:gd name="T80" fmla="*/ 34 w 68"/>
                <a:gd name="T81" fmla="*/ 0 h 10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68"/>
                <a:gd name="T124" fmla="*/ 0 h 106"/>
                <a:gd name="T125" fmla="*/ 68 w 68"/>
                <a:gd name="T126" fmla="*/ 106 h 10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68" h="106">
                  <a:moveTo>
                    <a:pt x="34" y="0"/>
                  </a:moveTo>
                  <a:lnTo>
                    <a:pt x="32" y="0"/>
                  </a:lnTo>
                  <a:lnTo>
                    <a:pt x="30" y="0"/>
                  </a:lnTo>
                  <a:lnTo>
                    <a:pt x="26" y="0"/>
                  </a:lnTo>
                  <a:lnTo>
                    <a:pt x="22" y="2"/>
                  </a:lnTo>
                  <a:lnTo>
                    <a:pt x="20" y="4"/>
                  </a:lnTo>
                  <a:lnTo>
                    <a:pt x="20" y="2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4" y="4"/>
                  </a:lnTo>
                  <a:lnTo>
                    <a:pt x="12" y="8"/>
                  </a:lnTo>
                  <a:lnTo>
                    <a:pt x="8" y="16"/>
                  </a:lnTo>
                  <a:lnTo>
                    <a:pt x="6" y="20"/>
                  </a:lnTo>
                  <a:lnTo>
                    <a:pt x="4" y="22"/>
                  </a:lnTo>
                  <a:lnTo>
                    <a:pt x="2" y="26"/>
                  </a:lnTo>
                  <a:lnTo>
                    <a:pt x="0" y="30"/>
                  </a:lnTo>
                  <a:lnTo>
                    <a:pt x="2" y="32"/>
                  </a:lnTo>
                  <a:lnTo>
                    <a:pt x="4" y="36"/>
                  </a:lnTo>
                  <a:lnTo>
                    <a:pt x="4" y="38"/>
                  </a:lnTo>
                  <a:lnTo>
                    <a:pt x="4" y="42"/>
                  </a:lnTo>
                  <a:lnTo>
                    <a:pt x="2" y="46"/>
                  </a:lnTo>
                  <a:lnTo>
                    <a:pt x="2" y="48"/>
                  </a:lnTo>
                  <a:lnTo>
                    <a:pt x="2" y="50"/>
                  </a:lnTo>
                  <a:lnTo>
                    <a:pt x="2" y="54"/>
                  </a:lnTo>
                  <a:lnTo>
                    <a:pt x="2" y="60"/>
                  </a:lnTo>
                  <a:lnTo>
                    <a:pt x="4" y="66"/>
                  </a:lnTo>
                  <a:lnTo>
                    <a:pt x="6" y="74"/>
                  </a:lnTo>
                  <a:lnTo>
                    <a:pt x="8" y="104"/>
                  </a:lnTo>
                  <a:lnTo>
                    <a:pt x="10" y="106"/>
                  </a:lnTo>
                  <a:lnTo>
                    <a:pt x="12" y="106"/>
                  </a:lnTo>
                  <a:lnTo>
                    <a:pt x="16" y="106"/>
                  </a:lnTo>
                  <a:lnTo>
                    <a:pt x="18" y="106"/>
                  </a:lnTo>
                  <a:lnTo>
                    <a:pt x="20" y="104"/>
                  </a:lnTo>
                  <a:lnTo>
                    <a:pt x="24" y="102"/>
                  </a:lnTo>
                  <a:lnTo>
                    <a:pt x="24" y="98"/>
                  </a:lnTo>
                  <a:lnTo>
                    <a:pt x="26" y="90"/>
                  </a:lnTo>
                  <a:lnTo>
                    <a:pt x="24" y="88"/>
                  </a:lnTo>
                  <a:lnTo>
                    <a:pt x="24" y="86"/>
                  </a:lnTo>
                  <a:lnTo>
                    <a:pt x="24" y="82"/>
                  </a:lnTo>
                  <a:lnTo>
                    <a:pt x="22" y="78"/>
                  </a:lnTo>
                  <a:lnTo>
                    <a:pt x="22" y="76"/>
                  </a:lnTo>
                  <a:lnTo>
                    <a:pt x="24" y="72"/>
                  </a:lnTo>
                  <a:lnTo>
                    <a:pt x="26" y="70"/>
                  </a:lnTo>
                  <a:lnTo>
                    <a:pt x="30" y="68"/>
                  </a:lnTo>
                  <a:lnTo>
                    <a:pt x="34" y="68"/>
                  </a:lnTo>
                  <a:lnTo>
                    <a:pt x="36" y="68"/>
                  </a:lnTo>
                  <a:lnTo>
                    <a:pt x="38" y="68"/>
                  </a:lnTo>
                  <a:lnTo>
                    <a:pt x="40" y="66"/>
                  </a:lnTo>
                  <a:lnTo>
                    <a:pt x="44" y="66"/>
                  </a:lnTo>
                  <a:lnTo>
                    <a:pt x="48" y="62"/>
                  </a:lnTo>
                  <a:lnTo>
                    <a:pt x="52" y="58"/>
                  </a:lnTo>
                  <a:lnTo>
                    <a:pt x="54" y="52"/>
                  </a:lnTo>
                  <a:lnTo>
                    <a:pt x="54" y="50"/>
                  </a:lnTo>
                  <a:lnTo>
                    <a:pt x="56" y="48"/>
                  </a:lnTo>
                  <a:lnTo>
                    <a:pt x="60" y="42"/>
                  </a:lnTo>
                  <a:lnTo>
                    <a:pt x="62" y="38"/>
                  </a:lnTo>
                  <a:lnTo>
                    <a:pt x="62" y="30"/>
                  </a:lnTo>
                  <a:lnTo>
                    <a:pt x="64" y="24"/>
                  </a:lnTo>
                  <a:lnTo>
                    <a:pt x="64" y="22"/>
                  </a:lnTo>
                  <a:lnTo>
                    <a:pt x="66" y="20"/>
                  </a:lnTo>
                  <a:lnTo>
                    <a:pt x="68" y="18"/>
                  </a:lnTo>
                  <a:lnTo>
                    <a:pt x="68" y="14"/>
                  </a:lnTo>
                  <a:lnTo>
                    <a:pt x="68" y="12"/>
                  </a:lnTo>
                  <a:lnTo>
                    <a:pt x="66" y="10"/>
                  </a:lnTo>
                  <a:lnTo>
                    <a:pt x="62" y="8"/>
                  </a:lnTo>
                  <a:lnTo>
                    <a:pt x="56" y="8"/>
                  </a:lnTo>
                  <a:lnTo>
                    <a:pt x="52" y="8"/>
                  </a:lnTo>
                  <a:lnTo>
                    <a:pt x="48" y="8"/>
                  </a:lnTo>
                  <a:lnTo>
                    <a:pt x="44" y="8"/>
                  </a:lnTo>
                  <a:lnTo>
                    <a:pt x="40" y="6"/>
                  </a:lnTo>
                  <a:lnTo>
                    <a:pt x="36" y="4"/>
                  </a:lnTo>
                  <a:lnTo>
                    <a:pt x="34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89" name="Freeform 351"/>
            <p:cNvSpPr>
              <a:spLocks/>
            </p:cNvSpPr>
            <p:nvPr/>
          </p:nvSpPr>
          <p:spPr bwMode="gray">
            <a:xfrm>
              <a:off x="3893" y="1652"/>
              <a:ext cx="104" cy="116"/>
            </a:xfrm>
            <a:custGeom>
              <a:avLst/>
              <a:gdLst>
                <a:gd name="T0" fmla="*/ 4 w 104"/>
                <a:gd name="T1" fmla="*/ 80 h 116"/>
                <a:gd name="T2" fmla="*/ 0 w 104"/>
                <a:gd name="T3" fmla="*/ 82 h 116"/>
                <a:gd name="T4" fmla="*/ 0 w 104"/>
                <a:gd name="T5" fmla="*/ 86 h 116"/>
                <a:gd name="T6" fmla="*/ 4 w 104"/>
                <a:gd name="T7" fmla="*/ 92 h 116"/>
                <a:gd name="T8" fmla="*/ 8 w 104"/>
                <a:gd name="T9" fmla="*/ 94 h 116"/>
                <a:gd name="T10" fmla="*/ 12 w 104"/>
                <a:gd name="T11" fmla="*/ 100 h 116"/>
                <a:gd name="T12" fmla="*/ 14 w 104"/>
                <a:gd name="T13" fmla="*/ 110 h 116"/>
                <a:gd name="T14" fmla="*/ 18 w 104"/>
                <a:gd name="T15" fmla="*/ 112 h 116"/>
                <a:gd name="T16" fmla="*/ 24 w 104"/>
                <a:gd name="T17" fmla="*/ 116 h 116"/>
                <a:gd name="T18" fmla="*/ 30 w 104"/>
                <a:gd name="T19" fmla="*/ 114 h 116"/>
                <a:gd name="T20" fmla="*/ 34 w 104"/>
                <a:gd name="T21" fmla="*/ 110 h 116"/>
                <a:gd name="T22" fmla="*/ 36 w 104"/>
                <a:gd name="T23" fmla="*/ 106 h 116"/>
                <a:gd name="T24" fmla="*/ 42 w 104"/>
                <a:gd name="T25" fmla="*/ 104 h 116"/>
                <a:gd name="T26" fmla="*/ 46 w 104"/>
                <a:gd name="T27" fmla="*/ 106 h 116"/>
                <a:gd name="T28" fmla="*/ 50 w 104"/>
                <a:gd name="T29" fmla="*/ 106 h 116"/>
                <a:gd name="T30" fmla="*/ 54 w 104"/>
                <a:gd name="T31" fmla="*/ 102 h 116"/>
                <a:gd name="T32" fmla="*/ 56 w 104"/>
                <a:gd name="T33" fmla="*/ 92 h 116"/>
                <a:gd name="T34" fmla="*/ 60 w 104"/>
                <a:gd name="T35" fmla="*/ 74 h 116"/>
                <a:gd name="T36" fmla="*/ 82 w 104"/>
                <a:gd name="T37" fmla="*/ 48 h 116"/>
                <a:gd name="T38" fmla="*/ 104 w 104"/>
                <a:gd name="T39" fmla="*/ 32 h 116"/>
                <a:gd name="T40" fmla="*/ 104 w 104"/>
                <a:gd name="T41" fmla="*/ 32 h 116"/>
                <a:gd name="T42" fmla="*/ 98 w 104"/>
                <a:gd name="T43" fmla="*/ 28 h 116"/>
                <a:gd name="T44" fmla="*/ 88 w 104"/>
                <a:gd name="T45" fmla="*/ 20 h 116"/>
                <a:gd name="T46" fmla="*/ 88 w 104"/>
                <a:gd name="T47" fmla="*/ 18 h 116"/>
                <a:gd name="T48" fmla="*/ 84 w 104"/>
                <a:gd name="T49" fmla="*/ 14 h 116"/>
                <a:gd name="T50" fmla="*/ 78 w 104"/>
                <a:gd name="T51" fmla="*/ 14 h 116"/>
                <a:gd name="T52" fmla="*/ 72 w 104"/>
                <a:gd name="T53" fmla="*/ 20 h 116"/>
                <a:gd name="T54" fmla="*/ 70 w 104"/>
                <a:gd name="T55" fmla="*/ 20 h 116"/>
                <a:gd name="T56" fmla="*/ 68 w 104"/>
                <a:gd name="T57" fmla="*/ 22 h 116"/>
                <a:gd name="T58" fmla="*/ 66 w 104"/>
                <a:gd name="T59" fmla="*/ 16 h 116"/>
                <a:gd name="T60" fmla="*/ 64 w 104"/>
                <a:gd name="T61" fmla="*/ 14 h 116"/>
                <a:gd name="T62" fmla="*/ 60 w 104"/>
                <a:gd name="T63" fmla="*/ 10 h 116"/>
                <a:gd name="T64" fmla="*/ 56 w 104"/>
                <a:gd name="T65" fmla="*/ 8 h 116"/>
                <a:gd name="T66" fmla="*/ 50 w 104"/>
                <a:gd name="T67" fmla="*/ 12 h 116"/>
                <a:gd name="T68" fmla="*/ 42 w 104"/>
                <a:gd name="T69" fmla="*/ 10 h 116"/>
                <a:gd name="T70" fmla="*/ 44 w 104"/>
                <a:gd name="T71" fmla="*/ 6 h 116"/>
                <a:gd name="T72" fmla="*/ 46 w 104"/>
                <a:gd name="T73" fmla="*/ 2 h 116"/>
                <a:gd name="T74" fmla="*/ 42 w 104"/>
                <a:gd name="T75" fmla="*/ 0 h 116"/>
                <a:gd name="T76" fmla="*/ 34 w 104"/>
                <a:gd name="T77" fmla="*/ 2 h 116"/>
                <a:gd name="T78" fmla="*/ 28 w 104"/>
                <a:gd name="T79" fmla="*/ 6 h 116"/>
                <a:gd name="T80" fmla="*/ 26 w 104"/>
                <a:gd name="T81" fmla="*/ 10 h 116"/>
                <a:gd name="T82" fmla="*/ 26 w 104"/>
                <a:gd name="T83" fmla="*/ 10 h 116"/>
                <a:gd name="T84" fmla="*/ 22 w 104"/>
                <a:gd name="T85" fmla="*/ 10 h 116"/>
                <a:gd name="T86" fmla="*/ 18 w 104"/>
                <a:gd name="T87" fmla="*/ 10 h 116"/>
                <a:gd name="T88" fmla="*/ 16 w 104"/>
                <a:gd name="T89" fmla="*/ 14 h 116"/>
                <a:gd name="T90" fmla="*/ 14 w 104"/>
                <a:gd name="T91" fmla="*/ 24 h 116"/>
                <a:gd name="T92" fmla="*/ 16 w 104"/>
                <a:gd name="T93" fmla="*/ 28 h 116"/>
                <a:gd name="T94" fmla="*/ 18 w 104"/>
                <a:gd name="T95" fmla="*/ 34 h 116"/>
                <a:gd name="T96" fmla="*/ 16 w 104"/>
                <a:gd name="T97" fmla="*/ 40 h 116"/>
                <a:gd name="T98" fmla="*/ 14 w 104"/>
                <a:gd name="T99" fmla="*/ 44 h 116"/>
                <a:gd name="T100" fmla="*/ 8 w 104"/>
                <a:gd name="T101" fmla="*/ 54 h 116"/>
                <a:gd name="T102" fmla="*/ 4 w 104"/>
                <a:gd name="T103" fmla="*/ 80 h 11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04"/>
                <a:gd name="T157" fmla="*/ 0 h 116"/>
                <a:gd name="T158" fmla="*/ 104 w 104"/>
                <a:gd name="T159" fmla="*/ 116 h 11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04" h="116">
                  <a:moveTo>
                    <a:pt x="4" y="80"/>
                  </a:moveTo>
                  <a:lnTo>
                    <a:pt x="4" y="80"/>
                  </a:lnTo>
                  <a:lnTo>
                    <a:pt x="2" y="80"/>
                  </a:lnTo>
                  <a:lnTo>
                    <a:pt x="0" y="82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0" y="90"/>
                  </a:lnTo>
                  <a:lnTo>
                    <a:pt x="4" y="92"/>
                  </a:lnTo>
                  <a:lnTo>
                    <a:pt x="6" y="94"/>
                  </a:lnTo>
                  <a:lnTo>
                    <a:pt x="8" y="94"/>
                  </a:lnTo>
                  <a:lnTo>
                    <a:pt x="10" y="96"/>
                  </a:lnTo>
                  <a:lnTo>
                    <a:pt x="12" y="100"/>
                  </a:lnTo>
                  <a:lnTo>
                    <a:pt x="14" y="104"/>
                  </a:lnTo>
                  <a:lnTo>
                    <a:pt x="14" y="110"/>
                  </a:lnTo>
                  <a:lnTo>
                    <a:pt x="16" y="110"/>
                  </a:lnTo>
                  <a:lnTo>
                    <a:pt x="18" y="112"/>
                  </a:lnTo>
                  <a:lnTo>
                    <a:pt x="20" y="114"/>
                  </a:lnTo>
                  <a:lnTo>
                    <a:pt x="24" y="116"/>
                  </a:lnTo>
                  <a:lnTo>
                    <a:pt x="28" y="116"/>
                  </a:lnTo>
                  <a:lnTo>
                    <a:pt x="30" y="114"/>
                  </a:lnTo>
                  <a:lnTo>
                    <a:pt x="34" y="110"/>
                  </a:lnTo>
                  <a:lnTo>
                    <a:pt x="34" y="108"/>
                  </a:lnTo>
                  <a:lnTo>
                    <a:pt x="36" y="106"/>
                  </a:lnTo>
                  <a:lnTo>
                    <a:pt x="38" y="106"/>
                  </a:lnTo>
                  <a:lnTo>
                    <a:pt x="42" y="104"/>
                  </a:lnTo>
                  <a:lnTo>
                    <a:pt x="46" y="106"/>
                  </a:lnTo>
                  <a:lnTo>
                    <a:pt x="48" y="106"/>
                  </a:lnTo>
                  <a:lnTo>
                    <a:pt x="50" y="106"/>
                  </a:lnTo>
                  <a:lnTo>
                    <a:pt x="52" y="104"/>
                  </a:lnTo>
                  <a:lnTo>
                    <a:pt x="54" y="102"/>
                  </a:lnTo>
                  <a:lnTo>
                    <a:pt x="54" y="98"/>
                  </a:lnTo>
                  <a:lnTo>
                    <a:pt x="56" y="92"/>
                  </a:lnTo>
                  <a:lnTo>
                    <a:pt x="56" y="88"/>
                  </a:lnTo>
                  <a:lnTo>
                    <a:pt x="60" y="74"/>
                  </a:lnTo>
                  <a:lnTo>
                    <a:pt x="68" y="60"/>
                  </a:lnTo>
                  <a:lnTo>
                    <a:pt x="82" y="48"/>
                  </a:lnTo>
                  <a:lnTo>
                    <a:pt x="104" y="40"/>
                  </a:lnTo>
                  <a:lnTo>
                    <a:pt x="104" y="32"/>
                  </a:lnTo>
                  <a:lnTo>
                    <a:pt x="102" y="30"/>
                  </a:lnTo>
                  <a:lnTo>
                    <a:pt x="98" y="28"/>
                  </a:lnTo>
                  <a:lnTo>
                    <a:pt x="94" y="26"/>
                  </a:lnTo>
                  <a:lnTo>
                    <a:pt x="88" y="20"/>
                  </a:lnTo>
                  <a:lnTo>
                    <a:pt x="88" y="18"/>
                  </a:lnTo>
                  <a:lnTo>
                    <a:pt x="86" y="16"/>
                  </a:lnTo>
                  <a:lnTo>
                    <a:pt x="84" y="14"/>
                  </a:lnTo>
                  <a:lnTo>
                    <a:pt x="82" y="14"/>
                  </a:lnTo>
                  <a:lnTo>
                    <a:pt x="78" y="14"/>
                  </a:lnTo>
                  <a:lnTo>
                    <a:pt x="76" y="16"/>
                  </a:lnTo>
                  <a:lnTo>
                    <a:pt x="72" y="20"/>
                  </a:lnTo>
                  <a:lnTo>
                    <a:pt x="70" y="20"/>
                  </a:lnTo>
                  <a:lnTo>
                    <a:pt x="70" y="22"/>
                  </a:lnTo>
                  <a:lnTo>
                    <a:pt x="68" y="22"/>
                  </a:lnTo>
                  <a:lnTo>
                    <a:pt x="66" y="20"/>
                  </a:lnTo>
                  <a:lnTo>
                    <a:pt x="66" y="16"/>
                  </a:lnTo>
                  <a:lnTo>
                    <a:pt x="64" y="14"/>
                  </a:lnTo>
                  <a:lnTo>
                    <a:pt x="62" y="12"/>
                  </a:lnTo>
                  <a:lnTo>
                    <a:pt x="60" y="10"/>
                  </a:lnTo>
                  <a:lnTo>
                    <a:pt x="58" y="8"/>
                  </a:lnTo>
                  <a:lnTo>
                    <a:pt x="56" y="8"/>
                  </a:lnTo>
                  <a:lnTo>
                    <a:pt x="52" y="8"/>
                  </a:lnTo>
                  <a:lnTo>
                    <a:pt x="50" y="12"/>
                  </a:lnTo>
                  <a:lnTo>
                    <a:pt x="42" y="10"/>
                  </a:lnTo>
                  <a:lnTo>
                    <a:pt x="44" y="8"/>
                  </a:lnTo>
                  <a:lnTo>
                    <a:pt x="44" y="6"/>
                  </a:lnTo>
                  <a:lnTo>
                    <a:pt x="46" y="4"/>
                  </a:lnTo>
                  <a:lnTo>
                    <a:pt x="46" y="2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40" y="0"/>
                  </a:lnTo>
                  <a:lnTo>
                    <a:pt x="34" y="2"/>
                  </a:lnTo>
                  <a:lnTo>
                    <a:pt x="30" y="4"/>
                  </a:lnTo>
                  <a:lnTo>
                    <a:pt x="28" y="6"/>
                  </a:lnTo>
                  <a:lnTo>
                    <a:pt x="26" y="8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0" y="10"/>
                  </a:lnTo>
                  <a:lnTo>
                    <a:pt x="18" y="10"/>
                  </a:lnTo>
                  <a:lnTo>
                    <a:pt x="16" y="12"/>
                  </a:lnTo>
                  <a:lnTo>
                    <a:pt x="16" y="14"/>
                  </a:lnTo>
                  <a:lnTo>
                    <a:pt x="14" y="18"/>
                  </a:lnTo>
                  <a:lnTo>
                    <a:pt x="14" y="24"/>
                  </a:lnTo>
                  <a:lnTo>
                    <a:pt x="16" y="26"/>
                  </a:lnTo>
                  <a:lnTo>
                    <a:pt x="16" y="28"/>
                  </a:lnTo>
                  <a:lnTo>
                    <a:pt x="18" y="30"/>
                  </a:lnTo>
                  <a:lnTo>
                    <a:pt x="18" y="34"/>
                  </a:lnTo>
                  <a:lnTo>
                    <a:pt x="18" y="36"/>
                  </a:lnTo>
                  <a:lnTo>
                    <a:pt x="16" y="40"/>
                  </a:lnTo>
                  <a:lnTo>
                    <a:pt x="14" y="44"/>
                  </a:lnTo>
                  <a:lnTo>
                    <a:pt x="12" y="48"/>
                  </a:lnTo>
                  <a:lnTo>
                    <a:pt x="8" y="54"/>
                  </a:lnTo>
                  <a:lnTo>
                    <a:pt x="6" y="64"/>
                  </a:lnTo>
                  <a:lnTo>
                    <a:pt x="4" y="8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90" name="Freeform 352"/>
            <p:cNvSpPr>
              <a:spLocks/>
            </p:cNvSpPr>
            <p:nvPr/>
          </p:nvSpPr>
          <p:spPr bwMode="gray">
            <a:xfrm>
              <a:off x="3949" y="1708"/>
              <a:ext cx="232" cy="186"/>
            </a:xfrm>
            <a:custGeom>
              <a:avLst/>
              <a:gdLst>
                <a:gd name="T0" fmla="*/ 32 w 232"/>
                <a:gd name="T1" fmla="*/ 76 h 186"/>
                <a:gd name="T2" fmla="*/ 44 w 232"/>
                <a:gd name="T3" fmla="*/ 74 h 186"/>
                <a:gd name="T4" fmla="*/ 46 w 232"/>
                <a:gd name="T5" fmla="*/ 78 h 186"/>
                <a:gd name="T6" fmla="*/ 36 w 232"/>
                <a:gd name="T7" fmla="*/ 86 h 186"/>
                <a:gd name="T8" fmla="*/ 24 w 232"/>
                <a:gd name="T9" fmla="*/ 86 h 186"/>
                <a:gd name="T10" fmla="*/ 10 w 232"/>
                <a:gd name="T11" fmla="*/ 88 h 186"/>
                <a:gd name="T12" fmla="*/ 8 w 232"/>
                <a:gd name="T13" fmla="*/ 100 h 186"/>
                <a:gd name="T14" fmla="*/ 20 w 232"/>
                <a:gd name="T15" fmla="*/ 104 h 186"/>
                <a:gd name="T16" fmla="*/ 54 w 232"/>
                <a:gd name="T17" fmla="*/ 104 h 186"/>
                <a:gd name="T18" fmla="*/ 86 w 232"/>
                <a:gd name="T19" fmla="*/ 114 h 186"/>
                <a:gd name="T20" fmla="*/ 86 w 232"/>
                <a:gd name="T21" fmla="*/ 124 h 186"/>
                <a:gd name="T22" fmla="*/ 76 w 232"/>
                <a:gd name="T23" fmla="*/ 132 h 186"/>
                <a:gd name="T24" fmla="*/ 64 w 232"/>
                <a:gd name="T25" fmla="*/ 128 h 186"/>
                <a:gd name="T26" fmla="*/ 42 w 232"/>
                <a:gd name="T27" fmla="*/ 132 h 186"/>
                <a:gd name="T28" fmla="*/ 32 w 232"/>
                <a:gd name="T29" fmla="*/ 130 h 186"/>
                <a:gd name="T30" fmla="*/ 22 w 232"/>
                <a:gd name="T31" fmla="*/ 138 h 186"/>
                <a:gd name="T32" fmla="*/ 24 w 232"/>
                <a:gd name="T33" fmla="*/ 148 h 186"/>
                <a:gd name="T34" fmla="*/ 48 w 232"/>
                <a:gd name="T35" fmla="*/ 160 h 186"/>
                <a:gd name="T36" fmla="*/ 62 w 232"/>
                <a:gd name="T37" fmla="*/ 168 h 186"/>
                <a:gd name="T38" fmla="*/ 76 w 232"/>
                <a:gd name="T39" fmla="*/ 184 h 186"/>
                <a:gd name="T40" fmla="*/ 146 w 232"/>
                <a:gd name="T41" fmla="*/ 162 h 186"/>
                <a:gd name="T42" fmla="*/ 160 w 232"/>
                <a:gd name="T43" fmla="*/ 162 h 186"/>
                <a:gd name="T44" fmla="*/ 176 w 232"/>
                <a:gd name="T45" fmla="*/ 170 h 186"/>
                <a:gd name="T46" fmla="*/ 184 w 232"/>
                <a:gd name="T47" fmla="*/ 170 h 186"/>
                <a:gd name="T48" fmla="*/ 190 w 232"/>
                <a:gd name="T49" fmla="*/ 170 h 186"/>
                <a:gd name="T50" fmla="*/ 202 w 232"/>
                <a:gd name="T51" fmla="*/ 168 h 186"/>
                <a:gd name="T52" fmla="*/ 210 w 232"/>
                <a:gd name="T53" fmla="*/ 160 h 186"/>
                <a:gd name="T54" fmla="*/ 208 w 232"/>
                <a:gd name="T55" fmla="*/ 154 h 186"/>
                <a:gd name="T56" fmla="*/ 196 w 232"/>
                <a:gd name="T57" fmla="*/ 152 h 186"/>
                <a:gd name="T58" fmla="*/ 196 w 232"/>
                <a:gd name="T59" fmla="*/ 146 h 186"/>
                <a:gd name="T60" fmla="*/ 208 w 232"/>
                <a:gd name="T61" fmla="*/ 142 h 186"/>
                <a:gd name="T62" fmla="*/ 226 w 232"/>
                <a:gd name="T63" fmla="*/ 142 h 186"/>
                <a:gd name="T64" fmla="*/ 232 w 232"/>
                <a:gd name="T65" fmla="*/ 138 h 186"/>
                <a:gd name="T66" fmla="*/ 226 w 232"/>
                <a:gd name="T67" fmla="*/ 126 h 186"/>
                <a:gd name="T68" fmla="*/ 202 w 232"/>
                <a:gd name="T69" fmla="*/ 116 h 186"/>
                <a:gd name="T70" fmla="*/ 174 w 232"/>
                <a:gd name="T71" fmla="*/ 78 h 186"/>
                <a:gd name="T72" fmla="*/ 166 w 232"/>
                <a:gd name="T73" fmla="*/ 28 h 186"/>
                <a:gd name="T74" fmla="*/ 148 w 232"/>
                <a:gd name="T75" fmla="*/ 20 h 186"/>
                <a:gd name="T76" fmla="*/ 140 w 232"/>
                <a:gd name="T77" fmla="*/ 36 h 186"/>
                <a:gd name="T78" fmla="*/ 124 w 232"/>
                <a:gd name="T79" fmla="*/ 22 h 186"/>
                <a:gd name="T80" fmla="*/ 116 w 232"/>
                <a:gd name="T81" fmla="*/ 18 h 186"/>
                <a:gd name="T82" fmla="*/ 106 w 232"/>
                <a:gd name="T83" fmla="*/ 30 h 186"/>
                <a:gd name="T84" fmla="*/ 96 w 232"/>
                <a:gd name="T85" fmla="*/ 20 h 186"/>
                <a:gd name="T86" fmla="*/ 86 w 232"/>
                <a:gd name="T87" fmla="*/ 6 h 186"/>
                <a:gd name="T88" fmla="*/ 80 w 232"/>
                <a:gd name="T89" fmla="*/ 16 h 186"/>
                <a:gd name="T90" fmla="*/ 78 w 232"/>
                <a:gd name="T91" fmla="*/ 32 h 186"/>
                <a:gd name="T92" fmla="*/ 66 w 232"/>
                <a:gd name="T93" fmla="*/ 32 h 186"/>
                <a:gd name="T94" fmla="*/ 62 w 232"/>
                <a:gd name="T95" fmla="*/ 14 h 186"/>
                <a:gd name="T96" fmla="*/ 64 w 232"/>
                <a:gd name="T97" fmla="*/ 4 h 186"/>
                <a:gd name="T98" fmla="*/ 54 w 232"/>
                <a:gd name="T99" fmla="*/ 0 h 186"/>
                <a:gd name="T100" fmla="*/ 14 w 232"/>
                <a:gd name="T101" fmla="*/ 24 h 186"/>
                <a:gd name="T102" fmla="*/ 8 w 232"/>
                <a:gd name="T103" fmla="*/ 44 h 186"/>
                <a:gd name="T104" fmla="*/ 2 w 232"/>
                <a:gd name="T105" fmla="*/ 56 h 186"/>
                <a:gd name="T106" fmla="*/ 0 w 232"/>
                <a:gd name="T107" fmla="*/ 64 h 186"/>
                <a:gd name="T108" fmla="*/ 10 w 232"/>
                <a:gd name="T109" fmla="*/ 74 h 18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232"/>
                <a:gd name="T166" fmla="*/ 0 h 186"/>
                <a:gd name="T167" fmla="*/ 232 w 232"/>
                <a:gd name="T168" fmla="*/ 186 h 18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232" h="186">
                  <a:moveTo>
                    <a:pt x="24" y="74"/>
                  </a:moveTo>
                  <a:lnTo>
                    <a:pt x="24" y="76"/>
                  </a:lnTo>
                  <a:lnTo>
                    <a:pt x="28" y="76"/>
                  </a:lnTo>
                  <a:lnTo>
                    <a:pt x="32" y="76"/>
                  </a:lnTo>
                  <a:lnTo>
                    <a:pt x="36" y="76"/>
                  </a:lnTo>
                  <a:lnTo>
                    <a:pt x="40" y="76"/>
                  </a:lnTo>
                  <a:lnTo>
                    <a:pt x="42" y="74"/>
                  </a:lnTo>
                  <a:lnTo>
                    <a:pt x="44" y="74"/>
                  </a:lnTo>
                  <a:lnTo>
                    <a:pt x="46" y="74"/>
                  </a:lnTo>
                  <a:lnTo>
                    <a:pt x="46" y="76"/>
                  </a:lnTo>
                  <a:lnTo>
                    <a:pt x="46" y="78"/>
                  </a:lnTo>
                  <a:lnTo>
                    <a:pt x="46" y="80"/>
                  </a:lnTo>
                  <a:lnTo>
                    <a:pt x="44" y="84"/>
                  </a:lnTo>
                  <a:lnTo>
                    <a:pt x="42" y="86"/>
                  </a:lnTo>
                  <a:lnTo>
                    <a:pt x="36" y="86"/>
                  </a:lnTo>
                  <a:lnTo>
                    <a:pt x="30" y="88"/>
                  </a:lnTo>
                  <a:lnTo>
                    <a:pt x="28" y="88"/>
                  </a:lnTo>
                  <a:lnTo>
                    <a:pt x="26" y="86"/>
                  </a:lnTo>
                  <a:lnTo>
                    <a:pt x="24" y="86"/>
                  </a:lnTo>
                  <a:lnTo>
                    <a:pt x="20" y="86"/>
                  </a:lnTo>
                  <a:lnTo>
                    <a:pt x="16" y="86"/>
                  </a:lnTo>
                  <a:lnTo>
                    <a:pt x="14" y="86"/>
                  </a:lnTo>
                  <a:lnTo>
                    <a:pt x="10" y="88"/>
                  </a:lnTo>
                  <a:lnTo>
                    <a:pt x="8" y="90"/>
                  </a:lnTo>
                  <a:lnTo>
                    <a:pt x="8" y="94"/>
                  </a:lnTo>
                  <a:lnTo>
                    <a:pt x="8" y="100"/>
                  </a:lnTo>
                  <a:lnTo>
                    <a:pt x="8" y="102"/>
                  </a:lnTo>
                  <a:lnTo>
                    <a:pt x="10" y="102"/>
                  </a:lnTo>
                  <a:lnTo>
                    <a:pt x="14" y="104"/>
                  </a:lnTo>
                  <a:lnTo>
                    <a:pt x="20" y="104"/>
                  </a:lnTo>
                  <a:lnTo>
                    <a:pt x="26" y="106"/>
                  </a:lnTo>
                  <a:lnTo>
                    <a:pt x="36" y="106"/>
                  </a:lnTo>
                  <a:lnTo>
                    <a:pt x="42" y="104"/>
                  </a:lnTo>
                  <a:lnTo>
                    <a:pt x="54" y="104"/>
                  </a:lnTo>
                  <a:lnTo>
                    <a:pt x="68" y="104"/>
                  </a:lnTo>
                  <a:lnTo>
                    <a:pt x="80" y="106"/>
                  </a:lnTo>
                  <a:lnTo>
                    <a:pt x="86" y="112"/>
                  </a:lnTo>
                  <a:lnTo>
                    <a:pt x="86" y="114"/>
                  </a:lnTo>
                  <a:lnTo>
                    <a:pt x="86" y="118"/>
                  </a:lnTo>
                  <a:lnTo>
                    <a:pt x="86" y="122"/>
                  </a:lnTo>
                  <a:lnTo>
                    <a:pt x="86" y="124"/>
                  </a:lnTo>
                  <a:lnTo>
                    <a:pt x="84" y="128"/>
                  </a:lnTo>
                  <a:lnTo>
                    <a:pt x="82" y="130"/>
                  </a:lnTo>
                  <a:lnTo>
                    <a:pt x="80" y="132"/>
                  </a:lnTo>
                  <a:lnTo>
                    <a:pt x="76" y="132"/>
                  </a:lnTo>
                  <a:lnTo>
                    <a:pt x="70" y="130"/>
                  </a:lnTo>
                  <a:lnTo>
                    <a:pt x="68" y="128"/>
                  </a:lnTo>
                  <a:lnTo>
                    <a:pt x="64" y="128"/>
                  </a:lnTo>
                  <a:lnTo>
                    <a:pt x="60" y="128"/>
                  </a:lnTo>
                  <a:lnTo>
                    <a:pt x="56" y="128"/>
                  </a:lnTo>
                  <a:lnTo>
                    <a:pt x="50" y="130"/>
                  </a:lnTo>
                  <a:lnTo>
                    <a:pt x="42" y="132"/>
                  </a:lnTo>
                  <a:lnTo>
                    <a:pt x="40" y="132"/>
                  </a:lnTo>
                  <a:lnTo>
                    <a:pt x="38" y="130"/>
                  </a:lnTo>
                  <a:lnTo>
                    <a:pt x="36" y="130"/>
                  </a:lnTo>
                  <a:lnTo>
                    <a:pt x="32" y="130"/>
                  </a:lnTo>
                  <a:lnTo>
                    <a:pt x="30" y="130"/>
                  </a:lnTo>
                  <a:lnTo>
                    <a:pt x="26" y="132"/>
                  </a:lnTo>
                  <a:lnTo>
                    <a:pt x="24" y="134"/>
                  </a:lnTo>
                  <a:lnTo>
                    <a:pt x="22" y="138"/>
                  </a:lnTo>
                  <a:lnTo>
                    <a:pt x="20" y="142"/>
                  </a:lnTo>
                  <a:lnTo>
                    <a:pt x="20" y="144"/>
                  </a:lnTo>
                  <a:lnTo>
                    <a:pt x="22" y="146"/>
                  </a:lnTo>
                  <a:lnTo>
                    <a:pt x="24" y="148"/>
                  </a:lnTo>
                  <a:lnTo>
                    <a:pt x="26" y="152"/>
                  </a:lnTo>
                  <a:lnTo>
                    <a:pt x="32" y="154"/>
                  </a:lnTo>
                  <a:lnTo>
                    <a:pt x="40" y="158"/>
                  </a:lnTo>
                  <a:lnTo>
                    <a:pt x="48" y="160"/>
                  </a:lnTo>
                  <a:lnTo>
                    <a:pt x="50" y="162"/>
                  </a:lnTo>
                  <a:lnTo>
                    <a:pt x="52" y="162"/>
                  </a:lnTo>
                  <a:lnTo>
                    <a:pt x="58" y="166"/>
                  </a:lnTo>
                  <a:lnTo>
                    <a:pt x="62" y="168"/>
                  </a:lnTo>
                  <a:lnTo>
                    <a:pt x="66" y="174"/>
                  </a:lnTo>
                  <a:lnTo>
                    <a:pt x="68" y="178"/>
                  </a:lnTo>
                  <a:lnTo>
                    <a:pt x="70" y="186"/>
                  </a:lnTo>
                  <a:lnTo>
                    <a:pt x="76" y="184"/>
                  </a:lnTo>
                  <a:lnTo>
                    <a:pt x="90" y="182"/>
                  </a:lnTo>
                  <a:lnTo>
                    <a:pt x="110" y="178"/>
                  </a:lnTo>
                  <a:lnTo>
                    <a:pt x="130" y="170"/>
                  </a:lnTo>
                  <a:lnTo>
                    <a:pt x="146" y="162"/>
                  </a:lnTo>
                  <a:lnTo>
                    <a:pt x="148" y="162"/>
                  </a:lnTo>
                  <a:lnTo>
                    <a:pt x="150" y="162"/>
                  </a:lnTo>
                  <a:lnTo>
                    <a:pt x="154" y="162"/>
                  </a:lnTo>
                  <a:lnTo>
                    <a:pt x="160" y="162"/>
                  </a:lnTo>
                  <a:lnTo>
                    <a:pt x="164" y="162"/>
                  </a:lnTo>
                  <a:lnTo>
                    <a:pt x="170" y="164"/>
                  </a:lnTo>
                  <a:lnTo>
                    <a:pt x="174" y="168"/>
                  </a:lnTo>
                  <a:lnTo>
                    <a:pt x="176" y="170"/>
                  </a:lnTo>
                  <a:lnTo>
                    <a:pt x="178" y="172"/>
                  </a:lnTo>
                  <a:lnTo>
                    <a:pt x="180" y="172"/>
                  </a:lnTo>
                  <a:lnTo>
                    <a:pt x="182" y="172"/>
                  </a:lnTo>
                  <a:lnTo>
                    <a:pt x="184" y="170"/>
                  </a:lnTo>
                  <a:lnTo>
                    <a:pt x="186" y="168"/>
                  </a:lnTo>
                  <a:lnTo>
                    <a:pt x="188" y="168"/>
                  </a:lnTo>
                  <a:lnTo>
                    <a:pt x="190" y="170"/>
                  </a:lnTo>
                  <a:lnTo>
                    <a:pt x="192" y="172"/>
                  </a:lnTo>
                  <a:lnTo>
                    <a:pt x="194" y="172"/>
                  </a:lnTo>
                  <a:lnTo>
                    <a:pt x="198" y="170"/>
                  </a:lnTo>
                  <a:lnTo>
                    <a:pt x="202" y="168"/>
                  </a:lnTo>
                  <a:lnTo>
                    <a:pt x="208" y="164"/>
                  </a:lnTo>
                  <a:lnTo>
                    <a:pt x="210" y="162"/>
                  </a:lnTo>
                  <a:lnTo>
                    <a:pt x="210" y="160"/>
                  </a:lnTo>
                  <a:lnTo>
                    <a:pt x="210" y="158"/>
                  </a:lnTo>
                  <a:lnTo>
                    <a:pt x="210" y="156"/>
                  </a:lnTo>
                  <a:lnTo>
                    <a:pt x="208" y="154"/>
                  </a:lnTo>
                  <a:lnTo>
                    <a:pt x="204" y="154"/>
                  </a:lnTo>
                  <a:lnTo>
                    <a:pt x="198" y="154"/>
                  </a:lnTo>
                  <a:lnTo>
                    <a:pt x="198" y="152"/>
                  </a:lnTo>
                  <a:lnTo>
                    <a:pt x="196" y="152"/>
                  </a:lnTo>
                  <a:lnTo>
                    <a:pt x="194" y="150"/>
                  </a:lnTo>
                  <a:lnTo>
                    <a:pt x="194" y="148"/>
                  </a:lnTo>
                  <a:lnTo>
                    <a:pt x="196" y="146"/>
                  </a:lnTo>
                  <a:lnTo>
                    <a:pt x="200" y="144"/>
                  </a:lnTo>
                  <a:lnTo>
                    <a:pt x="204" y="144"/>
                  </a:lnTo>
                  <a:lnTo>
                    <a:pt x="208" y="142"/>
                  </a:lnTo>
                  <a:lnTo>
                    <a:pt x="212" y="142"/>
                  </a:lnTo>
                  <a:lnTo>
                    <a:pt x="218" y="140"/>
                  </a:lnTo>
                  <a:lnTo>
                    <a:pt x="222" y="142"/>
                  </a:lnTo>
                  <a:lnTo>
                    <a:pt x="226" y="142"/>
                  </a:lnTo>
                  <a:lnTo>
                    <a:pt x="228" y="142"/>
                  </a:lnTo>
                  <a:lnTo>
                    <a:pt x="230" y="140"/>
                  </a:lnTo>
                  <a:lnTo>
                    <a:pt x="232" y="138"/>
                  </a:lnTo>
                  <a:lnTo>
                    <a:pt x="232" y="134"/>
                  </a:lnTo>
                  <a:lnTo>
                    <a:pt x="232" y="132"/>
                  </a:lnTo>
                  <a:lnTo>
                    <a:pt x="230" y="128"/>
                  </a:lnTo>
                  <a:lnTo>
                    <a:pt x="226" y="126"/>
                  </a:lnTo>
                  <a:lnTo>
                    <a:pt x="220" y="124"/>
                  </a:lnTo>
                  <a:lnTo>
                    <a:pt x="216" y="122"/>
                  </a:lnTo>
                  <a:lnTo>
                    <a:pt x="210" y="118"/>
                  </a:lnTo>
                  <a:lnTo>
                    <a:pt x="202" y="116"/>
                  </a:lnTo>
                  <a:lnTo>
                    <a:pt x="186" y="114"/>
                  </a:lnTo>
                  <a:lnTo>
                    <a:pt x="184" y="110"/>
                  </a:lnTo>
                  <a:lnTo>
                    <a:pt x="178" y="98"/>
                  </a:lnTo>
                  <a:lnTo>
                    <a:pt x="174" y="78"/>
                  </a:lnTo>
                  <a:lnTo>
                    <a:pt x="174" y="52"/>
                  </a:lnTo>
                  <a:lnTo>
                    <a:pt x="172" y="48"/>
                  </a:lnTo>
                  <a:lnTo>
                    <a:pt x="170" y="38"/>
                  </a:lnTo>
                  <a:lnTo>
                    <a:pt x="166" y="28"/>
                  </a:lnTo>
                  <a:lnTo>
                    <a:pt x="160" y="20"/>
                  </a:lnTo>
                  <a:lnTo>
                    <a:pt x="150" y="18"/>
                  </a:lnTo>
                  <a:lnTo>
                    <a:pt x="148" y="20"/>
                  </a:lnTo>
                  <a:lnTo>
                    <a:pt x="146" y="24"/>
                  </a:lnTo>
                  <a:lnTo>
                    <a:pt x="142" y="28"/>
                  </a:lnTo>
                  <a:lnTo>
                    <a:pt x="140" y="32"/>
                  </a:lnTo>
                  <a:lnTo>
                    <a:pt x="140" y="36"/>
                  </a:lnTo>
                  <a:lnTo>
                    <a:pt x="140" y="42"/>
                  </a:lnTo>
                  <a:lnTo>
                    <a:pt x="126" y="24"/>
                  </a:lnTo>
                  <a:lnTo>
                    <a:pt x="126" y="22"/>
                  </a:lnTo>
                  <a:lnTo>
                    <a:pt x="124" y="22"/>
                  </a:lnTo>
                  <a:lnTo>
                    <a:pt x="122" y="20"/>
                  </a:lnTo>
                  <a:lnTo>
                    <a:pt x="120" y="18"/>
                  </a:lnTo>
                  <a:lnTo>
                    <a:pt x="118" y="16"/>
                  </a:lnTo>
                  <a:lnTo>
                    <a:pt x="116" y="18"/>
                  </a:lnTo>
                  <a:lnTo>
                    <a:pt x="112" y="20"/>
                  </a:lnTo>
                  <a:lnTo>
                    <a:pt x="110" y="24"/>
                  </a:lnTo>
                  <a:lnTo>
                    <a:pt x="108" y="28"/>
                  </a:lnTo>
                  <a:lnTo>
                    <a:pt x="106" y="30"/>
                  </a:lnTo>
                  <a:lnTo>
                    <a:pt x="104" y="32"/>
                  </a:lnTo>
                  <a:lnTo>
                    <a:pt x="100" y="30"/>
                  </a:lnTo>
                  <a:lnTo>
                    <a:pt x="98" y="26"/>
                  </a:lnTo>
                  <a:lnTo>
                    <a:pt x="96" y="20"/>
                  </a:lnTo>
                  <a:lnTo>
                    <a:pt x="94" y="16"/>
                  </a:lnTo>
                  <a:lnTo>
                    <a:pt x="90" y="12"/>
                  </a:lnTo>
                  <a:lnTo>
                    <a:pt x="88" y="8"/>
                  </a:lnTo>
                  <a:lnTo>
                    <a:pt x="86" y="6"/>
                  </a:lnTo>
                  <a:lnTo>
                    <a:pt x="84" y="6"/>
                  </a:lnTo>
                  <a:lnTo>
                    <a:pt x="82" y="8"/>
                  </a:lnTo>
                  <a:lnTo>
                    <a:pt x="80" y="10"/>
                  </a:lnTo>
                  <a:lnTo>
                    <a:pt x="80" y="16"/>
                  </a:lnTo>
                  <a:lnTo>
                    <a:pt x="80" y="20"/>
                  </a:lnTo>
                  <a:lnTo>
                    <a:pt x="80" y="24"/>
                  </a:lnTo>
                  <a:lnTo>
                    <a:pt x="80" y="28"/>
                  </a:lnTo>
                  <a:lnTo>
                    <a:pt x="78" y="32"/>
                  </a:lnTo>
                  <a:lnTo>
                    <a:pt x="76" y="34"/>
                  </a:lnTo>
                  <a:lnTo>
                    <a:pt x="74" y="34"/>
                  </a:lnTo>
                  <a:lnTo>
                    <a:pt x="70" y="34"/>
                  </a:lnTo>
                  <a:lnTo>
                    <a:pt x="66" y="32"/>
                  </a:lnTo>
                  <a:lnTo>
                    <a:pt x="64" y="28"/>
                  </a:lnTo>
                  <a:lnTo>
                    <a:pt x="62" y="24"/>
                  </a:lnTo>
                  <a:lnTo>
                    <a:pt x="62" y="18"/>
                  </a:lnTo>
                  <a:lnTo>
                    <a:pt x="62" y="14"/>
                  </a:lnTo>
                  <a:lnTo>
                    <a:pt x="64" y="10"/>
                  </a:lnTo>
                  <a:lnTo>
                    <a:pt x="64" y="6"/>
                  </a:lnTo>
                  <a:lnTo>
                    <a:pt x="64" y="4"/>
                  </a:lnTo>
                  <a:lnTo>
                    <a:pt x="62" y="2"/>
                  </a:lnTo>
                  <a:lnTo>
                    <a:pt x="60" y="0"/>
                  </a:lnTo>
                  <a:lnTo>
                    <a:pt x="58" y="0"/>
                  </a:lnTo>
                  <a:lnTo>
                    <a:pt x="54" y="0"/>
                  </a:lnTo>
                  <a:lnTo>
                    <a:pt x="50" y="2"/>
                  </a:lnTo>
                  <a:lnTo>
                    <a:pt x="40" y="8"/>
                  </a:lnTo>
                  <a:lnTo>
                    <a:pt x="26" y="16"/>
                  </a:lnTo>
                  <a:lnTo>
                    <a:pt x="14" y="24"/>
                  </a:lnTo>
                  <a:lnTo>
                    <a:pt x="8" y="36"/>
                  </a:lnTo>
                  <a:lnTo>
                    <a:pt x="8" y="40"/>
                  </a:lnTo>
                  <a:lnTo>
                    <a:pt x="8" y="44"/>
                  </a:lnTo>
                  <a:lnTo>
                    <a:pt x="6" y="48"/>
                  </a:lnTo>
                  <a:lnTo>
                    <a:pt x="6" y="52"/>
                  </a:lnTo>
                  <a:lnTo>
                    <a:pt x="2" y="56"/>
                  </a:lnTo>
                  <a:lnTo>
                    <a:pt x="2" y="58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0" y="64"/>
                  </a:lnTo>
                  <a:lnTo>
                    <a:pt x="0" y="68"/>
                  </a:lnTo>
                  <a:lnTo>
                    <a:pt x="2" y="70"/>
                  </a:lnTo>
                  <a:lnTo>
                    <a:pt x="6" y="72"/>
                  </a:lnTo>
                  <a:lnTo>
                    <a:pt x="10" y="74"/>
                  </a:lnTo>
                  <a:lnTo>
                    <a:pt x="16" y="74"/>
                  </a:lnTo>
                  <a:lnTo>
                    <a:pt x="24" y="74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91" name="Freeform 353"/>
            <p:cNvSpPr>
              <a:spLocks/>
            </p:cNvSpPr>
            <p:nvPr/>
          </p:nvSpPr>
          <p:spPr bwMode="gray">
            <a:xfrm>
              <a:off x="3957" y="1494"/>
              <a:ext cx="118" cy="90"/>
            </a:xfrm>
            <a:custGeom>
              <a:avLst/>
              <a:gdLst>
                <a:gd name="T0" fmla="*/ 58 w 118"/>
                <a:gd name="T1" fmla="*/ 22 h 90"/>
                <a:gd name="T2" fmla="*/ 44 w 118"/>
                <a:gd name="T3" fmla="*/ 40 h 90"/>
                <a:gd name="T4" fmla="*/ 26 w 118"/>
                <a:gd name="T5" fmla="*/ 60 h 90"/>
                <a:gd name="T6" fmla="*/ 14 w 118"/>
                <a:gd name="T7" fmla="*/ 66 h 90"/>
                <a:gd name="T8" fmla="*/ 8 w 118"/>
                <a:gd name="T9" fmla="*/ 68 h 90"/>
                <a:gd name="T10" fmla="*/ 2 w 118"/>
                <a:gd name="T11" fmla="*/ 68 h 90"/>
                <a:gd name="T12" fmla="*/ 0 w 118"/>
                <a:gd name="T13" fmla="*/ 72 h 90"/>
                <a:gd name="T14" fmla="*/ 2 w 118"/>
                <a:gd name="T15" fmla="*/ 76 h 90"/>
                <a:gd name="T16" fmla="*/ 10 w 118"/>
                <a:gd name="T17" fmla="*/ 84 h 90"/>
                <a:gd name="T18" fmla="*/ 28 w 118"/>
                <a:gd name="T19" fmla="*/ 90 h 90"/>
                <a:gd name="T20" fmla="*/ 40 w 118"/>
                <a:gd name="T21" fmla="*/ 86 h 90"/>
                <a:gd name="T22" fmla="*/ 44 w 118"/>
                <a:gd name="T23" fmla="*/ 88 h 90"/>
                <a:gd name="T24" fmla="*/ 50 w 118"/>
                <a:gd name="T25" fmla="*/ 90 h 90"/>
                <a:gd name="T26" fmla="*/ 58 w 118"/>
                <a:gd name="T27" fmla="*/ 88 h 90"/>
                <a:gd name="T28" fmla="*/ 62 w 118"/>
                <a:gd name="T29" fmla="*/ 82 h 90"/>
                <a:gd name="T30" fmla="*/ 70 w 118"/>
                <a:gd name="T31" fmla="*/ 74 h 90"/>
                <a:gd name="T32" fmla="*/ 76 w 118"/>
                <a:gd name="T33" fmla="*/ 64 h 90"/>
                <a:gd name="T34" fmla="*/ 78 w 118"/>
                <a:gd name="T35" fmla="*/ 58 h 90"/>
                <a:gd name="T36" fmla="*/ 84 w 118"/>
                <a:gd name="T37" fmla="*/ 62 h 90"/>
                <a:gd name="T38" fmla="*/ 92 w 118"/>
                <a:gd name="T39" fmla="*/ 64 h 90"/>
                <a:gd name="T40" fmla="*/ 102 w 118"/>
                <a:gd name="T41" fmla="*/ 56 h 90"/>
                <a:gd name="T42" fmla="*/ 104 w 118"/>
                <a:gd name="T43" fmla="*/ 54 h 90"/>
                <a:gd name="T44" fmla="*/ 106 w 118"/>
                <a:gd name="T45" fmla="*/ 48 h 90"/>
                <a:gd name="T46" fmla="*/ 106 w 118"/>
                <a:gd name="T47" fmla="*/ 44 h 90"/>
                <a:gd name="T48" fmla="*/ 104 w 118"/>
                <a:gd name="T49" fmla="*/ 42 h 90"/>
                <a:gd name="T50" fmla="*/ 106 w 118"/>
                <a:gd name="T51" fmla="*/ 38 h 90"/>
                <a:gd name="T52" fmla="*/ 110 w 118"/>
                <a:gd name="T53" fmla="*/ 30 h 90"/>
                <a:gd name="T54" fmla="*/ 108 w 118"/>
                <a:gd name="T55" fmla="*/ 26 h 90"/>
                <a:gd name="T56" fmla="*/ 108 w 118"/>
                <a:gd name="T57" fmla="*/ 22 h 90"/>
                <a:gd name="T58" fmla="*/ 112 w 118"/>
                <a:gd name="T59" fmla="*/ 16 h 90"/>
                <a:gd name="T60" fmla="*/ 116 w 118"/>
                <a:gd name="T61" fmla="*/ 14 h 90"/>
                <a:gd name="T62" fmla="*/ 116 w 118"/>
                <a:gd name="T63" fmla="*/ 12 h 90"/>
                <a:gd name="T64" fmla="*/ 110 w 118"/>
                <a:gd name="T65" fmla="*/ 6 h 90"/>
                <a:gd name="T66" fmla="*/ 104 w 118"/>
                <a:gd name="T67" fmla="*/ 2 h 90"/>
                <a:gd name="T68" fmla="*/ 100 w 118"/>
                <a:gd name="T69" fmla="*/ 0 h 90"/>
                <a:gd name="T70" fmla="*/ 84 w 118"/>
                <a:gd name="T71" fmla="*/ 12 h 90"/>
                <a:gd name="T72" fmla="*/ 76 w 118"/>
                <a:gd name="T73" fmla="*/ 12 h 90"/>
                <a:gd name="T74" fmla="*/ 64 w 118"/>
                <a:gd name="T75" fmla="*/ 16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18"/>
                <a:gd name="T115" fmla="*/ 0 h 90"/>
                <a:gd name="T116" fmla="*/ 118 w 118"/>
                <a:gd name="T117" fmla="*/ 90 h 9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18" h="90">
                  <a:moveTo>
                    <a:pt x="60" y="20"/>
                  </a:moveTo>
                  <a:lnTo>
                    <a:pt x="58" y="22"/>
                  </a:lnTo>
                  <a:lnTo>
                    <a:pt x="52" y="30"/>
                  </a:lnTo>
                  <a:lnTo>
                    <a:pt x="44" y="40"/>
                  </a:lnTo>
                  <a:lnTo>
                    <a:pt x="36" y="52"/>
                  </a:lnTo>
                  <a:lnTo>
                    <a:pt x="26" y="60"/>
                  </a:lnTo>
                  <a:lnTo>
                    <a:pt x="18" y="66"/>
                  </a:lnTo>
                  <a:lnTo>
                    <a:pt x="14" y="66"/>
                  </a:lnTo>
                  <a:lnTo>
                    <a:pt x="12" y="68"/>
                  </a:lnTo>
                  <a:lnTo>
                    <a:pt x="8" y="68"/>
                  </a:lnTo>
                  <a:lnTo>
                    <a:pt x="4" y="68"/>
                  </a:lnTo>
                  <a:lnTo>
                    <a:pt x="2" y="68"/>
                  </a:lnTo>
                  <a:lnTo>
                    <a:pt x="0" y="70"/>
                  </a:lnTo>
                  <a:lnTo>
                    <a:pt x="0" y="72"/>
                  </a:lnTo>
                  <a:lnTo>
                    <a:pt x="0" y="74"/>
                  </a:lnTo>
                  <a:lnTo>
                    <a:pt x="2" y="76"/>
                  </a:lnTo>
                  <a:lnTo>
                    <a:pt x="6" y="82"/>
                  </a:lnTo>
                  <a:lnTo>
                    <a:pt x="10" y="84"/>
                  </a:lnTo>
                  <a:lnTo>
                    <a:pt x="18" y="88"/>
                  </a:lnTo>
                  <a:lnTo>
                    <a:pt x="28" y="90"/>
                  </a:lnTo>
                  <a:lnTo>
                    <a:pt x="40" y="84"/>
                  </a:lnTo>
                  <a:lnTo>
                    <a:pt x="40" y="86"/>
                  </a:lnTo>
                  <a:lnTo>
                    <a:pt x="42" y="86"/>
                  </a:lnTo>
                  <a:lnTo>
                    <a:pt x="44" y="88"/>
                  </a:lnTo>
                  <a:lnTo>
                    <a:pt x="46" y="90"/>
                  </a:lnTo>
                  <a:lnTo>
                    <a:pt x="50" y="90"/>
                  </a:lnTo>
                  <a:lnTo>
                    <a:pt x="56" y="88"/>
                  </a:lnTo>
                  <a:lnTo>
                    <a:pt x="58" y="88"/>
                  </a:lnTo>
                  <a:lnTo>
                    <a:pt x="60" y="86"/>
                  </a:lnTo>
                  <a:lnTo>
                    <a:pt x="62" y="82"/>
                  </a:lnTo>
                  <a:lnTo>
                    <a:pt x="66" y="78"/>
                  </a:lnTo>
                  <a:lnTo>
                    <a:pt x="70" y="74"/>
                  </a:lnTo>
                  <a:lnTo>
                    <a:pt x="72" y="68"/>
                  </a:lnTo>
                  <a:lnTo>
                    <a:pt x="76" y="64"/>
                  </a:lnTo>
                  <a:lnTo>
                    <a:pt x="78" y="58"/>
                  </a:lnTo>
                  <a:lnTo>
                    <a:pt x="80" y="60"/>
                  </a:lnTo>
                  <a:lnTo>
                    <a:pt x="84" y="62"/>
                  </a:lnTo>
                  <a:lnTo>
                    <a:pt x="88" y="64"/>
                  </a:lnTo>
                  <a:lnTo>
                    <a:pt x="92" y="64"/>
                  </a:lnTo>
                  <a:lnTo>
                    <a:pt x="98" y="62"/>
                  </a:lnTo>
                  <a:lnTo>
                    <a:pt x="102" y="56"/>
                  </a:lnTo>
                  <a:lnTo>
                    <a:pt x="104" y="54"/>
                  </a:lnTo>
                  <a:lnTo>
                    <a:pt x="106" y="52"/>
                  </a:lnTo>
                  <a:lnTo>
                    <a:pt x="106" y="48"/>
                  </a:lnTo>
                  <a:lnTo>
                    <a:pt x="106" y="46"/>
                  </a:lnTo>
                  <a:lnTo>
                    <a:pt x="106" y="44"/>
                  </a:lnTo>
                  <a:lnTo>
                    <a:pt x="102" y="42"/>
                  </a:lnTo>
                  <a:lnTo>
                    <a:pt x="104" y="42"/>
                  </a:lnTo>
                  <a:lnTo>
                    <a:pt x="104" y="40"/>
                  </a:lnTo>
                  <a:lnTo>
                    <a:pt x="106" y="38"/>
                  </a:lnTo>
                  <a:lnTo>
                    <a:pt x="108" y="34"/>
                  </a:lnTo>
                  <a:lnTo>
                    <a:pt x="110" y="30"/>
                  </a:lnTo>
                  <a:lnTo>
                    <a:pt x="110" y="28"/>
                  </a:lnTo>
                  <a:lnTo>
                    <a:pt x="108" y="26"/>
                  </a:lnTo>
                  <a:lnTo>
                    <a:pt x="108" y="22"/>
                  </a:lnTo>
                  <a:lnTo>
                    <a:pt x="110" y="20"/>
                  </a:lnTo>
                  <a:lnTo>
                    <a:pt x="112" y="16"/>
                  </a:lnTo>
                  <a:lnTo>
                    <a:pt x="114" y="14"/>
                  </a:lnTo>
                  <a:lnTo>
                    <a:pt x="116" y="14"/>
                  </a:lnTo>
                  <a:lnTo>
                    <a:pt x="118" y="12"/>
                  </a:lnTo>
                  <a:lnTo>
                    <a:pt x="116" y="12"/>
                  </a:lnTo>
                  <a:lnTo>
                    <a:pt x="114" y="10"/>
                  </a:lnTo>
                  <a:lnTo>
                    <a:pt x="110" y="6"/>
                  </a:lnTo>
                  <a:lnTo>
                    <a:pt x="108" y="4"/>
                  </a:lnTo>
                  <a:lnTo>
                    <a:pt x="104" y="2"/>
                  </a:lnTo>
                  <a:lnTo>
                    <a:pt x="102" y="0"/>
                  </a:lnTo>
                  <a:lnTo>
                    <a:pt x="100" y="0"/>
                  </a:lnTo>
                  <a:lnTo>
                    <a:pt x="86" y="12"/>
                  </a:lnTo>
                  <a:lnTo>
                    <a:pt x="84" y="12"/>
                  </a:lnTo>
                  <a:lnTo>
                    <a:pt x="82" y="12"/>
                  </a:lnTo>
                  <a:lnTo>
                    <a:pt x="76" y="12"/>
                  </a:lnTo>
                  <a:lnTo>
                    <a:pt x="70" y="14"/>
                  </a:lnTo>
                  <a:lnTo>
                    <a:pt x="64" y="16"/>
                  </a:lnTo>
                  <a:lnTo>
                    <a:pt x="60" y="2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92" name="Freeform 354"/>
            <p:cNvSpPr>
              <a:spLocks/>
            </p:cNvSpPr>
            <p:nvPr/>
          </p:nvSpPr>
          <p:spPr bwMode="gray">
            <a:xfrm>
              <a:off x="4069" y="1454"/>
              <a:ext cx="22" cy="28"/>
            </a:xfrm>
            <a:custGeom>
              <a:avLst/>
              <a:gdLst>
                <a:gd name="T0" fmla="*/ 16 w 22"/>
                <a:gd name="T1" fmla="*/ 2 h 28"/>
                <a:gd name="T2" fmla="*/ 14 w 22"/>
                <a:gd name="T3" fmla="*/ 2 h 28"/>
                <a:gd name="T4" fmla="*/ 14 w 22"/>
                <a:gd name="T5" fmla="*/ 2 h 28"/>
                <a:gd name="T6" fmla="*/ 12 w 22"/>
                <a:gd name="T7" fmla="*/ 0 h 28"/>
                <a:gd name="T8" fmla="*/ 10 w 22"/>
                <a:gd name="T9" fmla="*/ 0 h 28"/>
                <a:gd name="T10" fmla="*/ 6 w 22"/>
                <a:gd name="T11" fmla="*/ 0 h 28"/>
                <a:gd name="T12" fmla="*/ 4 w 22"/>
                <a:gd name="T13" fmla="*/ 2 h 28"/>
                <a:gd name="T14" fmla="*/ 2 w 22"/>
                <a:gd name="T15" fmla="*/ 4 h 28"/>
                <a:gd name="T16" fmla="*/ 2 w 22"/>
                <a:gd name="T17" fmla="*/ 8 h 28"/>
                <a:gd name="T18" fmla="*/ 0 w 22"/>
                <a:gd name="T19" fmla="*/ 12 h 28"/>
                <a:gd name="T20" fmla="*/ 2 w 22"/>
                <a:gd name="T21" fmla="*/ 20 h 28"/>
                <a:gd name="T22" fmla="*/ 2 w 22"/>
                <a:gd name="T23" fmla="*/ 20 h 28"/>
                <a:gd name="T24" fmla="*/ 4 w 22"/>
                <a:gd name="T25" fmla="*/ 22 h 28"/>
                <a:gd name="T26" fmla="*/ 6 w 22"/>
                <a:gd name="T27" fmla="*/ 24 h 28"/>
                <a:gd name="T28" fmla="*/ 10 w 22"/>
                <a:gd name="T29" fmla="*/ 26 h 28"/>
                <a:gd name="T30" fmla="*/ 14 w 22"/>
                <a:gd name="T31" fmla="*/ 26 h 28"/>
                <a:gd name="T32" fmla="*/ 16 w 22"/>
                <a:gd name="T33" fmla="*/ 28 h 28"/>
                <a:gd name="T34" fmla="*/ 20 w 22"/>
                <a:gd name="T35" fmla="*/ 26 h 28"/>
                <a:gd name="T36" fmla="*/ 22 w 22"/>
                <a:gd name="T37" fmla="*/ 24 h 28"/>
                <a:gd name="T38" fmla="*/ 22 w 22"/>
                <a:gd name="T39" fmla="*/ 20 h 28"/>
                <a:gd name="T40" fmla="*/ 22 w 22"/>
                <a:gd name="T41" fmla="*/ 14 h 28"/>
                <a:gd name="T42" fmla="*/ 22 w 22"/>
                <a:gd name="T43" fmla="*/ 10 h 28"/>
                <a:gd name="T44" fmla="*/ 20 w 22"/>
                <a:gd name="T45" fmla="*/ 6 h 28"/>
                <a:gd name="T46" fmla="*/ 18 w 22"/>
                <a:gd name="T47" fmla="*/ 4 h 28"/>
                <a:gd name="T48" fmla="*/ 16 w 22"/>
                <a:gd name="T49" fmla="*/ 2 h 28"/>
                <a:gd name="T50" fmla="*/ 16 w 22"/>
                <a:gd name="T51" fmla="*/ 2 h 28"/>
                <a:gd name="T52" fmla="*/ 16 w 22"/>
                <a:gd name="T53" fmla="*/ 2 h 2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2"/>
                <a:gd name="T82" fmla="*/ 0 h 28"/>
                <a:gd name="T83" fmla="*/ 22 w 22"/>
                <a:gd name="T84" fmla="*/ 28 h 28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2" h="28">
                  <a:moveTo>
                    <a:pt x="16" y="2"/>
                  </a:moveTo>
                  <a:lnTo>
                    <a:pt x="14" y="2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6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8"/>
                  </a:lnTo>
                  <a:lnTo>
                    <a:pt x="0" y="12"/>
                  </a:lnTo>
                  <a:lnTo>
                    <a:pt x="2" y="20"/>
                  </a:lnTo>
                  <a:lnTo>
                    <a:pt x="4" y="22"/>
                  </a:lnTo>
                  <a:lnTo>
                    <a:pt x="6" y="24"/>
                  </a:lnTo>
                  <a:lnTo>
                    <a:pt x="10" y="26"/>
                  </a:lnTo>
                  <a:lnTo>
                    <a:pt x="14" y="26"/>
                  </a:lnTo>
                  <a:lnTo>
                    <a:pt x="16" y="28"/>
                  </a:lnTo>
                  <a:lnTo>
                    <a:pt x="20" y="26"/>
                  </a:lnTo>
                  <a:lnTo>
                    <a:pt x="22" y="24"/>
                  </a:lnTo>
                  <a:lnTo>
                    <a:pt x="22" y="20"/>
                  </a:lnTo>
                  <a:lnTo>
                    <a:pt x="22" y="14"/>
                  </a:lnTo>
                  <a:lnTo>
                    <a:pt x="22" y="10"/>
                  </a:lnTo>
                  <a:lnTo>
                    <a:pt x="20" y="6"/>
                  </a:lnTo>
                  <a:lnTo>
                    <a:pt x="18" y="4"/>
                  </a:lnTo>
                  <a:lnTo>
                    <a:pt x="16" y="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93" name="Freeform 355"/>
            <p:cNvSpPr>
              <a:spLocks/>
            </p:cNvSpPr>
            <p:nvPr/>
          </p:nvSpPr>
          <p:spPr bwMode="gray">
            <a:xfrm>
              <a:off x="4095" y="1416"/>
              <a:ext cx="68" cy="42"/>
            </a:xfrm>
            <a:custGeom>
              <a:avLst/>
              <a:gdLst>
                <a:gd name="T0" fmla="*/ 12 w 68"/>
                <a:gd name="T1" fmla="*/ 12 h 42"/>
                <a:gd name="T2" fmla="*/ 12 w 68"/>
                <a:gd name="T3" fmla="*/ 12 h 42"/>
                <a:gd name="T4" fmla="*/ 10 w 68"/>
                <a:gd name="T5" fmla="*/ 14 h 42"/>
                <a:gd name="T6" fmla="*/ 8 w 68"/>
                <a:gd name="T7" fmla="*/ 14 h 42"/>
                <a:gd name="T8" fmla="*/ 4 w 68"/>
                <a:gd name="T9" fmla="*/ 18 h 42"/>
                <a:gd name="T10" fmla="*/ 2 w 68"/>
                <a:gd name="T11" fmla="*/ 20 h 42"/>
                <a:gd name="T12" fmla="*/ 0 w 68"/>
                <a:gd name="T13" fmla="*/ 24 h 42"/>
                <a:gd name="T14" fmla="*/ 0 w 68"/>
                <a:gd name="T15" fmla="*/ 26 h 42"/>
                <a:gd name="T16" fmla="*/ 2 w 68"/>
                <a:gd name="T17" fmla="*/ 30 h 42"/>
                <a:gd name="T18" fmla="*/ 4 w 68"/>
                <a:gd name="T19" fmla="*/ 34 h 42"/>
                <a:gd name="T20" fmla="*/ 10 w 68"/>
                <a:gd name="T21" fmla="*/ 36 h 42"/>
                <a:gd name="T22" fmla="*/ 12 w 68"/>
                <a:gd name="T23" fmla="*/ 36 h 42"/>
                <a:gd name="T24" fmla="*/ 12 w 68"/>
                <a:gd name="T25" fmla="*/ 34 h 42"/>
                <a:gd name="T26" fmla="*/ 16 w 68"/>
                <a:gd name="T27" fmla="*/ 30 h 42"/>
                <a:gd name="T28" fmla="*/ 18 w 68"/>
                <a:gd name="T29" fmla="*/ 28 h 42"/>
                <a:gd name="T30" fmla="*/ 22 w 68"/>
                <a:gd name="T31" fmla="*/ 26 h 42"/>
                <a:gd name="T32" fmla="*/ 26 w 68"/>
                <a:gd name="T33" fmla="*/ 28 h 42"/>
                <a:gd name="T34" fmla="*/ 30 w 68"/>
                <a:gd name="T35" fmla="*/ 32 h 42"/>
                <a:gd name="T36" fmla="*/ 32 w 68"/>
                <a:gd name="T37" fmla="*/ 34 h 42"/>
                <a:gd name="T38" fmla="*/ 36 w 68"/>
                <a:gd name="T39" fmla="*/ 38 h 42"/>
                <a:gd name="T40" fmla="*/ 42 w 68"/>
                <a:gd name="T41" fmla="*/ 42 h 42"/>
                <a:gd name="T42" fmla="*/ 52 w 68"/>
                <a:gd name="T43" fmla="*/ 40 h 42"/>
                <a:gd name="T44" fmla="*/ 62 w 68"/>
                <a:gd name="T45" fmla="*/ 32 h 42"/>
                <a:gd name="T46" fmla="*/ 62 w 68"/>
                <a:gd name="T47" fmla="*/ 32 h 42"/>
                <a:gd name="T48" fmla="*/ 64 w 68"/>
                <a:gd name="T49" fmla="*/ 30 h 42"/>
                <a:gd name="T50" fmla="*/ 66 w 68"/>
                <a:gd name="T51" fmla="*/ 28 h 42"/>
                <a:gd name="T52" fmla="*/ 68 w 68"/>
                <a:gd name="T53" fmla="*/ 26 h 42"/>
                <a:gd name="T54" fmla="*/ 68 w 68"/>
                <a:gd name="T55" fmla="*/ 22 h 42"/>
                <a:gd name="T56" fmla="*/ 66 w 68"/>
                <a:gd name="T57" fmla="*/ 20 h 42"/>
                <a:gd name="T58" fmla="*/ 62 w 68"/>
                <a:gd name="T59" fmla="*/ 16 h 42"/>
                <a:gd name="T60" fmla="*/ 58 w 68"/>
                <a:gd name="T61" fmla="*/ 14 h 42"/>
                <a:gd name="T62" fmla="*/ 40 w 68"/>
                <a:gd name="T63" fmla="*/ 2 h 42"/>
                <a:gd name="T64" fmla="*/ 38 w 68"/>
                <a:gd name="T65" fmla="*/ 2 h 42"/>
                <a:gd name="T66" fmla="*/ 36 w 68"/>
                <a:gd name="T67" fmla="*/ 2 h 42"/>
                <a:gd name="T68" fmla="*/ 32 w 68"/>
                <a:gd name="T69" fmla="*/ 0 h 42"/>
                <a:gd name="T70" fmla="*/ 28 w 68"/>
                <a:gd name="T71" fmla="*/ 0 h 42"/>
                <a:gd name="T72" fmla="*/ 24 w 68"/>
                <a:gd name="T73" fmla="*/ 2 h 42"/>
                <a:gd name="T74" fmla="*/ 18 w 68"/>
                <a:gd name="T75" fmla="*/ 6 h 42"/>
                <a:gd name="T76" fmla="*/ 12 w 68"/>
                <a:gd name="T77" fmla="*/ 12 h 42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68"/>
                <a:gd name="T118" fmla="*/ 0 h 42"/>
                <a:gd name="T119" fmla="*/ 68 w 68"/>
                <a:gd name="T120" fmla="*/ 42 h 42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68" h="42">
                  <a:moveTo>
                    <a:pt x="12" y="12"/>
                  </a:moveTo>
                  <a:lnTo>
                    <a:pt x="12" y="12"/>
                  </a:lnTo>
                  <a:lnTo>
                    <a:pt x="10" y="14"/>
                  </a:lnTo>
                  <a:lnTo>
                    <a:pt x="8" y="14"/>
                  </a:lnTo>
                  <a:lnTo>
                    <a:pt x="4" y="18"/>
                  </a:lnTo>
                  <a:lnTo>
                    <a:pt x="2" y="20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2" y="30"/>
                  </a:lnTo>
                  <a:lnTo>
                    <a:pt x="4" y="34"/>
                  </a:lnTo>
                  <a:lnTo>
                    <a:pt x="10" y="36"/>
                  </a:lnTo>
                  <a:lnTo>
                    <a:pt x="12" y="36"/>
                  </a:lnTo>
                  <a:lnTo>
                    <a:pt x="12" y="34"/>
                  </a:lnTo>
                  <a:lnTo>
                    <a:pt x="16" y="30"/>
                  </a:lnTo>
                  <a:lnTo>
                    <a:pt x="18" y="28"/>
                  </a:lnTo>
                  <a:lnTo>
                    <a:pt x="22" y="26"/>
                  </a:lnTo>
                  <a:lnTo>
                    <a:pt x="26" y="28"/>
                  </a:lnTo>
                  <a:lnTo>
                    <a:pt x="30" y="32"/>
                  </a:lnTo>
                  <a:lnTo>
                    <a:pt x="32" y="34"/>
                  </a:lnTo>
                  <a:lnTo>
                    <a:pt x="36" y="38"/>
                  </a:lnTo>
                  <a:lnTo>
                    <a:pt x="42" y="42"/>
                  </a:lnTo>
                  <a:lnTo>
                    <a:pt x="52" y="40"/>
                  </a:lnTo>
                  <a:lnTo>
                    <a:pt x="62" y="32"/>
                  </a:lnTo>
                  <a:lnTo>
                    <a:pt x="64" y="30"/>
                  </a:lnTo>
                  <a:lnTo>
                    <a:pt x="66" y="28"/>
                  </a:lnTo>
                  <a:lnTo>
                    <a:pt x="68" y="26"/>
                  </a:lnTo>
                  <a:lnTo>
                    <a:pt x="68" y="22"/>
                  </a:lnTo>
                  <a:lnTo>
                    <a:pt x="66" y="20"/>
                  </a:lnTo>
                  <a:lnTo>
                    <a:pt x="62" y="16"/>
                  </a:lnTo>
                  <a:lnTo>
                    <a:pt x="58" y="14"/>
                  </a:lnTo>
                  <a:lnTo>
                    <a:pt x="40" y="2"/>
                  </a:lnTo>
                  <a:lnTo>
                    <a:pt x="38" y="2"/>
                  </a:lnTo>
                  <a:lnTo>
                    <a:pt x="36" y="2"/>
                  </a:lnTo>
                  <a:lnTo>
                    <a:pt x="32" y="0"/>
                  </a:lnTo>
                  <a:lnTo>
                    <a:pt x="28" y="0"/>
                  </a:lnTo>
                  <a:lnTo>
                    <a:pt x="24" y="2"/>
                  </a:lnTo>
                  <a:lnTo>
                    <a:pt x="18" y="6"/>
                  </a:lnTo>
                  <a:lnTo>
                    <a:pt x="12" y="1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94" name="Freeform 356"/>
            <p:cNvSpPr>
              <a:spLocks/>
            </p:cNvSpPr>
            <p:nvPr/>
          </p:nvSpPr>
          <p:spPr bwMode="gray">
            <a:xfrm>
              <a:off x="4095" y="1470"/>
              <a:ext cx="58" cy="34"/>
            </a:xfrm>
            <a:custGeom>
              <a:avLst/>
              <a:gdLst>
                <a:gd name="T0" fmla="*/ 12 w 58"/>
                <a:gd name="T1" fmla="*/ 0 h 34"/>
                <a:gd name="T2" fmla="*/ 10 w 58"/>
                <a:gd name="T3" fmla="*/ 2 h 34"/>
                <a:gd name="T4" fmla="*/ 4 w 58"/>
                <a:gd name="T5" fmla="*/ 8 h 34"/>
                <a:gd name="T6" fmla="*/ 0 w 58"/>
                <a:gd name="T7" fmla="*/ 16 h 34"/>
                <a:gd name="T8" fmla="*/ 0 w 58"/>
                <a:gd name="T9" fmla="*/ 26 h 34"/>
                <a:gd name="T10" fmla="*/ 6 w 58"/>
                <a:gd name="T11" fmla="*/ 34 h 34"/>
                <a:gd name="T12" fmla="*/ 8 w 58"/>
                <a:gd name="T13" fmla="*/ 34 h 34"/>
                <a:gd name="T14" fmla="*/ 12 w 58"/>
                <a:gd name="T15" fmla="*/ 34 h 34"/>
                <a:gd name="T16" fmla="*/ 18 w 58"/>
                <a:gd name="T17" fmla="*/ 34 h 34"/>
                <a:gd name="T18" fmla="*/ 24 w 58"/>
                <a:gd name="T19" fmla="*/ 34 h 34"/>
                <a:gd name="T20" fmla="*/ 32 w 58"/>
                <a:gd name="T21" fmla="*/ 32 h 34"/>
                <a:gd name="T22" fmla="*/ 34 w 58"/>
                <a:gd name="T23" fmla="*/ 30 h 34"/>
                <a:gd name="T24" fmla="*/ 38 w 58"/>
                <a:gd name="T25" fmla="*/ 28 h 34"/>
                <a:gd name="T26" fmla="*/ 42 w 58"/>
                <a:gd name="T27" fmla="*/ 24 h 34"/>
                <a:gd name="T28" fmla="*/ 46 w 58"/>
                <a:gd name="T29" fmla="*/ 20 h 34"/>
                <a:gd name="T30" fmla="*/ 48 w 58"/>
                <a:gd name="T31" fmla="*/ 18 h 34"/>
                <a:gd name="T32" fmla="*/ 52 w 58"/>
                <a:gd name="T33" fmla="*/ 18 h 34"/>
                <a:gd name="T34" fmla="*/ 54 w 58"/>
                <a:gd name="T35" fmla="*/ 18 h 34"/>
                <a:gd name="T36" fmla="*/ 56 w 58"/>
                <a:gd name="T37" fmla="*/ 16 h 34"/>
                <a:gd name="T38" fmla="*/ 58 w 58"/>
                <a:gd name="T39" fmla="*/ 14 h 34"/>
                <a:gd name="T40" fmla="*/ 58 w 58"/>
                <a:gd name="T41" fmla="*/ 12 h 34"/>
                <a:gd name="T42" fmla="*/ 56 w 58"/>
                <a:gd name="T43" fmla="*/ 8 h 34"/>
                <a:gd name="T44" fmla="*/ 54 w 58"/>
                <a:gd name="T45" fmla="*/ 6 h 34"/>
                <a:gd name="T46" fmla="*/ 48 w 58"/>
                <a:gd name="T47" fmla="*/ 4 h 34"/>
                <a:gd name="T48" fmla="*/ 32 w 58"/>
                <a:gd name="T49" fmla="*/ 2 h 34"/>
                <a:gd name="T50" fmla="*/ 18 w 58"/>
                <a:gd name="T51" fmla="*/ 0 h 34"/>
                <a:gd name="T52" fmla="*/ 12 w 58"/>
                <a:gd name="T53" fmla="*/ 0 h 3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58"/>
                <a:gd name="T82" fmla="*/ 0 h 34"/>
                <a:gd name="T83" fmla="*/ 58 w 58"/>
                <a:gd name="T84" fmla="*/ 34 h 3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58" h="34">
                  <a:moveTo>
                    <a:pt x="12" y="0"/>
                  </a:moveTo>
                  <a:lnTo>
                    <a:pt x="10" y="2"/>
                  </a:lnTo>
                  <a:lnTo>
                    <a:pt x="4" y="8"/>
                  </a:lnTo>
                  <a:lnTo>
                    <a:pt x="0" y="16"/>
                  </a:lnTo>
                  <a:lnTo>
                    <a:pt x="0" y="26"/>
                  </a:lnTo>
                  <a:lnTo>
                    <a:pt x="6" y="34"/>
                  </a:lnTo>
                  <a:lnTo>
                    <a:pt x="8" y="34"/>
                  </a:lnTo>
                  <a:lnTo>
                    <a:pt x="12" y="34"/>
                  </a:lnTo>
                  <a:lnTo>
                    <a:pt x="18" y="34"/>
                  </a:lnTo>
                  <a:lnTo>
                    <a:pt x="24" y="34"/>
                  </a:lnTo>
                  <a:lnTo>
                    <a:pt x="32" y="32"/>
                  </a:lnTo>
                  <a:lnTo>
                    <a:pt x="34" y="30"/>
                  </a:lnTo>
                  <a:lnTo>
                    <a:pt x="38" y="28"/>
                  </a:lnTo>
                  <a:lnTo>
                    <a:pt x="42" y="24"/>
                  </a:lnTo>
                  <a:lnTo>
                    <a:pt x="46" y="20"/>
                  </a:lnTo>
                  <a:lnTo>
                    <a:pt x="48" y="18"/>
                  </a:lnTo>
                  <a:lnTo>
                    <a:pt x="52" y="18"/>
                  </a:lnTo>
                  <a:lnTo>
                    <a:pt x="54" y="18"/>
                  </a:lnTo>
                  <a:lnTo>
                    <a:pt x="56" y="16"/>
                  </a:lnTo>
                  <a:lnTo>
                    <a:pt x="58" y="14"/>
                  </a:lnTo>
                  <a:lnTo>
                    <a:pt x="58" y="12"/>
                  </a:lnTo>
                  <a:lnTo>
                    <a:pt x="56" y="8"/>
                  </a:lnTo>
                  <a:lnTo>
                    <a:pt x="54" y="6"/>
                  </a:lnTo>
                  <a:lnTo>
                    <a:pt x="48" y="4"/>
                  </a:lnTo>
                  <a:lnTo>
                    <a:pt x="32" y="2"/>
                  </a:lnTo>
                  <a:lnTo>
                    <a:pt x="18" y="0"/>
                  </a:lnTo>
                  <a:lnTo>
                    <a:pt x="12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95" name="Freeform 357"/>
            <p:cNvSpPr>
              <a:spLocks/>
            </p:cNvSpPr>
            <p:nvPr/>
          </p:nvSpPr>
          <p:spPr bwMode="gray">
            <a:xfrm>
              <a:off x="4021" y="1576"/>
              <a:ext cx="20" cy="28"/>
            </a:xfrm>
            <a:custGeom>
              <a:avLst/>
              <a:gdLst>
                <a:gd name="T0" fmla="*/ 16 w 20"/>
                <a:gd name="T1" fmla="*/ 0 h 28"/>
                <a:gd name="T2" fmla="*/ 14 w 20"/>
                <a:gd name="T3" fmla="*/ 0 h 28"/>
                <a:gd name="T4" fmla="*/ 12 w 20"/>
                <a:gd name="T5" fmla="*/ 2 h 28"/>
                <a:gd name="T6" fmla="*/ 10 w 20"/>
                <a:gd name="T7" fmla="*/ 6 h 28"/>
                <a:gd name="T8" fmla="*/ 6 w 20"/>
                <a:gd name="T9" fmla="*/ 10 h 28"/>
                <a:gd name="T10" fmla="*/ 2 w 20"/>
                <a:gd name="T11" fmla="*/ 14 h 28"/>
                <a:gd name="T12" fmla="*/ 0 w 20"/>
                <a:gd name="T13" fmla="*/ 18 h 28"/>
                <a:gd name="T14" fmla="*/ 0 w 20"/>
                <a:gd name="T15" fmla="*/ 24 h 28"/>
                <a:gd name="T16" fmla="*/ 2 w 20"/>
                <a:gd name="T17" fmla="*/ 28 h 28"/>
                <a:gd name="T18" fmla="*/ 4 w 20"/>
                <a:gd name="T19" fmla="*/ 28 h 28"/>
                <a:gd name="T20" fmla="*/ 6 w 20"/>
                <a:gd name="T21" fmla="*/ 28 h 28"/>
                <a:gd name="T22" fmla="*/ 8 w 20"/>
                <a:gd name="T23" fmla="*/ 28 h 28"/>
                <a:gd name="T24" fmla="*/ 10 w 20"/>
                <a:gd name="T25" fmla="*/ 28 h 28"/>
                <a:gd name="T26" fmla="*/ 14 w 20"/>
                <a:gd name="T27" fmla="*/ 26 h 28"/>
                <a:gd name="T28" fmla="*/ 16 w 20"/>
                <a:gd name="T29" fmla="*/ 22 h 28"/>
                <a:gd name="T30" fmla="*/ 18 w 20"/>
                <a:gd name="T31" fmla="*/ 16 h 28"/>
                <a:gd name="T32" fmla="*/ 20 w 20"/>
                <a:gd name="T33" fmla="*/ 14 h 28"/>
                <a:gd name="T34" fmla="*/ 20 w 20"/>
                <a:gd name="T35" fmla="*/ 12 h 28"/>
                <a:gd name="T36" fmla="*/ 20 w 20"/>
                <a:gd name="T37" fmla="*/ 8 h 28"/>
                <a:gd name="T38" fmla="*/ 20 w 20"/>
                <a:gd name="T39" fmla="*/ 6 h 28"/>
                <a:gd name="T40" fmla="*/ 20 w 20"/>
                <a:gd name="T41" fmla="*/ 2 h 28"/>
                <a:gd name="T42" fmla="*/ 18 w 20"/>
                <a:gd name="T43" fmla="*/ 0 h 28"/>
                <a:gd name="T44" fmla="*/ 16 w 20"/>
                <a:gd name="T45" fmla="*/ 0 h 2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20"/>
                <a:gd name="T70" fmla="*/ 0 h 28"/>
                <a:gd name="T71" fmla="*/ 20 w 20"/>
                <a:gd name="T72" fmla="*/ 28 h 28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20" h="28">
                  <a:moveTo>
                    <a:pt x="16" y="0"/>
                  </a:moveTo>
                  <a:lnTo>
                    <a:pt x="14" y="0"/>
                  </a:lnTo>
                  <a:lnTo>
                    <a:pt x="12" y="2"/>
                  </a:lnTo>
                  <a:lnTo>
                    <a:pt x="10" y="6"/>
                  </a:lnTo>
                  <a:lnTo>
                    <a:pt x="6" y="10"/>
                  </a:lnTo>
                  <a:lnTo>
                    <a:pt x="2" y="14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2" y="28"/>
                  </a:lnTo>
                  <a:lnTo>
                    <a:pt x="4" y="28"/>
                  </a:lnTo>
                  <a:lnTo>
                    <a:pt x="6" y="28"/>
                  </a:lnTo>
                  <a:lnTo>
                    <a:pt x="8" y="28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6" y="22"/>
                  </a:lnTo>
                  <a:lnTo>
                    <a:pt x="18" y="16"/>
                  </a:lnTo>
                  <a:lnTo>
                    <a:pt x="20" y="14"/>
                  </a:lnTo>
                  <a:lnTo>
                    <a:pt x="20" y="12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6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96" name="Freeform 358"/>
            <p:cNvSpPr>
              <a:spLocks/>
            </p:cNvSpPr>
            <p:nvPr/>
          </p:nvSpPr>
          <p:spPr bwMode="gray">
            <a:xfrm>
              <a:off x="4019" y="1596"/>
              <a:ext cx="114" cy="90"/>
            </a:xfrm>
            <a:custGeom>
              <a:avLst/>
              <a:gdLst>
                <a:gd name="T0" fmla="*/ 28 w 114"/>
                <a:gd name="T1" fmla="*/ 20 h 90"/>
                <a:gd name="T2" fmla="*/ 20 w 114"/>
                <a:gd name="T3" fmla="*/ 18 h 90"/>
                <a:gd name="T4" fmla="*/ 12 w 114"/>
                <a:gd name="T5" fmla="*/ 22 h 90"/>
                <a:gd name="T6" fmla="*/ 10 w 114"/>
                <a:gd name="T7" fmla="*/ 34 h 90"/>
                <a:gd name="T8" fmla="*/ 8 w 114"/>
                <a:gd name="T9" fmla="*/ 36 h 90"/>
                <a:gd name="T10" fmla="*/ 8 w 114"/>
                <a:gd name="T11" fmla="*/ 46 h 90"/>
                <a:gd name="T12" fmla="*/ 2 w 114"/>
                <a:gd name="T13" fmla="*/ 52 h 90"/>
                <a:gd name="T14" fmla="*/ 0 w 114"/>
                <a:gd name="T15" fmla="*/ 60 h 90"/>
                <a:gd name="T16" fmla="*/ 8 w 114"/>
                <a:gd name="T17" fmla="*/ 68 h 90"/>
                <a:gd name="T18" fmla="*/ 16 w 114"/>
                <a:gd name="T19" fmla="*/ 72 h 90"/>
                <a:gd name="T20" fmla="*/ 24 w 114"/>
                <a:gd name="T21" fmla="*/ 72 h 90"/>
                <a:gd name="T22" fmla="*/ 30 w 114"/>
                <a:gd name="T23" fmla="*/ 64 h 90"/>
                <a:gd name="T24" fmla="*/ 32 w 114"/>
                <a:gd name="T25" fmla="*/ 62 h 90"/>
                <a:gd name="T26" fmla="*/ 34 w 114"/>
                <a:gd name="T27" fmla="*/ 66 h 90"/>
                <a:gd name="T28" fmla="*/ 44 w 114"/>
                <a:gd name="T29" fmla="*/ 68 h 90"/>
                <a:gd name="T30" fmla="*/ 50 w 114"/>
                <a:gd name="T31" fmla="*/ 66 h 90"/>
                <a:gd name="T32" fmla="*/ 58 w 114"/>
                <a:gd name="T33" fmla="*/ 64 h 90"/>
                <a:gd name="T34" fmla="*/ 58 w 114"/>
                <a:gd name="T35" fmla="*/ 68 h 90"/>
                <a:gd name="T36" fmla="*/ 52 w 114"/>
                <a:gd name="T37" fmla="*/ 74 h 90"/>
                <a:gd name="T38" fmla="*/ 34 w 114"/>
                <a:gd name="T39" fmla="*/ 82 h 90"/>
                <a:gd name="T40" fmla="*/ 26 w 114"/>
                <a:gd name="T41" fmla="*/ 88 h 90"/>
                <a:gd name="T42" fmla="*/ 38 w 114"/>
                <a:gd name="T43" fmla="*/ 90 h 90"/>
                <a:gd name="T44" fmla="*/ 74 w 114"/>
                <a:gd name="T45" fmla="*/ 76 h 90"/>
                <a:gd name="T46" fmla="*/ 76 w 114"/>
                <a:gd name="T47" fmla="*/ 72 h 90"/>
                <a:gd name="T48" fmla="*/ 82 w 114"/>
                <a:gd name="T49" fmla="*/ 72 h 90"/>
                <a:gd name="T50" fmla="*/ 86 w 114"/>
                <a:gd name="T51" fmla="*/ 74 h 90"/>
                <a:gd name="T52" fmla="*/ 92 w 114"/>
                <a:gd name="T53" fmla="*/ 72 h 90"/>
                <a:gd name="T54" fmla="*/ 100 w 114"/>
                <a:gd name="T55" fmla="*/ 72 h 90"/>
                <a:gd name="T56" fmla="*/ 110 w 114"/>
                <a:gd name="T57" fmla="*/ 64 h 90"/>
                <a:gd name="T58" fmla="*/ 114 w 114"/>
                <a:gd name="T59" fmla="*/ 38 h 90"/>
                <a:gd name="T60" fmla="*/ 106 w 114"/>
                <a:gd name="T61" fmla="*/ 34 h 90"/>
                <a:gd name="T62" fmla="*/ 98 w 114"/>
                <a:gd name="T63" fmla="*/ 38 h 90"/>
                <a:gd name="T64" fmla="*/ 90 w 114"/>
                <a:gd name="T65" fmla="*/ 32 h 90"/>
                <a:gd name="T66" fmla="*/ 86 w 114"/>
                <a:gd name="T67" fmla="*/ 24 h 90"/>
                <a:gd name="T68" fmla="*/ 82 w 114"/>
                <a:gd name="T69" fmla="*/ 10 h 90"/>
                <a:gd name="T70" fmla="*/ 82 w 114"/>
                <a:gd name="T71" fmla="*/ 0 h 90"/>
                <a:gd name="T72" fmla="*/ 76 w 114"/>
                <a:gd name="T73" fmla="*/ 2 h 90"/>
                <a:gd name="T74" fmla="*/ 66 w 114"/>
                <a:gd name="T75" fmla="*/ 10 h 90"/>
                <a:gd name="T76" fmla="*/ 64 w 114"/>
                <a:gd name="T77" fmla="*/ 22 h 90"/>
                <a:gd name="T78" fmla="*/ 66 w 114"/>
                <a:gd name="T79" fmla="*/ 28 h 90"/>
                <a:gd name="T80" fmla="*/ 68 w 114"/>
                <a:gd name="T81" fmla="*/ 32 h 90"/>
                <a:gd name="T82" fmla="*/ 62 w 114"/>
                <a:gd name="T83" fmla="*/ 42 h 90"/>
                <a:gd name="T84" fmla="*/ 56 w 114"/>
                <a:gd name="T85" fmla="*/ 48 h 90"/>
                <a:gd name="T86" fmla="*/ 54 w 114"/>
                <a:gd name="T87" fmla="*/ 40 h 90"/>
                <a:gd name="T88" fmla="*/ 52 w 114"/>
                <a:gd name="T89" fmla="*/ 30 h 90"/>
                <a:gd name="T90" fmla="*/ 44 w 114"/>
                <a:gd name="T91" fmla="*/ 24 h 90"/>
                <a:gd name="T92" fmla="*/ 36 w 114"/>
                <a:gd name="T93" fmla="*/ 28 h 90"/>
                <a:gd name="T94" fmla="*/ 30 w 114"/>
                <a:gd name="T95" fmla="*/ 20 h 9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14"/>
                <a:gd name="T145" fmla="*/ 0 h 90"/>
                <a:gd name="T146" fmla="*/ 114 w 114"/>
                <a:gd name="T147" fmla="*/ 90 h 9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14" h="90">
                  <a:moveTo>
                    <a:pt x="30" y="20"/>
                  </a:moveTo>
                  <a:lnTo>
                    <a:pt x="30" y="20"/>
                  </a:lnTo>
                  <a:lnTo>
                    <a:pt x="28" y="20"/>
                  </a:lnTo>
                  <a:lnTo>
                    <a:pt x="26" y="18"/>
                  </a:lnTo>
                  <a:lnTo>
                    <a:pt x="22" y="18"/>
                  </a:lnTo>
                  <a:lnTo>
                    <a:pt x="20" y="18"/>
                  </a:lnTo>
                  <a:lnTo>
                    <a:pt x="16" y="18"/>
                  </a:lnTo>
                  <a:lnTo>
                    <a:pt x="14" y="20"/>
                  </a:lnTo>
                  <a:lnTo>
                    <a:pt x="12" y="22"/>
                  </a:lnTo>
                  <a:lnTo>
                    <a:pt x="10" y="28"/>
                  </a:lnTo>
                  <a:lnTo>
                    <a:pt x="10" y="34"/>
                  </a:lnTo>
                  <a:lnTo>
                    <a:pt x="8" y="34"/>
                  </a:lnTo>
                  <a:lnTo>
                    <a:pt x="8" y="36"/>
                  </a:lnTo>
                  <a:lnTo>
                    <a:pt x="8" y="38"/>
                  </a:lnTo>
                  <a:lnTo>
                    <a:pt x="8" y="46"/>
                  </a:lnTo>
                  <a:lnTo>
                    <a:pt x="6" y="48"/>
                  </a:lnTo>
                  <a:lnTo>
                    <a:pt x="4" y="50"/>
                  </a:lnTo>
                  <a:lnTo>
                    <a:pt x="2" y="52"/>
                  </a:lnTo>
                  <a:lnTo>
                    <a:pt x="0" y="54"/>
                  </a:lnTo>
                  <a:lnTo>
                    <a:pt x="0" y="56"/>
                  </a:lnTo>
                  <a:lnTo>
                    <a:pt x="0" y="60"/>
                  </a:lnTo>
                  <a:lnTo>
                    <a:pt x="4" y="62"/>
                  </a:lnTo>
                  <a:lnTo>
                    <a:pt x="8" y="66"/>
                  </a:lnTo>
                  <a:lnTo>
                    <a:pt x="8" y="68"/>
                  </a:lnTo>
                  <a:lnTo>
                    <a:pt x="10" y="70"/>
                  </a:lnTo>
                  <a:lnTo>
                    <a:pt x="12" y="72"/>
                  </a:lnTo>
                  <a:lnTo>
                    <a:pt x="16" y="72"/>
                  </a:lnTo>
                  <a:lnTo>
                    <a:pt x="22" y="72"/>
                  </a:lnTo>
                  <a:lnTo>
                    <a:pt x="24" y="72"/>
                  </a:lnTo>
                  <a:lnTo>
                    <a:pt x="26" y="70"/>
                  </a:lnTo>
                  <a:lnTo>
                    <a:pt x="30" y="68"/>
                  </a:lnTo>
                  <a:lnTo>
                    <a:pt x="30" y="64"/>
                  </a:lnTo>
                  <a:lnTo>
                    <a:pt x="32" y="60"/>
                  </a:lnTo>
                  <a:lnTo>
                    <a:pt x="32" y="62"/>
                  </a:lnTo>
                  <a:lnTo>
                    <a:pt x="32" y="64"/>
                  </a:lnTo>
                  <a:lnTo>
                    <a:pt x="34" y="66"/>
                  </a:lnTo>
                  <a:lnTo>
                    <a:pt x="36" y="68"/>
                  </a:lnTo>
                  <a:lnTo>
                    <a:pt x="40" y="68"/>
                  </a:lnTo>
                  <a:lnTo>
                    <a:pt x="44" y="68"/>
                  </a:lnTo>
                  <a:lnTo>
                    <a:pt x="46" y="68"/>
                  </a:lnTo>
                  <a:lnTo>
                    <a:pt x="48" y="66"/>
                  </a:lnTo>
                  <a:lnTo>
                    <a:pt x="50" y="66"/>
                  </a:lnTo>
                  <a:lnTo>
                    <a:pt x="52" y="64"/>
                  </a:lnTo>
                  <a:lnTo>
                    <a:pt x="54" y="64"/>
                  </a:lnTo>
                  <a:lnTo>
                    <a:pt x="58" y="64"/>
                  </a:lnTo>
                  <a:lnTo>
                    <a:pt x="60" y="66"/>
                  </a:lnTo>
                  <a:lnTo>
                    <a:pt x="58" y="68"/>
                  </a:lnTo>
                  <a:lnTo>
                    <a:pt x="56" y="72"/>
                  </a:lnTo>
                  <a:lnTo>
                    <a:pt x="54" y="72"/>
                  </a:lnTo>
                  <a:lnTo>
                    <a:pt x="52" y="74"/>
                  </a:lnTo>
                  <a:lnTo>
                    <a:pt x="46" y="76"/>
                  </a:lnTo>
                  <a:lnTo>
                    <a:pt x="40" y="78"/>
                  </a:lnTo>
                  <a:lnTo>
                    <a:pt x="34" y="82"/>
                  </a:lnTo>
                  <a:lnTo>
                    <a:pt x="30" y="84"/>
                  </a:lnTo>
                  <a:lnTo>
                    <a:pt x="26" y="86"/>
                  </a:lnTo>
                  <a:lnTo>
                    <a:pt x="26" y="88"/>
                  </a:lnTo>
                  <a:lnTo>
                    <a:pt x="28" y="88"/>
                  </a:lnTo>
                  <a:lnTo>
                    <a:pt x="32" y="88"/>
                  </a:lnTo>
                  <a:lnTo>
                    <a:pt x="38" y="90"/>
                  </a:lnTo>
                  <a:lnTo>
                    <a:pt x="52" y="88"/>
                  </a:lnTo>
                  <a:lnTo>
                    <a:pt x="64" y="80"/>
                  </a:lnTo>
                  <a:lnTo>
                    <a:pt x="74" y="76"/>
                  </a:lnTo>
                  <a:lnTo>
                    <a:pt x="74" y="74"/>
                  </a:lnTo>
                  <a:lnTo>
                    <a:pt x="76" y="72"/>
                  </a:lnTo>
                  <a:lnTo>
                    <a:pt x="78" y="70"/>
                  </a:lnTo>
                  <a:lnTo>
                    <a:pt x="80" y="70"/>
                  </a:lnTo>
                  <a:lnTo>
                    <a:pt x="82" y="72"/>
                  </a:lnTo>
                  <a:lnTo>
                    <a:pt x="84" y="74"/>
                  </a:lnTo>
                  <a:lnTo>
                    <a:pt x="86" y="74"/>
                  </a:lnTo>
                  <a:lnTo>
                    <a:pt x="90" y="74"/>
                  </a:lnTo>
                  <a:lnTo>
                    <a:pt x="92" y="70"/>
                  </a:lnTo>
                  <a:lnTo>
                    <a:pt x="92" y="72"/>
                  </a:lnTo>
                  <a:lnTo>
                    <a:pt x="94" y="72"/>
                  </a:lnTo>
                  <a:lnTo>
                    <a:pt x="98" y="72"/>
                  </a:lnTo>
                  <a:lnTo>
                    <a:pt x="100" y="72"/>
                  </a:lnTo>
                  <a:lnTo>
                    <a:pt x="104" y="72"/>
                  </a:lnTo>
                  <a:lnTo>
                    <a:pt x="108" y="68"/>
                  </a:lnTo>
                  <a:lnTo>
                    <a:pt x="110" y="64"/>
                  </a:lnTo>
                  <a:lnTo>
                    <a:pt x="112" y="56"/>
                  </a:lnTo>
                  <a:lnTo>
                    <a:pt x="114" y="46"/>
                  </a:lnTo>
                  <a:lnTo>
                    <a:pt x="114" y="38"/>
                  </a:lnTo>
                  <a:lnTo>
                    <a:pt x="108" y="34"/>
                  </a:lnTo>
                  <a:lnTo>
                    <a:pt x="106" y="34"/>
                  </a:lnTo>
                  <a:lnTo>
                    <a:pt x="104" y="36"/>
                  </a:lnTo>
                  <a:lnTo>
                    <a:pt x="100" y="38"/>
                  </a:lnTo>
                  <a:lnTo>
                    <a:pt x="98" y="38"/>
                  </a:lnTo>
                  <a:lnTo>
                    <a:pt x="94" y="38"/>
                  </a:lnTo>
                  <a:lnTo>
                    <a:pt x="92" y="36"/>
                  </a:lnTo>
                  <a:lnTo>
                    <a:pt x="90" y="32"/>
                  </a:lnTo>
                  <a:lnTo>
                    <a:pt x="90" y="30"/>
                  </a:lnTo>
                  <a:lnTo>
                    <a:pt x="88" y="28"/>
                  </a:lnTo>
                  <a:lnTo>
                    <a:pt x="86" y="24"/>
                  </a:lnTo>
                  <a:lnTo>
                    <a:pt x="84" y="16"/>
                  </a:lnTo>
                  <a:lnTo>
                    <a:pt x="84" y="14"/>
                  </a:lnTo>
                  <a:lnTo>
                    <a:pt x="82" y="10"/>
                  </a:lnTo>
                  <a:lnTo>
                    <a:pt x="82" y="4"/>
                  </a:lnTo>
                  <a:lnTo>
                    <a:pt x="82" y="2"/>
                  </a:lnTo>
                  <a:lnTo>
                    <a:pt x="82" y="0"/>
                  </a:lnTo>
                  <a:lnTo>
                    <a:pt x="80" y="0"/>
                  </a:lnTo>
                  <a:lnTo>
                    <a:pt x="76" y="2"/>
                  </a:lnTo>
                  <a:lnTo>
                    <a:pt x="72" y="4"/>
                  </a:lnTo>
                  <a:lnTo>
                    <a:pt x="68" y="6"/>
                  </a:lnTo>
                  <a:lnTo>
                    <a:pt x="66" y="10"/>
                  </a:lnTo>
                  <a:lnTo>
                    <a:pt x="64" y="14"/>
                  </a:lnTo>
                  <a:lnTo>
                    <a:pt x="66" y="20"/>
                  </a:lnTo>
                  <a:lnTo>
                    <a:pt x="64" y="22"/>
                  </a:lnTo>
                  <a:lnTo>
                    <a:pt x="64" y="24"/>
                  </a:lnTo>
                  <a:lnTo>
                    <a:pt x="66" y="28"/>
                  </a:lnTo>
                  <a:lnTo>
                    <a:pt x="70" y="30"/>
                  </a:lnTo>
                  <a:lnTo>
                    <a:pt x="68" y="32"/>
                  </a:lnTo>
                  <a:lnTo>
                    <a:pt x="66" y="36"/>
                  </a:lnTo>
                  <a:lnTo>
                    <a:pt x="64" y="38"/>
                  </a:lnTo>
                  <a:lnTo>
                    <a:pt x="62" y="42"/>
                  </a:lnTo>
                  <a:lnTo>
                    <a:pt x="60" y="46"/>
                  </a:lnTo>
                  <a:lnTo>
                    <a:pt x="58" y="48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4" y="44"/>
                  </a:lnTo>
                  <a:lnTo>
                    <a:pt x="54" y="40"/>
                  </a:lnTo>
                  <a:lnTo>
                    <a:pt x="54" y="38"/>
                  </a:lnTo>
                  <a:lnTo>
                    <a:pt x="54" y="34"/>
                  </a:lnTo>
                  <a:lnTo>
                    <a:pt x="52" y="30"/>
                  </a:lnTo>
                  <a:lnTo>
                    <a:pt x="50" y="26"/>
                  </a:lnTo>
                  <a:lnTo>
                    <a:pt x="46" y="24"/>
                  </a:lnTo>
                  <a:lnTo>
                    <a:pt x="44" y="24"/>
                  </a:lnTo>
                  <a:lnTo>
                    <a:pt x="40" y="26"/>
                  </a:lnTo>
                  <a:lnTo>
                    <a:pt x="38" y="26"/>
                  </a:lnTo>
                  <a:lnTo>
                    <a:pt x="36" y="28"/>
                  </a:lnTo>
                  <a:lnTo>
                    <a:pt x="34" y="28"/>
                  </a:lnTo>
                  <a:lnTo>
                    <a:pt x="32" y="26"/>
                  </a:lnTo>
                  <a:lnTo>
                    <a:pt x="30" y="2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97" name="Freeform 359"/>
            <p:cNvSpPr>
              <a:spLocks/>
            </p:cNvSpPr>
            <p:nvPr/>
          </p:nvSpPr>
          <p:spPr bwMode="gray">
            <a:xfrm>
              <a:off x="4199" y="1466"/>
              <a:ext cx="20" cy="48"/>
            </a:xfrm>
            <a:custGeom>
              <a:avLst/>
              <a:gdLst>
                <a:gd name="T0" fmla="*/ 10 w 20"/>
                <a:gd name="T1" fmla="*/ 8 h 48"/>
                <a:gd name="T2" fmla="*/ 10 w 20"/>
                <a:gd name="T3" fmla="*/ 8 h 48"/>
                <a:gd name="T4" fmla="*/ 8 w 20"/>
                <a:gd name="T5" fmla="*/ 6 h 48"/>
                <a:gd name="T6" fmla="*/ 8 w 20"/>
                <a:gd name="T7" fmla="*/ 4 h 48"/>
                <a:gd name="T8" fmla="*/ 6 w 20"/>
                <a:gd name="T9" fmla="*/ 2 h 48"/>
                <a:gd name="T10" fmla="*/ 6 w 20"/>
                <a:gd name="T11" fmla="*/ 0 h 48"/>
                <a:gd name="T12" fmla="*/ 4 w 20"/>
                <a:gd name="T13" fmla="*/ 0 h 48"/>
                <a:gd name="T14" fmla="*/ 4 w 20"/>
                <a:gd name="T15" fmla="*/ 0 h 48"/>
                <a:gd name="T16" fmla="*/ 2 w 20"/>
                <a:gd name="T17" fmla="*/ 2 h 48"/>
                <a:gd name="T18" fmla="*/ 2 w 20"/>
                <a:gd name="T19" fmla="*/ 6 h 48"/>
                <a:gd name="T20" fmla="*/ 2 w 20"/>
                <a:gd name="T21" fmla="*/ 12 h 48"/>
                <a:gd name="T22" fmla="*/ 0 w 20"/>
                <a:gd name="T23" fmla="*/ 22 h 48"/>
                <a:gd name="T24" fmla="*/ 0 w 20"/>
                <a:gd name="T25" fmla="*/ 22 h 48"/>
                <a:gd name="T26" fmla="*/ 2 w 20"/>
                <a:gd name="T27" fmla="*/ 26 h 48"/>
                <a:gd name="T28" fmla="*/ 2 w 20"/>
                <a:gd name="T29" fmla="*/ 28 h 48"/>
                <a:gd name="T30" fmla="*/ 2 w 20"/>
                <a:gd name="T31" fmla="*/ 34 h 48"/>
                <a:gd name="T32" fmla="*/ 4 w 20"/>
                <a:gd name="T33" fmla="*/ 38 h 48"/>
                <a:gd name="T34" fmla="*/ 8 w 20"/>
                <a:gd name="T35" fmla="*/ 42 h 48"/>
                <a:gd name="T36" fmla="*/ 12 w 20"/>
                <a:gd name="T37" fmla="*/ 46 h 48"/>
                <a:gd name="T38" fmla="*/ 18 w 20"/>
                <a:gd name="T39" fmla="*/ 48 h 48"/>
                <a:gd name="T40" fmla="*/ 18 w 20"/>
                <a:gd name="T41" fmla="*/ 48 h 48"/>
                <a:gd name="T42" fmla="*/ 18 w 20"/>
                <a:gd name="T43" fmla="*/ 46 h 48"/>
                <a:gd name="T44" fmla="*/ 20 w 20"/>
                <a:gd name="T45" fmla="*/ 46 h 48"/>
                <a:gd name="T46" fmla="*/ 20 w 20"/>
                <a:gd name="T47" fmla="*/ 44 h 48"/>
                <a:gd name="T48" fmla="*/ 20 w 20"/>
                <a:gd name="T49" fmla="*/ 42 h 48"/>
                <a:gd name="T50" fmla="*/ 20 w 20"/>
                <a:gd name="T51" fmla="*/ 38 h 48"/>
                <a:gd name="T52" fmla="*/ 18 w 20"/>
                <a:gd name="T53" fmla="*/ 32 h 48"/>
                <a:gd name="T54" fmla="*/ 10 w 20"/>
                <a:gd name="T55" fmla="*/ 8 h 4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20"/>
                <a:gd name="T85" fmla="*/ 0 h 48"/>
                <a:gd name="T86" fmla="*/ 20 w 20"/>
                <a:gd name="T87" fmla="*/ 48 h 4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20" h="48">
                  <a:moveTo>
                    <a:pt x="10" y="8"/>
                  </a:moveTo>
                  <a:lnTo>
                    <a:pt x="10" y="8"/>
                  </a:lnTo>
                  <a:lnTo>
                    <a:pt x="8" y="6"/>
                  </a:lnTo>
                  <a:lnTo>
                    <a:pt x="8" y="4"/>
                  </a:lnTo>
                  <a:lnTo>
                    <a:pt x="6" y="2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2" y="6"/>
                  </a:lnTo>
                  <a:lnTo>
                    <a:pt x="2" y="12"/>
                  </a:lnTo>
                  <a:lnTo>
                    <a:pt x="0" y="22"/>
                  </a:lnTo>
                  <a:lnTo>
                    <a:pt x="2" y="26"/>
                  </a:lnTo>
                  <a:lnTo>
                    <a:pt x="2" y="28"/>
                  </a:lnTo>
                  <a:lnTo>
                    <a:pt x="2" y="34"/>
                  </a:lnTo>
                  <a:lnTo>
                    <a:pt x="4" y="38"/>
                  </a:lnTo>
                  <a:lnTo>
                    <a:pt x="8" y="42"/>
                  </a:lnTo>
                  <a:lnTo>
                    <a:pt x="12" y="46"/>
                  </a:lnTo>
                  <a:lnTo>
                    <a:pt x="18" y="48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0" y="44"/>
                  </a:lnTo>
                  <a:lnTo>
                    <a:pt x="20" y="42"/>
                  </a:lnTo>
                  <a:lnTo>
                    <a:pt x="20" y="38"/>
                  </a:lnTo>
                  <a:lnTo>
                    <a:pt x="18" y="32"/>
                  </a:lnTo>
                  <a:lnTo>
                    <a:pt x="10" y="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98" name="Freeform 360"/>
            <p:cNvSpPr>
              <a:spLocks/>
            </p:cNvSpPr>
            <p:nvPr/>
          </p:nvSpPr>
          <p:spPr bwMode="gray">
            <a:xfrm>
              <a:off x="4149" y="1534"/>
              <a:ext cx="74" cy="90"/>
            </a:xfrm>
            <a:custGeom>
              <a:avLst/>
              <a:gdLst>
                <a:gd name="T0" fmla="*/ 16 w 74"/>
                <a:gd name="T1" fmla="*/ 10 h 90"/>
                <a:gd name="T2" fmla="*/ 12 w 74"/>
                <a:gd name="T3" fmla="*/ 8 h 90"/>
                <a:gd name="T4" fmla="*/ 8 w 74"/>
                <a:gd name="T5" fmla="*/ 6 h 90"/>
                <a:gd name="T6" fmla="*/ 2 w 74"/>
                <a:gd name="T7" fmla="*/ 6 h 90"/>
                <a:gd name="T8" fmla="*/ 0 w 74"/>
                <a:gd name="T9" fmla="*/ 10 h 90"/>
                <a:gd name="T10" fmla="*/ 2 w 74"/>
                <a:gd name="T11" fmla="*/ 22 h 90"/>
                <a:gd name="T12" fmla="*/ 4 w 74"/>
                <a:gd name="T13" fmla="*/ 24 h 90"/>
                <a:gd name="T14" fmla="*/ 8 w 74"/>
                <a:gd name="T15" fmla="*/ 34 h 90"/>
                <a:gd name="T16" fmla="*/ 14 w 74"/>
                <a:gd name="T17" fmla="*/ 44 h 90"/>
                <a:gd name="T18" fmla="*/ 16 w 74"/>
                <a:gd name="T19" fmla="*/ 50 h 90"/>
                <a:gd name="T20" fmla="*/ 22 w 74"/>
                <a:gd name="T21" fmla="*/ 50 h 90"/>
                <a:gd name="T22" fmla="*/ 32 w 74"/>
                <a:gd name="T23" fmla="*/ 52 h 90"/>
                <a:gd name="T24" fmla="*/ 36 w 74"/>
                <a:gd name="T25" fmla="*/ 58 h 90"/>
                <a:gd name="T26" fmla="*/ 38 w 74"/>
                <a:gd name="T27" fmla="*/ 70 h 90"/>
                <a:gd name="T28" fmla="*/ 42 w 74"/>
                <a:gd name="T29" fmla="*/ 82 h 90"/>
                <a:gd name="T30" fmla="*/ 52 w 74"/>
                <a:gd name="T31" fmla="*/ 88 h 90"/>
                <a:gd name="T32" fmla="*/ 64 w 74"/>
                <a:gd name="T33" fmla="*/ 90 h 90"/>
                <a:gd name="T34" fmla="*/ 72 w 74"/>
                <a:gd name="T35" fmla="*/ 84 h 90"/>
                <a:gd name="T36" fmla="*/ 74 w 74"/>
                <a:gd name="T37" fmla="*/ 82 h 90"/>
                <a:gd name="T38" fmla="*/ 72 w 74"/>
                <a:gd name="T39" fmla="*/ 84 h 90"/>
                <a:gd name="T40" fmla="*/ 68 w 74"/>
                <a:gd name="T41" fmla="*/ 86 h 90"/>
                <a:gd name="T42" fmla="*/ 64 w 74"/>
                <a:gd name="T43" fmla="*/ 86 h 90"/>
                <a:gd name="T44" fmla="*/ 64 w 74"/>
                <a:gd name="T45" fmla="*/ 82 h 90"/>
                <a:gd name="T46" fmla="*/ 62 w 74"/>
                <a:gd name="T47" fmla="*/ 58 h 90"/>
                <a:gd name="T48" fmla="*/ 58 w 74"/>
                <a:gd name="T49" fmla="*/ 42 h 90"/>
                <a:gd name="T50" fmla="*/ 66 w 74"/>
                <a:gd name="T51" fmla="*/ 26 h 90"/>
                <a:gd name="T52" fmla="*/ 66 w 74"/>
                <a:gd name="T53" fmla="*/ 8 h 90"/>
                <a:gd name="T54" fmla="*/ 60 w 74"/>
                <a:gd name="T55" fmla="*/ 4 h 90"/>
                <a:gd name="T56" fmla="*/ 54 w 74"/>
                <a:gd name="T57" fmla="*/ 2 h 90"/>
                <a:gd name="T58" fmla="*/ 44 w 74"/>
                <a:gd name="T59" fmla="*/ 0 h 90"/>
                <a:gd name="T60" fmla="*/ 38 w 74"/>
                <a:gd name="T61" fmla="*/ 0 h 90"/>
                <a:gd name="T62" fmla="*/ 36 w 74"/>
                <a:gd name="T63" fmla="*/ 6 h 90"/>
                <a:gd name="T64" fmla="*/ 40 w 74"/>
                <a:gd name="T65" fmla="*/ 24 h 90"/>
                <a:gd name="T66" fmla="*/ 44 w 74"/>
                <a:gd name="T67" fmla="*/ 38 h 90"/>
                <a:gd name="T68" fmla="*/ 32 w 74"/>
                <a:gd name="T69" fmla="*/ 32 h 90"/>
                <a:gd name="T70" fmla="*/ 20 w 74"/>
                <a:gd name="T71" fmla="*/ 24 h 90"/>
                <a:gd name="T72" fmla="*/ 16 w 74"/>
                <a:gd name="T73" fmla="*/ 10 h 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74"/>
                <a:gd name="T112" fmla="*/ 0 h 90"/>
                <a:gd name="T113" fmla="*/ 74 w 74"/>
                <a:gd name="T114" fmla="*/ 90 h 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74" h="90">
                  <a:moveTo>
                    <a:pt x="16" y="10"/>
                  </a:moveTo>
                  <a:lnTo>
                    <a:pt x="16" y="10"/>
                  </a:lnTo>
                  <a:lnTo>
                    <a:pt x="14" y="10"/>
                  </a:lnTo>
                  <a:lnTo>
                    <a:pt x="12" y="8"/>
                  </a:lnTo>
                  <a:lnTo>
                    <a:pt x="10" y="6"/>
                  </a:lnTo>
                  <a:lnTo>
                    <a:pt x="8" y="6"/>
                  </a:lnTo>
                  <a:lnTo>
                    <a:pt x="4" y="6"/>
                  </a:lnTo>
                  <a:lnTo>
                    <a:pt x="2" y="6"/>
                  </a:lnTo>
                  <a:lnTo>
                    <a:pt x="2" y="8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2" y="22"/>
                  </a:lnTo>
                  <a:lnTo>
                    <a:pt x="4" y="24"/>
                  </a:lnTo>
                  <a:lnTo>
                    <a:pt x="6" y="28"/>
                  </a:lnTo>
                  <a:lnTo>
                    <a:pt x="8" y="34"/>
                  </a:lnTo>
                  <a:lnTo>
                    <a:pt x="12" y="38"/>
                  </a:lnTo>
                  <a:lnTo>
                    <a:pt x="14" y="44"/>
                  </a:lnTo>
                  <a:lnTo>
                    <a:pt x="16" y="50"/>
                  </a:lnTo>
                  <a:lnTo>
                    <a:pt x="20" y="50"/>
                  </a:lnTo>
                  <a:lnTo>
                    <a:pt x="22" y="50"/>
                  </a:lnTo>
                  <a:lnTo>
                    <a:pt x="28" y="50"/>
                  </a:lnTo>
                  <a:lnTo>
                    <a:pt x="32" y="52"/>
                  </a:lnTo>
                  <a:lnTo>
                    <a:pt x="34" y="54"/>
                  </a:lnTo>
                  <a:lnTo>
                    <a:pt x="36" y="58"/>
                  </a:lnTo>
                  <a:lnTo>
                    <a:pt x="38" y="64"/>
                  </a:lnTo>
                  <a:lnTo>
                    <a:pt x="38" y="70"/>
                  </a:lnTo>
                  <a:lnTo>
                    <a:pt x="40" y="76"/>
                  </a:lnTo>
                  <a:lnTo>
                    <a:pt x="42" y="82"/>
                  </a:lnTo>
                  <a:lnTo>
                    <a:pt x="48" y="86"/>
                  </a:lnTo>
                  <a:lnTo>
                    <a:pt x="52" y="88"/>
                  </a:lnTo>
                  <a:lnTo>
                    <a:pt x="58" y="90"/>
                  </a:lnTo>
                  <a:lnTo>
                    <a:pt x="64" y="90"/>
                  </a:lnTo>
                  <a:lnTo>
                    <a:pt x="68" y="86"/>
                  </a:lnTo>
                  <a:lnTo>
                    <a:pt x="72" y="84"/>
                  </a:lnTo>
                  <a:lnTo>
                    <a:pt x="74" y="84"/>
                  </a:lnTo>
                  <a:lnTo>
                    <a:pt x="74" y="82"/>
                  </a:lnTo>
                  <a:lnTo>
                    <a:pt x="72" y="84"/>
                  </a:lnTo>
                  <a:lnTo>
                    <a:pt x="70" y="84"/>
                  </a:lnTo>
                  <a:lnTo>
                    <a:pt x="68" y="86"/>
                  </a:lnTo>
                  <a:lnTo>
                    <a:pt x="66" y="86"/>
                  </a:lnTo>
                  <a:lnTo>
                    <a:pt x="64" y="86"/>
                  </a:lnTo>
                  <a:lnTo>
                    <a:pt x="64" y="82"/>
                  </a:lnTo>
                  <a:lnTo>
                    <a:pt x="64" y="72"/>
                  </a:lnTo>
                  <a:lnTo>
                    <a:pt x="62" y="58"/>
                  </a:lnTo>
                  <a:lnTo>
                    <a:pt x="56" y="44"/>
                  </a:lnTo>
                  <a:lnTo>
                    <a:pt x="58" y="42"/>
                  </a:lnTo>
                  <a:lnTo>
                    <a:pt x="62" y="34"/>
                  </a:lnTo>
                  <a:lnTo>
                    <a:pt x="66" y="26"/>
                  </a:lnTo>
                  <a:lnTo>
                    <a:pt x="68" y="16"/>
                  </a:lnTo>
                  <a:lnTo>
                    <a:pt x="66" y="8"/>
                  </a:lnTo>
                  <a:lnTo>
                    <a:pt x="60" y="4"/>
                  </a:lnTo>
                  <a:lnTo>
                    <a:pt x="56" y="2"/>
                  </a:lnTo>
                  <a:lnTo>
                    <a:pt x="54" y="2"/>
                  </a:lnTo>
                  <a:lnTo>
                    <a:pt x="50" y="0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6" y="2"/>
                  </a:lnTo>
                  <a:lnTo>
                    <a:pt x="36" y="6"/>
                  </a:lnTo>
                  <a:lnTo>
                    <a:pt x="38" y="14"/>
                  </a:lnTo>
                  <a:lnTo>
                    <a:pt x="40" y="24"/>
                  </a:lnTo>
                  <a:lnTo>
                    <a:pt x="44" y="32"/>
                  </a:lnTo>
                  <a:lnTo>
                    <a:pt x="44" y="38"/>
                  </a:lnTo>
                  <a:lnTo>
                    <a:pt x="38" y="38"/>
                  </a:lnTo>
                  <a:lnTo>
                    <a:pt x="32" y="32"/>
                  </a:lnTo>
                  <a:lnTo>
                    <a:pt x="26" y="28"/>
                  </a:lnTo>
                  <a:lnTo>
                    <a:pt x="20" y="24"/>
                  </a:lnTo>
                  <a:lnTo>
                    <a:pt x="16" y="18"/>
                  </a:lnTo>
                  <a:lnTo>
                    <a:pt x="16" y="1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199" name="Freeform 361"/>
            <p:cNvSpPr>
              <a:spLocks/>
            </p:cNvSpPr>
            <p:nvPr/>
          </p:nvSpPr>
          <p:spPr bwMode="gray">
            <a:xfrm>
              <a:off x="4225" y="1592"/>
              <a:ext cx="44" cy="46"/>
            </a:xfrm>
            <a:custGeom>
              <a:avLst/>
              <a:gdLst>
                <a:gd name="T0" fmla="*/ 10 w 44"/>
                <a:gd name="T1" fmla="*/ 2 h 46"/>
                <a:gd name="T2" fmla="*/ 10 w 44"/>
                <a:gd name="T3" fmla="*/ 2 h 46"/>
                <a:gd name="T4" fmla="*/ 10 w 44"/>
                <a:gd name="T5" fmla="*/ 2 h 46"/>
                <a:gd name="T6" fmla="*/ 8 w 44"/>
                <a:gd name="T7" fmla="*/ 0 h 46"/>
                <a:gd name="T8" fmla="*/ 6 w 44"/>
                <a:gd name="T9" fmla="*/ 0 h 46"/>
                <a:gd name="T10" fmla="*/ 4 w 44"/>
                <a:gd name="T11" fmla="*/ 0 h 46"/>
                <a:gd name="T12" fmla="*/ 4 w 44"/>
                <a:gd name="T13" fmla="*/ 0 h 46"/>
                <a:gd name="T14" fmla="*/ 2 w 44"/>
                <a:gd name="T15" fmla="*/ 2 h 46"/>
                <a:gd name="T16" fmla="*/ 2 w 44"/>
                <a:gd name="T17" fmla="*/ 4 h 46"/>
                <a:gd name="T18" fmla="*/ 4 w 44"/>
                <a:gd name="T19" fmla="*/ 8 h 46"/>
                <a:gd name="T20" fmla="*/ 6 w 44"/>
                <a:gd name="T21" fmla="*/ 12 h 46"/>
                <a:gd name="T22" fmla="*/ 6 w 44"/>
                <a:gd name="T23" fmla="*/ 14 h 46"/>
                <a:gd name="T24" fmla="*/ 4 w 44"/>
                <a:gd name="T25" fmla="*/ 18 h 46"/>
                <a:gd name="T26" fmla="*/ 4 w 44"/>
                <a:gd name="T27" fmla="*/ 22 h 46"/>
                <a:gd name="T28" fmla="*/ 4 w 44"/>
                <a:gd name="T29" fmla="*/ 28 h 46"/>
                <a:gd name="T30" fmla="*/ 2 w 44"/>
                <a:gd name="T31" fmla="*/ 34 h 46"/>
                <a:gd name="T32" fmla="*/ 0 w 44"/>
                <a:gd name="T33" fmla="*/ 38 h 46"/>
                <a:gd name="T34" fmla="*/ 16 w 44"/>
                <a:gd name="T35" fmla="*/ 34 h 46"/>
                <a:gd name="T36" fmla="*/ 24 w 44"/>
                <a:gd name="T37" fmla="*/ 46 h 46"/>
                <a:gd name="T38" fmla="*/ 24 w 44"/>
                <a:gd name="T39" fmla="*/ 44 h 46"/>
                <a:gd name="T40" fmla="*/ 28 w 44"/>
                <a:gd name="T41" fmla="*/ 44 h 46"/>
                <a:gd name="T42" fmla="*/ 32 w 44"/>
                <a:gd name="T43" fmla="*/ 42 h 46"/>
                <a:gd name="T44" fmla="*/ 36 w 44"/>
                <a:gd name="T45" fmla="*/ 40 h 46"/>
                <a:gd name="T46" fmla="*/ 40 w 44"/>
                <a:gd name="T47" fmla="*/ 36 h 46"/>
                <a:gd name="T48" fmla="*/ 40 w 44"/>
                <a:gd name="T49" fmla="*/ 36 h 46"/>
                <a:gd name="T50" fmla="*/ 42 w 44"/>
                <a:gd name="T51" fmla="*/ 32 h 46"/>
                <a:gd name="T52" fmla="*/ 42 w 44"/>
                <a:gd name="T53" fmla="*/ 28 h 46"/>
                <a:gd name="T54" fmla="*/ 44 w 44"/>
                <a:gd name="T55" fmla="*/ 24 h 46"/>
                <a:gd name="T56" fmla="*/ 42 w 44"/>
                <a:gd name="T57" fmla="*/ 18 h 46"/>
                <a:gd name="T58" fmla="*/ 40 w 44"/>
                <a:gd name="T59" fmla="*/ 12 h 46"/>
                <a:gd name="T60" fmla="*/ 38 w 44"/>
                <a:gd name="T61" fmla="*/ 12 h 46"/>
                <a:gd name="T62" fmla="*/ 36 w 44"/>
                <a:gd name="T63" fmla="*/ 10 h 46"/>
                <a:gd name="T64" fmla="*/ 34 w 44"/>
                <a:gd name="T65" fmla="*/ 6 h 46"/>
                <a:gd name="T66" fmla="*/ 30 w 44"/>
                <a:gd name="T67" fmla="*/ 4 h 46"/>
                <a:gd name="T68" fmla="*/ 26 w 44"/>
                <a:gd name="T69" fmla="*/ 0 h 46"/>
                <a:gd name="T70" fmla="*/ 22 w 44"/>
                <a:gd name="T71" fmla="*/ 0 h 46"/>
                <a:gd name="T72" fmla="*/ 16 w 44"/>
                <a:gd name="T73" fmla="*/ 0 h 46"/>
                <a:gd name="T74" fmla="*/ 10 w 44"/>
                <a:gd name="T75" fmla="*/ 2 h 4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44"/>
                <a:gd name="T115" fmla="*/ 0 h 46"/>
                <a:gd name="T116" fmla="*/ 44 w 44"/>
                <a:gd name="T117" fmla="*/ 46 h 4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44" h="46">
                  <a:moveTo>
                    <a:pt x="10" y="2"/>
                  </a:moveTo>
                  <a:lnTo>
                    <a:pt x="10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2" y="4"/>
                  </a:lnTo>
                  <a:lnTo>
                    <a:pt x="4" y="8"/>
                  </a:lnTo>
                  <a:lnTo>
                    <a:pt x="6" y="12"/>
                  </a:lnTo>
                  <a:lnTo>
                    <a:pt x="6" y="14"/>
                  </a:lnTo>
                  <a:lnTo>
                    <a:pt x="4" y="18"/>
                  </a:lnTo>
                  <a:lnTo>
                    <a:pt x="4" y="22"/>
                  </a:lnTo>
                  <a:lnTo>
                    <a:pt x="4" y="28"/>
                  </a:lnTo>
                  <a:lnTo>
                    <a:pt x="2" y="34"/>
                  </a:lnTo>
                  <a:lnTo>
                    <a:pt x="0" y="38"/>
                  </a:lnTo>
                  <a:lnTo>
                    <a:pt x="16" y="34"/>
                  </a:lnTo>
                  <a:lnTo>
                    <a:pt x="24" y="46"/>
                  </a:lnTo>
                  <a:lnTo>
                    <a:pt x="24" y="44"/>
                  </a:lnTo>
                  <a:lnTo>
                    <a:pt x="28" y="44"/>
                  </a:lnTo>
                  <a:lnTo>
                    <a:pt x="32" y="42"/>
                  </a:lnTo>
                  <a:lnTo>
                    <a:pt x="36" y="40"/>
                  </a:lnTo>
                  <a:lnTo>
                    <a:pt x="40" y="36"/>
                  </a:lnTo>
                  <a:lnTo>
                    <a:pt x="42" y="32"/>
                  </a:lnTo>
                  <a:lnTo>
                    <a:pt x="42" y="28"/>
                  </a:lnTo>
                  <a:lnTo>
                    <a:pt x="44" y="24"/>
                  </a:lnTo>
                  <a:lnTo>
                    <a:pt x="42" y="18"/>
                  </a:lnTo>
                  <a:lnTo>
                    <a:pt x="40" y="12"/>
                  </a:lnTo>
                  <a:lnTo>
                    <a:pt x="38" y="12"/>
                  </a:lnTo>
                  <a:lnTo>
                    <a:pt x="36" y="10"/>
                  </a:lnTo>
                  <a:lnTo>
                    <a:pt x="34" y="6"/>
                  </a:lnTo>
                  <a:lnTo>
                    <a:pt x="30" y="4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6" y="0"/>
                  </a:lnTo>
                  <a:lnTo>
                    <a:pt x="10" y="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200" name="Freeform 362"/>
            <p:cNvSpPr>
              <a:spLocks/>
            </p:cNvSpPr>
            <p:nvPr/>
          </p:nvSpPr>
          <p:spPr bwMode="gray">
            <a:xfrm>
              <a:off x="4275" y="1574"/>
              <a:ext cx="168" cy="98"/>
            </a:xfrm>
            <a:custGeom>
              <a:avLst/>
              <a:gdLst>
                <a:gd name="T0" fmla="*/ 10 w 168"/>
                <a:gd name="T1" fmla="*/ 2 h 98"/>
                <a:gd name="T2" fmla="*/ 4 w 168"/>
                <a:gd name="T3" fmla="*/ 0 h 98"/>
                <a:gd name="T4" fmla="*/ 0 w 168"/>
                <a:gd name="T5" fmla="*/ 6 h 98"/>
                <a:gd name="T6" fmla="*/ 4 w 168"/>
                <a:gd name="T7" fmla="*/ 24 h 98"/>
                <a:gd name="T8" fmla="*/ 6 w 168"/>
                <a:gd name="T9" fmla="*/ 28 h 98"/>
                <a:gd name="T10" fmla="*/ 12 w 168"/>
                <a:gd name="T11" fmla="*/ 32 h 98"/>
                <a:gd name="T12" fmla="*/ 26 w 168"/>
                <a:gd name="T13" fmla="*/ 26 h 98"/>
                <a:gd name="T14" fmla="*/ 30 w 168"/>
                <a:gd name="T15" fmla="*/ 24 h 98"/>
                <a:gd name="T16" fmla="*/ 34 w 168"/>
                <a:gd name="T17" fmla="*/ 24 h 98"/>
                <a:gd name="T18" fmla="*/ 38 w 168"/>
                <a:gd name="T19" fmla="*/ 38 h 98"/>
                <a:gd name="T20" fmla="*/ 44 w 168"/>
                <a:gd name="T21" fmla="*/ 72 h 98"/>
                <a:gd name="T22" fmla="*/ 40 w 168"/>
                <a:gd name="T23" fmla="*/ 72 h 98"/>
                <a:gd name="T24" fmla="*/ 38 w 168"/>
                <a:gd name="T25" fmla="*/ 80 h 98"/>
                <a:gd name="T26" fmla="*/ 48 w 168"/>
                <a:gd name="T27" fmla="*/ 88 h 98"/>
                <a:gd name="T28" fmla="*/ 56 w 168"/>
                <a:gd name="T29" fmla="*/ 86 h 98"/>
                <a:gd name="T30" fmla="*/ 58 w 168"/>
                <a:gd name="T31" fmla="*/ 84 h 98"/>
                <a:gd name="T32" fmla="*/ 68 w 168"/>
                <a:gd name="T33" fmla="*/ 86 h 98"/>
                <a:gd name="T34" fmla="*/ 82 w 168"/>
                <a:gd name="T35" fmla="*/ 94 h 98"/>
                <a:gd name="T36" fmla="*/ 118 w 168"/>
                <a:gd name="T37" fmla="*/ 96 h 98"/>
                <a:gd name="T38" fmla="*/ 118 w 168"/>
                <a:gd name="T39" fmla="*/ 92 h 98"/>
                <a:gd name="T40" fmla="*/ 122 w 168"/>
                <a:gd name="T41" fmla="*/ 86 h 98"/>
                <a:gd name="T42" fmla="*/ 134 w 168"/>
                <a:gd name="T43" fmla="*/ 88 h 98"/>
                <a:gd name="T44" fmla="*/ 142 w 168"/>
                <a:gd name="T45" fmla="*/ 92 h 98"/>
                <a:gd name="T46" fmla="*/ 150 w 168"/>
                <a:gd name="T47" fmla="*/ 90 h 98"/>
                <a:gd name="T48" fmla="*/ 154 w 168"/>
                <a:gd name="T49" fmla="*/ 82 h 98"/>
                <a:gd name="T50" fmla="*/ 156 w 168"/>
                <a:gd name="T51" fmla="*/ 76 h 98"/>
                <a:gd name="T52" fmla="*/ 164 w 168"/>
                <a:gd name="T53" fmla="*/ 72 h 98"/>
                <a:gd name="T54" fmla="*/ 164 w 168"/>
                <a:gd name="T55" fmla="*/ 66 h 98"/>
                <a:gd name="T56" fmla="*/ 168 w 168"/>
                <a:gd name="T57" fmla="*/ 62 h 98"/>
                <a:gd name="T58" fmla="*/ 166 w 168"/>
                <a:gd name="T59" fmla="*/ 56 h 98"/>
                <a:gd name="T60" fmla="*/ 150 w 168"/>
                <a:gd name="T61" fmla="*/ 50 h 98"/>
                <a:gd name="T62" fmla="*/ 138 w 168"/>
                <a:gd name="T63" fmla="*/ 48 h 98"/>
                <a:gd name="T64" fmla="*/ 124 w 168"/>
                <a:gd name="T65" fmla="*/ 44 h 98"/>
                <a:gd name="T66" fmla="*/ 110 w 168"/>
                <a:gd name="T67" fmla="*/ 46 h 98"/>
                <a:gd name="T68" fmla="*/ 100 w 168"/>
                <a:gd name="T69" fmla="*/ 50 h 98"/>
                <a:gd name="T70" fmla="*/ 82 w 168"/>
                <a:gd name="T71" fmla="*/ 44 h 98"/>
                <a:gd name="T72" fmla="*/ 60 w 168"/>
                <a:gd name="T73" fmla="*/ 30 h 98"/>
                <a:gd name="T74" fmla="*/ 52 w 168"/>
                <a:gd name="T75" fmla="*/ 24 h 98"/>
                <a:gd name="T76" fmla="*/ 50 w 168"/>
                <a:gd name="T77" fmla="*/ 20 h 98"/>
                <a:gd name="T78" fmla="*/ 50 w 168"/>
                <a:gd name="T79" fmla="*/ 16 h 98"/>
                <a:gd name="T80" fmla="*/ 48 w 168"/>
                <a:gd name="T81" fmla="*/ 10 h 98"/>
                <a:gd name="T82" fmla="*/ 40 w 168"/>
                <a:gd name="T83" fmla="*/ 10 h 98"/>
                <a:gd name="T84" fmla="*/ 36 w 168"/>
                <a:gd name="T85" fmla="*/ 14 h 98"/>
                <a:gd name="T86" fmla="*/ 28 w 168"/>
                <a:gd name="T87" fmla="*/ 12 h 98"/>
                <a:gd name="T88" fmla="*/ 24 w 168"/>
                <a:gd name="T89" fmla="*/ 4 h 98"/>
                <a:gd name="T90" fmla="*/ 12 w 168"/>
                <a:gd name="T91" fmla="*/ 2 h 98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68"/>
                <a:gd name="T139" fmla="*/ 0 h 98"/>
                <a:gd name="T140" fmla="*/ 168 w 168"/>
                <a:gd name="T141" fmla="*/ 98 h 98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68" h="98">
                  <a:moveTo>
                    <a:pt x="12" y="2"/>
                  </a:moveTo>
                  <a:lnTo>
                    <a:pt x="12" y="2"/>
                  </a:lnTo>
                  <a:lnTo>
                    <a:pt x="10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0" y="10"/>
                  </a:lnTo>
                  <a:lnTo>
                    <a:pt x="2" y="16"/>
                  </a:lnTo>
                  <a:lnTo>
                    <a:pt x="4" y="24"/>
                  </a:lnTo>
                  <a:lnTo>
                    <a:pt x="4" y="26"/>
                  </a:lnTo>
                  <a:lnTo>
                    <a:pt x="6" y="28"/>
                  </a:lnTo>
                  <a:lnTo>
                    <a:pt x="6" y="30"/>
                  </a:lnTo>
                  <a:lnTo>
                    <a:pt x="8" y="32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20" y="30"/>
                  </a:lnTo>
                  <a:lnTo>
                    <a:pt x="26" y="26"/>
                  </a:lnTo>
                  <a:lnTo>
                    <a:pt x="28" y="26"/>
                  </a:lnTo>
                  <a:lnTo>
                    <a:pt x="28" y="24"/>
                  </a:lnTo>
                  <a:lnTo>
                    <a:pt x="30" y="24"/>
                  </a:lnTo>
                  <a:lnTo>
                    <a:pt x="32" y="24"/>
                  </a:lnTo>
                  <a:lnTo>
                    <a:pt x="34" y="24"/>
                  </a:lnTo>
                  <a:lnTo>
                    <a:pt x="36" y="28"/>
                  </a:lnTo>
                  <a:lnTo>
                    <a:pt x="36" y="32"/>
                  </a:lnTo>
                  <a:lnTo>
                    <a:pt x="38" y="38"/>
                  </a:lnTo>
                  <a:lnTo>
                    <a:pt x="38" y="48"/>
                  </a:lnTo>
                  <a:lnTo>
                    <a:pt x="44" y="72"/>
                  </a:lnTo>
                  <a:lnTo>
                    <a:pt x="42" y="72"/>
                  </a:lnTo>
                  <a:lnTo>
                    <a:pt x="40" y="72"/>
                  </a:lnTo>
                  <a:lnTo>
                    <a:pt x="38" y="74"/>
                  </a:lnTo>
                  <a:lnTo>
                    <a:pt x="38" y="76"/>
                  </a:lnTo>
                  <a:lnTo>
                    <a:pt x="38" y="80"/>
                  </a:lnTo>
                  <a:lnTo>
                    <a:pt x="40" y="84"/>
                  </a:lnTo>
                  <a:lnTo>
                    <a:pt x="44" y="88"/>
                  </a:lnTo>
                  <a:lnTo>
                    <a:pt x="48" y="88"/>
                  </a:lnTo>
                  <a:lnTo>
                    <a:pt x="50" y="88"/>
                  </a:lnTo>
                  <a:lnTo>
                    <a:pt x="54" y="88"/>
                  </a:lnTo>
                  <a:lnTo>
                    <a:pt x="56" y="86"/>
                  </a:lnTo>
                  <a:lnTo>
                    <a:pt x="58" y="84"/>
                  </a:lnTo>
                  <a:lnTo>
                    <a:pt x="62" y="84"/>
                  </a:lnTo>
                  <a:lnTo>
                    <a:pt x="64" y="84"/>
                  </a:lnTo>
                  <a:lnTo>
                    <a:pt x="68" y="86"/>
                  </a:lnTo>
                  <a:lnTo>
                    <a:pt x="72" y="90"/>
                  </a:lnTo>
                  <a:lnTo>
                    <a:pt x="74" y="92"/>
                  </a:lnTo>
                  <a:lnTo>
                    <a:pt x="82" y="94"/>
                  </a:lnTo>
                  <a:lnTo>
                    <a:pt x="94" y="98"/>
                  </a:lnTo>
                  <a:lnTo>
                    <a:pt x="106" y="96"/>
                  </a:lnTo>
                  <a:lnTo>
                    <a:pt x="118" y="96"/>
                  </a:lnTo>
                  <a:lnTo>
                    <a:pt x="118" y="94"/>
                  </a:lnTo>
                  <a:lnTo>
                    <a:pt x="118" y="92"/>
                  </a:lnTo>
                  <a:lnTo>
                    <a:pt x="120" y="90"/>
                  </a:lnTo>
                  <a:lnTo>
                    <a:pt x="120" y="88"/>
                  </a:lnTo>
                  <a:lnTo>
                    <a:pt x="122" y="86"/>
                  </a:lnTo>
                  <a:lnTo>
                    <a:pt x="124" y="86"/>
                  </a:lnTo>
                  <a:lnTo>
                    <a:pt x="128" y="86"/>
                  </a:lnTo>
                  <a:lnTo>
                    <a:pt x="134" y="88"/>
                  </a:lnTo>
                  <a:lnTo>
                    <a:pt x="140" y="92"/>
                  </a:lnTo>
                  <a:lnTo>
                    <a:pt x="142" y="92"/>
                  </a:lnTo>
                  <a:lnTo>
                    <a:pt x="144" y="92"/>
                  </a:lnTo>
                  <a:lnTo>
                    <a:pt x="148" y="92"/>
                  </a:lnTo>
                  <a:lnTo>
                    <a:pt x="150" y="90"/>
                  </a:lnTo>
                  <a:lnTo>
                    <a:pt x="152" y="88"/>
                  </a:lnTo>
                  <a:lnTo>
                    <a:pt x="154" y="86"/>
                  </a:lnTo>
                  <a:lnTo>
                    <a:pt x="154" y="82"/>
                  </a:lnTo>
                  <a:lnTo>
                    <a:pt x="154" y="76"/>
                  </a:lnTo>
                  <a:lnTo>
                    <a:pt x="156" y="76"/>
                  </a:lnTo>
                  <a:lnTo>
                    <a:pt x="158" y="74"/>
                  </a:lnTo>
                  <a:lnTo>
                    <a:pt x="162" y="74"/>
                  </a:lnTo>
                  <a:lnTo>
                    <a:pt x="164" y="72"/>
                  </a:lnTo>
                  <a:lnTo>
                    <a:pt x="164" y="70"/>
                  </a:lnTo>
                  <a:lnTo>
                    <a:pt x="164" y="66"/>
                  </a:lnTo>
                  <a:lnTo>
                    <a:pt x="166" y="64"/>
                  </a:lnTo>
                  <a:lnTo>
                    <a:pt x="168" y="62"/>
                  </a:lnTo>
                  <a:lnTo>
                    <a:pt x="168" y="60"/>
                  </a:lnTo>
                  <a:lnTo>
                    <a:pt x="168" y="58"/>
                  </a:lnTo>
                  <a:lnTo>
                    <a:pt x="166" y="56"/>
                  </a:lnTo>
                  <a:lnTo>
                    <a:pt x="162" y="54"/>
                  </a:lnTo>
                  <a:lnTo>
                    <a:pt x="158" y="52"/>
                  </a:lnTo>
                  <a:lnTo>
                    <a:pt x="150" y="50"/>
                  </a:lnTo>
                  <a:lnTo>
                    <a:pt x="142" y="48"/>
                  </a:lnTo>
                  <a:lnTo>
                    <a:pt x="140" y="48"/>
                  </a:lnTo>
                  <a:lnTo>
                    <a:pt x="138" y="48"/>
                  </a:lnTo>
                  <a:lnTo>
                    <a:pt x="134" y="46"/>
                  </a:lnTo>
                  <a:lnTo>
                    <a:pt x="130" y="44"/>
                  </a:lnTo>
                  <a:lnTo>
                    <a:pt x="124" y="44"/>
                  </a:lnTo>
                  <a:lnTo>
                    <a:pt x="118" y="44"/>
                  </a:lnTo>
                  <a:lnTo>
                    <a:pt x="110" y="44"/>
                  </a:lnTo>
                  <a:lnTo>
                    <a:pt x="110" y="46"/>
                  </a:lnTo>
                  <a:lnTo>
                    <a:pt x="108" y="46"/>
                  </a:lnTo>
                  <a:lnTo>
                    <a:pt x="106" y="48"/>
                  </a:lnTo>
                  <a:lnTo>
                    <a:pt x="100" y="50"/>
                  </a:lnTo>
                  <a:lnTo>
                    <a:pt x="96" y="50"/>
                  </a:lnTo>
                  <a:lnTo>
                    <a:pt x="90" y="48"/>
                  </a:lnTo>
                  <a:lnTo>
                    <a:pt x="82" y="44"/>
                  </a:lnTo>
                  <a:lnTo>
                    <a:pt x="62" y="32"/>
                  </a:lnTo>
                  <a:lnTo>
                    <a:pt x="60" y="30"/>
                  </a:lnTo>
                  <a:lnTo>
                    <a:pt x="58" y="26"/>
                  </a:lnTo>
                  <a:lnTo>
                    <a:pt x="56" y="24"/>
                  </a:lnTo>
                  <a:lnTo>
                    <a:pt x="52" y="24"/>
                  </a:lnTo>
                  <a:lnTo>
                    <a:pt x="52" y="22"/>
                  </a:lnTo>
                  <a:lnTo>
                    <a:pt x="50" y="22"/>
                  </a:lnTo>
                  <a:lnTo>
                    <a:pt x="50" y="20"/>
                  </a:lnTo>
                  <a:lnTo>
                    <a:pt x="50" y="18"/>
                  </a:lnTo>
                  <a:lnTo>
                    <a:pt x="50" y="16"/>
                  </a:lnTo>
                  <a:lnTo>
                    <a:pt x="50" y="14"/>
                  </a:lnTo>
                  <a:lnTo>
                    <a:pt x="50" y="10"/>
                  </a:lnTo>
                  <a:lnTo>
                    <a:pt x="48" y="10"/>
                  </a:lnTo>
                  <a:lnTo>
                    <a:pt x="46" y="8"/>
                  </a:lnTo>
                  <a:lnTo>
                    <a:pt x="42" y="8"/>
                  </a:lnTo>
                  <a:lnTo>
                    <a:pt x="40" y="10"/>
                  </a:lnTo>
                  <a:lnTo>
                    <a:pt x="38" y="12"/>
                  </a:lnTo>
                  <a:lnTo>
                    <a:pt x="36" y="14"/>
                  </a:lnTo>
                  <a:lnTo>
                    <a:pt x="32" y="14"/>
                  </a:lnTo>
                  <a:lnTo>
                    <a:pt x="30" y="14"/>
                  </a:lnTo>
                  <a:lnTo>
                    <a:pt x="28" y="12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24" y="4"/>
                  </a:lnTo>
                  <a:lnTo>
                    <a:pt x="22" y="2"/>
                  </a:lnTo>
                  <a:lnTo>
                    <a:pt x="18" y="2"/>
                  </a:lnTo>
                  <a:lnTo>
                    <a:pt x="12" y="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201" name="Freeform 363"/>
            <p:cNvSpPr>
              <a:spLocks/>
            </p:cNvSpPr>
            <p:nvPr/>
          </p:nvSpPr>
          <p:spPr bwMode="gray">
            <a:xfrm>
              <a:off x="4185" y="1370"/>
              <a:ext cx="88" cy="102"/>
            </a:xfrm>
            <a:custGeom>
              <a:avLst/>
              <a:gdLst>
                <a:gd name="T0" fmla="*/ 30 w 88"/>
                <a:gd name="T1" fmla="*/ 44 h 102"/>
                <a:gd name="T2" fmla="*/ 26 w 88"/>
                <a:gd name="T3" fmla="*/ 38 h 102"/>
                <a:gd name="T4" fmla="*/ 20 w 88"/>
                <a:gd name="T5" fmla="*/ 32 h 102"/>
                <a:gd name="T6" fmla="*/ 14 w 88"/>
                <a:gd name="T7" fmla="*/ 28 h 102"/>
                <a:gd name="T8" fmla="*/ 8 w 88"/>
                <a:gd name="T9" fmla="*/ 24 h 102"/>
                <a:gd name="T10" fmla="*/ 2 w 88"/>
                <a:gd name="T11" fmla="*/ 16 h 102"/>
                <a:gd name="T12" fmla="*/ 0 w 88"/>
                <a:gd name="T13" fmla="*/ 8 h 102"/>
                <a:gd name="T14" fmla="*/ 8 w 88"/>
                <a:gd name="T15" fmla="*/ 0 h 102"/>
                <a:gd name="T16" fmla="*/ 12 w 88"/>
                <a:gd name="T17" fmla="*/ 0 h 102"/>
                <a:gd name="T18" fmla="*/ 20 w 88"/>
                <a:gd name="T19" fmla="*/ 2 h 102"/>
                <a:gd name="T20" fmla="*/ 28 w 88"/>
                <a:gd name="T21" fmla="*/ 6 h 102"/>
                <a:gd name="T22" fmla="*/ 32 w 88"/>
                <a:gd name="T23" fmla="*/ 16 h 102"/>
                <a:gd name="T24" fmla="*/ 32 w 88"/>
                <a:gd name="T25" fmla="*/ 20 h 102"/>
                <a:gd name="T26" fmla="*/ 36 w 88"/>
                <a:gd name="T27" fmla="*/ 24 h 102"/>
                <a:gd name="T28" fmla="*/ 44 w 88"/>
                <a:gd name="T29" fmla="*/ 26 h 102"/>
                <a:gd name="T30" fmla="*/ 44 w 88"/>
                <a:gd name="T31" fmla="*/ 24 h 102"/>
                <a:gd name="T32" fmla="*/ 44 w 88"/>
                <a:gd name="T33" fmla="*/ 18 h 102"/>
                <a:gd name="T34" fmla="*/ 46 w 88"/>
                <a:gd name="T35" fmla="*/ 12 h 102"/>
                <a:gd name="T36" fmla="*/ 50 w 88"/>
                <a:gd name="T37" fmla="*/ 10 h 102"/>
                <a:gd name="T38" fmla="*/ 60 w 88"/>
                <a:gd name="T39" fmla="*/ 14 h 102"/>
                <a:gd name="T40" fmla="*/ 58 w 88"/>
                <a:gd name="T41" fmla="*/ 20 h 102"/>
                <a:gd name="T42" fmla="*/ 58 w 88"/>
                <a:gd name="T43" fmla="*/ 30 h 102"/>
                <a:gd name="T44" fmla="*/ 60 w 88"/>
                <a:gd name="T45" fmla="*/ 40 h 102"/>
                <a:gd name="T46" fmla="*/ 66 w 88"/>
                <a:gd name="T47" fmla="*/ 46 h 102"/>
                <a:gd name="T48" fmla="*/ 70 w 88"/>
                <a:gd name="T49" fmla="*/ 44 h 102"/>
                <a:gd name="T50" fmla="*/ 76 w 88"/>
                <a:gd name="T51" fmla="*/ 34 h 102"/>
                <a:gd name="T52" fmla="*/ 76 w 88"/>
                <a:gd name="T53" fmla="*/ 32 h 102"/>
                <a:gd name="T54" fmla="*/ 80 w 88"/>
                <a:gd name="T55" fmla="*/ 28 h 102"/>
                <a:gd name="T56" fmla="*/ 82 w 88"/>
                <a:gd name="T57" fmla="*/ 26 h 102"/>
                <a:gd name="T58" fmla="*/ 86 w 88"/>
                <a:gd name="T59" fmla="*/ 28 h 102"/>
                <a:gd name="T60" fmla="*/ 88 w 88"/>
                <a:gd name="T61" fmla="*/ 38 h 102"/>
                <a:gd name="T62" fmla="*/ 86 w 88"/>
                <a:gd name="T63" fmla="*/ 48 h 102"/>
                <a:gd name="T64" fmla="*/ 82 w 88"/>
                <a:gd name="T65" fmla="*/ 68 h 102"/>
                <a:gd name="T66" fmla="*/ 88 w 88"/>
                <a:gd name="T67" fmla="*/ 90 h 102"/>
                <a:gd name="T68" fmla="*/ 88 w 88"/>
                <a:gd name="T69" fmla="*/ 92 h 102"/>
                <a:gd name="T70" fmla="*/ 84 w 88"/>
                <a:gd name="T71" fmla="*/ 98 h 102"/>
                <a:gd name="T72" fmla="*/ 82 w 88"/>
                <a:gd name="T73" fmla="*/ 102 h 102"/>
                <a:gd name="T74" fmla="*/ 78 w 88"/>
                <a:gd name="T75" fmla="*/ 100 h 102"/>
                <a:gd name="T76" fmla="*/ 78 w 88"/>
                <a:gd name="T77" fmla="*/ 96 h 102"/>
                <a:gd name="T78" fmla="*/ 76 w 88"/>
                <a:gd name="T79" fmla="*/ 90 h 102"/>
                <a:gd name="T80" fmla="*/ 76 w 88"/>
                <a:gd name="T81" fmla="*/ 80 h 102"/>
                <a:gd name="T82" fmla="*/ 72 w 88"/>
                <a:gd name="T83" fmla="*/ 76 h 102"/>
                <a:gd name="T84" fmla="*/ 66 w 88"/>
                <a:gd name="T85" fmla="*/ 78 h 102"/>
                <a:gd name="T86" fmla="*/ 60 w 88"/>
                <a:gd name="T87" fmla="*/ 74 h 102"/>
                <a:gd name="T88" fmla="*/ 52 w 88"/>
                <a:gd name="T89" fmla="*/ 70 h 102"/>
                <a:gd name="T90" fmla="*/ 44 w 88"/>
                <a:gd name="T91" fmla="*/ 60 h 10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88"/>
                <a:gd name="T139" fmla="*/ 0 h 102"/>
                <a:gd name="T140" fmla="*/ 88 w 88"/>
                <a:gd name="T141" fmla="*/ 102 h 10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88" h="102">
                  <a:moveTo>
                    <a:pt x="30" y="46"/>
                  </a:moveTo>
                  <a:lnTo>
                    <a:pt x="30" y="44"/>
                  </a:lnTo>
                  <a:lnTo>
                    <a:pt x="28" y="42"/>
                  </a:lnTo>
                  <a:lnTo>
                    <a:pt x="26" y="38"/>
                  </a:lnTo>
                  <a:lnTo>
                    <a:pt x="24" y="34"/>
                  </a:lnTo>
                  <a:lnTo>
                    <a:pt x="20" y="32"/>
                  </a:lnTo>
                  <a:lnTo>
                    <a:pt x="14" y="30"/>
                  </a:lnTo>
                  <a:lnTo>
                    <a:pt x="14" y="28"/>
                  </a:lnTo>
                  <a:lnTo>
                    <a:pt x="12" y="26"/>
                  </a:lnTo>
                  <a:lnTo>
                    <a:pt x="8" y="24"/>
                  </a:lnTo>
                  <a:lnTo>
                    <a:pt x="6" y="20"/>
                  </a:lnTo>
                  <a:lnTo>
                    <a:pt x="2" y="16"/>
                  </a:lnTo>
                  <a:lnTo>
                    <a:pt x="2" y="12"/>
                  </a:lnTo>
                  <a:lnTo>
                    <a:pt x="0" y="8"/>
                  </a:lnTo>
                  <a:lnTo>
                    <a:pt x="4" y="4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0" y="2"/>
                  </a:lnTo>
                  <a:lnTo>
                    <a:pt x="24" y="4"/>
                  </a:lnTo>
                  <a:lnTo>
                    <a:pt x="28" y="6"/>
                  </a:lnTo>
                  <a:lnTo>
                    <a:pt x="30" y="10"/>
                  </a:lnTo>
                  <a:lnTo>
                    <a:pt x="32" y="16"/>
                  </a:lnTo>
                  <a:lnTo>
                    <a:pt x="32" y="18"/>
                  </a:lnTo>
                  <a:lnTo>
                    <a:pt x="32" y="20"/>
                  </a:lnTo>
                  <a:lnTo>
                    <a:pt x="34" y="22"/>
                  </a:lnTo>
                  <a:lnTo>
                    <a:pt x="36" y="24"/>
                  </a:lnTo>
                  <a:lnTo>
                    <a:pt x="40" y="26"/>
                  </a:lnTo>
                  <a:lnTo>
                    <a:pt x="44" y="26"/>
                  </a:lnTo>
                  <a:lnTo>
                    <a:pt x="44" y="24"/>
                  </a:lnTo>
                  <a:lnTo>
                    <a:pt x="44" y="20"/>
                  </a:lnTo>
                  <a:lnTo>
                    <a:pt x="44" y="18"/>
                  </a:lnTo>
                  <a:lnTo>
                    <a:pt x="44" y="14"/>
                  </a:lnTo>
                  <a:lnTo>
                    <a:pt x="46" y="12"/>
                  </a:lnTo>
                  <a:lnTo>
                    <a:pt x="48" y="10"/>
                  </a:lnTo>
                  <a:lnTo>
                    <a:pt x="50" y="10"/>
                  </a:lnTo>
                  <a:lnTo>
                    <a:pt x="54" y="12"/>
                  </a:lnTo>
                  <a:lnTo>
                    <a:pt x="60" y="14"/>
                  </a:lnTo>
                  <a:lnTo>
                    <a:pt x="60" y="16"/>
                  </a:lnTo>
                  <a:lnTo>
                    <a:pt x="58" y="20"/>
                  </a:lnTo>
                  <a:lnTo>
                    <a:pt x="58" y="24"/>
                  </a:lnTo>
                  <a:lnTo>
                    <a:pt x="58" y="30"/>
                  </a:lnTo>
                  <a:lnTo>
                    <a:pt x="60" y="34"/>
                  </a:lnTo>
                  <a:lnTo>
                    <a:pt x="60" y="40"/>
                  </a:lnTo>
                  <a:lnTo>
                    <a:pt x="64" y="44"/>
                  </a:lnTo>
                  <a:lnTo>
                    <a:pt x="66" y="46"/>
                  </a:lnTo>
                  <a:lnTo>
                    <a:pt x="68" y="46"/>
                  </a:lnTo>
                  <a:lnTo>
                    <a:pt x="70" y="44"/>
                  </a:lnTo>
                  <a:lnTo>
                    <a:pt x="72" y="42"/>
                  </a:lnTo>
                  <a:lnTo>
                    <a:pt x="76" y="34"/>
                  </a:lnTo>
                  <a:lnTo>
                    <a:pt x="76" y="32"/>
                  </a:lnTo>
                  <a:lnTo>
                    <a:pt x="78" y="30"/>
                  </a:lnTo>
                  <a:lnTo>
                    <a:pt x="80" y="28"/>
                  </a:lnTo>
                  <a:lnTo>
                    <a:pt x="82" y="26"/>
                  </a:lnTo>
                  <a:lnTo>
                    <a:pt x="84" y="26"/>
                  </a:lnTo>
                  <a:lnTo>
                    <a:pt x="86" y="28"/>
                  </a:lnTo>
                  <a:lnTo>
                    <a:pt x="86" y="32"/>
                  </a:lnTo>
                  <a:lnTo>
                    <a:pt x="88" y="38"/>
                  </a:lnTo>
                  <a:lnTo>
                    <a:pt x="88" y="46"/>
                  </a:lnTo>
                  <a:lnTo>
                    <a:pt x="86" y="48"/>
                  </a:lnTo>
                  <a:lnTo>
                    <a:pt x="84" y="58"/>
                  </a:lnTo>
                  <a:lnTo>
                    <a:pt x="82" y="68"/>
                  </a:lnTo>
                  <a:lnTo>
                    <a:pt x="84" y="80"/>
                  </a:lnTo>
                  <a:lnTo>
                    <a:pt x="88" y="90"/>
                  </a:lnTo>
                  <a:lnTo>
                    <a:pt x="88" y="92"/>
                  </a:lnTo>
                  <a:lnTo>
                    <a:pt x="86" y="96"/>
                  </a:lnTo>
                  <a:lnTo>
                    <a:pt x="84" y="98"/>
                  </a:lnTo>
                  <a:lnTo>
                    <a:pt x="84" y="100"/>
                  </a:lnTo>
                  <a:lnTo>
                    <a:pt x="82" y="102"/>
                  </a:lnTo>
                  <a:lnTo>
                    <a:pt x="80" y="102"/>
                  </a:lnTo>
                  <a:lnTo>
                    <a:pt x="78" y="100"/>
                  </a:lnTo>
                  <a:lnTo>
                    <a:pt x="78" y="96"/>
                  </a:lnTo>
                  <a:lnTo>
                    <a:pt x="76" y="92"/>
                  </a:lnTo>
                  <a:lnTo>
                    <a:pt x="76" y="90"/>
                  </a:lnTo>
                  <a:lnTo>
                    <a:pt x="76" y="86"/>
                  </a:lnTo>
                  <a:lnTo>
                    <a:pt x="76" y="80"/>
                  </a:lnTo>
                  <a:lnTo>
                    <a:pt x="74" y="78"/>
                  </a:lnTo>
                  <a:lnTo>
                    <a:pt x="72" y="76"/>
                  </a:lnTo>
                  <a:lnTo>
                    <a:pt x="68" y="74"/>
                  </a:lnTo>
                  <a:lnTo>
                    <a:pt x="66" y="78"/>
                  </a:lnTo>
                  <a:lnTo>
                    <a:pt x="64" y="76"/>
                  </a:lnTo>
                  <a:lnTo>
                    <a:pt x="60" y="74"/>
                  </a:lnTo>
                  <a:lnTo>
                    <a:pt x="56" y="72"/>
                  </a:lnTo>
                  <a:lnTo>
                    <a:pt x="52" y="70"/>
                  </a:lnTo>
                  <a:lnTo>
                    <a:pt x="46" y="66"/>
                  </a:lnTo>
                  <a:lnTo>
                    <a:pt x="44" y="60"/>
                  </a:lnTo>
                  <a:lnTo>
                    <a:pt x="30" y="4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202" name="Freeform 364"/>
            <p:cNvSpPr>
              <a:spLocks/>
            </p:cNvSpPr>
            <p:nvPr/>
          </p:nvSpPr>
          <p:spPr bwMode="gray">
            <a:xfrm>
              <a:off x="4291" y="1414"/>
              <a:ext cx="38" cy="54"/>
            </a:xfrm>
            <a:custGeom>
              <a:avLst/>
              <a:gdLst>
                <a:gd name="T0" fmla="*/ 16 w 38"/>
                <a:gd name="T1" fmla="*/ 0 h 54"/>
                <a:gd name="T2" fmla="*/ 14 w 38"/>
                <a:gd name="T3" fmla="*/ 0 h 54"/>
                <a:gd name="T4" fmla="*/ 14 w 38"/>
                <a:gd name="T5" fmla="*/ 0 h 54"/>
                <a:gd name="T6" fmla="*/ 12 w 38"/>
                <a:gd name="T7" fmla="*/ 0 h 54"/>
                <a:gd name="T8" fmla="*/ 8 w 38"/>
                <a:gd name="T9" fmla="*/ 2 h 54"/>
                <a:gd name="T10" fmla="*/ 6 w 38"/>
                <a:gd name="T11" fmla="*/ 6 h 54"/>
                <a:gd name="T12" fmla="*/ 4 w 38"/>
                <a:gd name="T13" fmla="*/ 10 h 54"/>
                <a:gd name="T14" fmla="*/ 2 w 38"/>
                <a:gd name="T15" fmla="*/ 16 h 54"/>
                <a:gd name="T16" fmla="*/ 2 w 38"/>
                <a:gd name="T17" fmla="*/ 24 h 54"/>
                <a:gd name="T18" fmla="*/ 0 w 38"/>
                <a:gd name="T19" fmla="*/ 48 h 54"/>
                <a:gd name="T20" fmla="*/ 2 w 38"/>
                <a:gd name="T21" fmla="*/ 48 h 54"/>
                <a:gd name="T22" fmla="*/ 10 w 38"/>
                <a:gd name="T23" fmla="*/ 52 h 54"/>
                <a:gd name="T24" fmla="*/ 18 w 38"/>
                <a:gd name="T25" fmla="*/ 54 h 54"/>
                <a:gd name="T26" fmla="*/ 28 w 38"/>
                <a:gd name="T27" fmla="*/ 54 h 54"/>
                <a:gd name="T28" fmla="*/ 36 w 38"/>
                <a:gd name="T29" fmla="*/ 50 h 54"/>
                <a:gd name="T30" fmla="*/ 38 w 38"/>
                <a:gd name="T31" fmla="*/ 40 h 54"/>
                <a:gd name="T32" fmla="*/ 16 w 38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8"/>
                <a:gd name="T52" fmla="*/ 0 h 54"/>
                <a:gd name="T53" fmla="*/ 38 w 38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8" h="54">
                  <a:moveTo>
                    <a:pt x="16" y="0"/>
                  </a:moveTo>
                  <a:lnTo>
                    <a:pt x="14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6"/>
                  </a:lnTo>
                  <a:lnTo>
                    <a:pt x="4" y="10"/>
                  </a:lnTo>
                  <a:lnTo>
                    <a:pt x="2" y="16"/>
                  </a:lnTo>
                  <a:lnTo>
                    <a:pt x="2" y="24"/>
                  </a:lnTo>
                  <a:lnTo>
                    <a:pt x="0" y="48"/>
                  </a:lnTo>
                  <a:lnTo>
                    <a:pt x="2" y="48"/>
                  </a:lnTo>
                  <a:lnTo>
                    <a:pt x="10" y="52"/>
                  </a:lnTo>
                  <a:lnTo>
                    <a:pt x="18" y="54"/>
                  </a:lnTo>
                  <a:lnTo>
                    <a:pt x="28" y="54"/>
                  </a:lnTo>
                  <a:lnTo>
                    <a:pt x="36" y="50"/>
                  </a:lnTo>
                  <a:lnTo>
                    <a:pt x="38" y="40"/>
                  </a:lnTo>
                  <a:lnTo>
                    <a:pt x="16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203" name="Freeform 365"/>
            <p:cNvSpPr>
              <a:spLocks/>
            </p:cNvSpPr>
            <p:nvPr/>
          </p:nvSpPr>
          <p:spPr bwMode="gray">
            <a:xfrm>
              <a:off x="4417" y="1424"/>
              <a:ext cx="68" cy="146"/>
            </a:xfrm>
            <a:custGeom>
              <a:avLst/>
              <a:gdLst>
                <a:gd name="T0" fmla="*/ 18 w 68"/>
                <a:gd name="T1" fmla="*/ 2 h 146"/>
                <a:gd name="T2" fmla="*/ 16 w 68"/>
                <a:gd name="T3" fmla="*/ 0 h 146"/>
                <a:gd name="T4" fmla="*/ 12 w 68"/>
                <a:gd name="T5" fmla="*/ 0 h 146"/>
                <a:gd name="T6" fmla="*/ 10 w 68"/>
                <a:gd name="T7" fmla="*/ 6 h 146"/>
                <a:gd name="T8" fmla="*/ 12 w 68"/>
                <a:gd name="T9" fmla="*/ 10 h 146"/>
                <a:gd name="T10" fmla="*/ 12 w 68"/>
                <a:gd name="T11" fmla="*/ 16 h 146"/>
                <a:gd name="T12" fmla="*/ 10 w 68"/>
                <a:gd name="T13" fmla="*/ 20 h 146"/>
                <a:gd name="T14" fmla="*/ 6 w 68"/>
                <a:gd name="T15" fmla="*/ 22 h 146"/>
                <a:gd name="T16" fmla="*/ 4 w 68"/>
                <a:gd name="T17" fmla="*/ 32 h 146"/>
                <a:gd name="T18" fmla="*/ 2 w 68"/>
                <a:gd name="T19" fmla="*/ 46 h 146"/>
                <a:gd name="T20" fmla="*/ 2 w 68"/>
                <a:gd name="T21" fmla="*/ 54 h 146"/>
                <a:gd name="T22" fmla="*/ 0 w 68"/>
                <a:gd name="T23" fmla="*/ 58 h 146"/>
                <a:gd name="T24" fmla="*/ 0 w 68"/>
                <a:gd name="T25" fmla="*/ 60 h 146"/>
                <a:gd name="T26" fmla="*/ 0 w 68"/>
                <a:gd name="T27" fmla="*/ 66 h 146"/>
                <a:gd name="T28" fmla="*/ 6 w 68"/>
                <a:gd name="T29" fmla="*/ 78 h 146"/>
                <a:gd name="T30" fmla="*/ 4 w 68"/>
                <a:gd name="T31" fmla="*/ 84 h 146"/>
                <a:gd name="T32" fmla="*/ 8 w 68"/>
                <a:gd name="T33" fmla="*/ 84 h 146"/>
                <a:gd name="T34" fmla="*/ 12 w 68"/>
                <a:gd name="T35" fmla="*/ 88 h 146"/>
                <a:gd name="T36" fmla="*/ 14 w 68"/>
                <a:gd name="T37" fmla="*/ 96 h 146"/>
                <a:gd name="T38" fmla="*/ 14 w 68"/>
                <a:gd name="T39" fmla="*/ 100 h 146"/>
                <a:gd name="T40" fmla="*/ 14 w 68"/>
                <a:gd name="T41" fmla="*/ 106 h 146"/>
                <a:gd name="T42" fmla="*/ 12 w 68"/>
                <a:gd name="T43" fmla="*/ 108 h 146"/>
                <a:gd name="T44" fmla="*/ 12 w 68"/>
                <a:gd name="T45" fmla="*/ 110 h 146"/>
                <a:gd name="T46" fmla="*/ 10 w 68"/>
                <a:gd name="T47" fmla="*/ 116 h 146"/>
                <a:gd name="T48" fmla="*/ 12 w 68"/>
                <a:gd name="T49" fmla="*/ 126 h 146"/>
                <a:gd name="T50" fmla="*/ 10 w 68"/>
                <a:gd name="T51" fmla="*/ 130 h 146"/>
                <a:gd name="T52" fmla="*/ 12 w 68"/>
                <a:gd name="T53" fmla="*/ 136 h 146"/>
                <a:gd name="T54" fmla="*/ 16 w 68"/>
                <a:gd name="T55" fmla="*/ 142 h 146"/>
                <a:gd name="T56" fmla="*/ 26 w 68"/>
                <a:gd name="T57" fmla="*/ 146 h 146"/>
                <a:gd name="T58" fmla="*/ 34 w 68"/>
                <a:gd name="T59" fmla="*/ 146 h 146"/>
                <a:gd name="T60" fmla="*/ 36 w 68"/>
                <a:gd name="T61" fmla="*/ 146 h 146"/>
                <a:gd name="T62" fmla="*/ 40 w 68"/>
                <a:gd name="T63" fmla="*/ 146 h 146"/>
                <a:gd name="T64" fmla="*/ 46 w 68"/>
                <a:gd name="T65" fmla="*/ 142 h 146"/>
                <a:gd name="T66" fmla="*/ 50 w 68"/>
                <a:gd name="T67" fmla="*/ 134 h 146"/>
                <a:gd name="T68" fmla="*/ 52 w 68"/>
                <a:gd name="T69" fmla="*/ 130 h 146"/>
                <a:gd name="T70" fmla="*/ 56 w 68"/>
                <a:gd name="T71" fmla="*/ 120 h 146"/>
                <a:gd name="T72" fmla="*/ 62 w 68"/>
                <a:gd name="T73" fmla="*/ 112 h 146"/>
                <a:gd name="T74" fmla="*/ 64 w 68"/>
                <a:gd name="T75" fmla="*/ 108 h 146"/>
                <a:gd name="T76" fmla="*/ 68 w 68"/>
                <a:gd name="T77" fmla="*/ 100 h 146"/>
                <a:gd name="T78" fmla="*/ 68 w 68"/>
                <a:gd name="T79" fmla="*/ 84 h 146"/>
                <a:gd name="T80" fmla="*/ 66 w 68"/>
                <a:gd name="T81" fmla="*/ 80 h 146"/>
                <a:gd name="T82" fmla="*/ 60 w 68"/>
                <a:gd name="T83" fmla="*/ 78 h 146"/>
                <a:gd name="T84" fmla="*/ 56 w 68"/>
                <a:gd name="T85" fmla="*/ 80 h 146"/>
                <a:gd name="T86" fmla="*/ 54 w 68"/>
                <a:gd name="T87" fmla="*/ 80 h 146"/>
                <a:gd name="T88" fmla="*/ 50 w 68"/>
                <a:gd name="T89" fmla="*/ 80 h 146"/>
                <a:gd name="T90" fmla="*/ 52 w 68"/>
                <a:gd name="T91" fmla="*/ 78 h 146"/>
                <a:gd name="T92" fmla="*/ 54 w 68"/>
                <a:gd name="T93" fmla="*/ 74 h 146"/>
                <a:gd name="T94" fmla="*/ 56 w 68"/>
                <a:gd name="T95" fmla="*/ 72 h 146"/>
                <a:gd name="T96" fmla="*/ 56 w 68"/>
                <a:gd name="T97" fmla="*/ 64 h 146"/>
                <a:gd name="T98" fmla="*/ 56 w 68"/>
                <a:gd name="T99" fmla="*/ 56 h 146"/>
                <a:gd name="T100" fmla="*/ 54 w 68"/>
                <a:gd name="T101" fmla="*/ 48 h 146"/>
                <a:gd name="T102" fmla="*/ 48 w 68"/>
                <a:gd name="T103" fmla="*/ 36 h 146"/>
                <a:gd name="T104" fmla="*/ 42 w 68"/>
                <a:gd name="T105" fmla="*/ 28 h 146"/>
                <a:gd name="T106" fmla="*/ 38 w 68"/>
                <a:gd name="T107" fmla="*/ 22 h 146"/>
                <a:gd name="T108" fmla="*/ 32 w 68"/>
                <a:gd name="T109" fmla="*/ 16 h 146"/>
                <a:gd name="T110" fmla="*/ 26 w 68"/>
                <a:gd name="T111" fmla="*/ 12 h 146"/>
                <a:gd name="T112" fmla="*/ 24 w 68"/>
                <a:gd name="T113" fmla="*/ 10 h 146"/>
                <a:gd name="T114" fmla="*/ 20 w 68"/>
                <a:gd name="T115" fmla="*/ 6 h 146"/>
                <a:gd name="T116" fmla="*/ 20 w 68"/>
                <a:gd name="T117" fmla="*/ 2 h 14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"/>
                <a:gd name="T178" fmla="*/ 0 h 146"/>
                <a:gd name="T179" fmla="*/ 68 w 68"/>
                <a:gd name="T180" fmla="*/ 146 h 14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" h="146">
                  <a:moveTo>
                    <a:pt x="20" y="2"/>
                  </a:moveTo>
                  <a:lnTo>
                    <a:pt x="18" y="2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10" y="6"/>
                  </a:lnTo>
                  <a:lnTo>
                    <a:pt x="10" y="8"/>
                  </a:lnTo>
                  <a:lnTo>
                    <a:pt x="12" y="10"/>
                  </a:lnTo>
                  <a:lnTo>
                    <a:pt x="12" y="12"/>
                  </a:lnTo>
                  <a:lnTo>
                    <a:pt x="12" y="16"/>
                  </a:lnTo>
                  <a:lnTo>
                    <a:pt x="10" y="20"/>
                  </a:lnTo>
                  <a:lnTo>
                    <a:pt x="8" y="20"/>
                  </a:lnTo>
                  <a:lnTo>
                    <a:pt x="6" y="22"/>
                  </a:lnTo>
                  <a:lnTo>
                    <a:pt x="4" y="26"/>
                  </a:lnTo>
                  <a:lnTo>
                    <a:pt x="4" y="32"/>
                  </a:lnTo>
                  <a:lnTo>
                    <a:pt x="2" y="40"/>
                  </a:lnTo>
                  <a:lnTo>
                    <a:pt x="2" y="46"/>
                  </a:lnTo>
                  <a:lnTo>
                    <a:pt x="2" y="52"/>
                  </a:lnTo>
                  <a:lnTo>
                    <a:pt x="2" y="54"/>
                  </a:lnTo>
                  <a:lnTo>
                    <a:pt x="2" y="56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2" y="72"/>
                  </a:lnTo>
                  <a:lnTo>
                    <a:pt x="6" y="78"/>
                  </a:lnTo>
                  <a:lnTo>
                    <a:pt x="2" y="84"/>
                  </a:lnTo>
                  <a:lnTo>
                    <a:pt x="4" y="84"/>
                  </a:lnTo>
                  <a:lnTo>
                    <a:pt x="6" y="84"/>
                  </a:lnTo>
                  <a:lnTo>
                    <a:pt x="8" y="84"/>
                  </a:lnTo>
                  <a:lnTo>
                    <a:pt x="10" y="86"/>
                  </a:lnTo>
                  <a:lnTo>
                    <a:pt x="12" y="88"/>
                  </a:lnTo>
                  <a:lnTo>
                    <a:pt x="14" y="92"/>
                  </a:lnTo>
                  <a:lnTo>
                    <a:pt x="14" y="96"/>
                  </a:lnTo>
                  <a:lnTo>
                    <a:pt x="14" y="98"/>
                  </a:lnTo>
                  <a:lnTo>
                    <a:pt x="14" y="100"/>
                  </a:lnTo>
                  <a:lnTo>
                    <a:pt x="16" y="102"/>
                  </a:lnTo>
                  <a:lnTo>
                    <a:pt x="14" y="106"/>
                  </a:lnTo>
                  <a:lnTo>
                    <a:pt x="14" y="108"/>
                  </a:lnTo>
                  <a:lnTo>
                    <a:pt x="12" y="108"/>
                  </a:lnTo>
                  <a:lnTo>
                    <a:pt x="12" y="110"/>
                  </a:lnTo>
                  <a:lnTo>
                    <a:pt x="10" y="112"/>
                  </a:lnTo>
                  <a:lnTo>
                    <a:pt x="10" y="116"/>
                  </a:lnTo>
                  <a:lnTo>
                    <a:pt x="10" y="120"/>
                  </a:lnTo>
                  <a:lnTo>
                    <a:pt x="12" y="126"/>
                  </a:lnTo>
                  <a:lnTo>
                    <a:pt x="12" y="128"/>
                  </a:lnTo>
                  <a:lnTo>
                    <a:pt x="10" y="130"/>
                  </a:lnTo>
                  <a:lnTo>
                    <a:pt x="10" y="132"/>
                  </a:lnTo>
                  <a:lnTo>
                    <a:pt x="12" y="136"/>
                  </a:lnTo>
                  <a:lnTo>
                    <a:pt x="12" y="140"/>
                  </a:lnTo>
                  <a:lnTo>
                    <a:pt x="16" y="142"/>
                  </a:lnTo>
                  <a:lnTo>
                    <a:pt x="22" y="144"/>
                  </a:lnTo>
                  <a:lnTo>
                    <a:pt x="26" y="146"/>
                  </a:lnTo>
                  <a:lnTo>
                    <a:pt x="30" y="146"/>
                  </a:lnTo>
                  <a:lnTo>
                    <a:pt x="34" y="146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0" y="146"/>
                  </a:lnTo>
                  <a:lnTo>
                    <a:pt x="44" y="144"/>
                  </a:lnTo>
                  <a:lnTo>
                    <a:pt x="46" y="142"/>
                  </a:lnTo>
                  <a:lnTo>
                    <a:pt x="48" y="140"/>
                  </a:lnTo>
                  <a:lnTo>
                    <a:pt x="50" y="134"/>
                  </a:lnTo>
                  <a:lnTo>
                    <a:pt x="52" y="130"/>
                  </a:lnTo>
                  <a:lnTo>
                    <a:pt x="52" y="126"/>
                  </a:lnTo>
                  <a:lnTo>
                    <a:pt x="56" y="120"/>
                  </a:lnTo>
                  <a:lnTo>
                    <a:pt x="58" y="116"/>
                  </a:lnTo>
                  <a:lnTo>
                    <a:pt x="62" y="112"/>
                  </a:lnTo>
                  <a:lnTo>
                    <a:pt x="64" y="110"/>
                  </a:lnTo>
                  <a:lnTo>
                    <a:pt x="64" y="108"/>
                  </a:lnTo>
                  <a:lnTo>
                    <a:pt x="66" y="104"/>
                  </a:lnTo>
                  <a:lnTo>
                    <a:pt x="68" y="100"/>
                  </a:lnTo>
                  <a:lnTo>
                    <a:pt x="68" y="92"/>
                  </a:lnTo>
                  <a:lnTo>
                    <a:pt x="68" y="84"/>
                  </a:lnTo>
                  <a:lnTo>
                    <a:pt x="66" y="80"/>
                  </a:lnTo>
                  <a:lnTo>
                    <a:pt x="62" y="78"/>
                  </a:lnTo>
                  <a:lnTo>
                    <a:pt x="60" y="78"/>
                  </a:lnTo>
                  <a:lnTo>
                    <a:pt x="56" y="80"/>
                  </a:lnTo>
                  <a:lnTo>
                    <a:pt x="54" y="80"/>
                  </a:lnTo>
                  <a:lnTo>
                    <a:pt x="52" y="80"/>
                  </a:lnTo>
                  <a:lnTo>
                    <a:pt x="50" y="80"/>
                  </a:lnTo>
                  <a:lnTo>
                    <a:pt x="52" y="78"/>
                  </a:lnTo>
                  <a:lnTo>
                    <a:pt x="54" y="74"/>
                  </a:lnTo>
                  <a:lnTo>
                    <a:pt x="56" y="72"/>
                  </a:lnTo>
                  <a:lnTo>
                    <a:pt x="56" y="68"/>
                  </a:lnTo>
                  <a:lnTo>
                    <a:pt x="56" y="64"/>
                  </a:lnTo>
                  <a:lnTo>
                    <a:pt x="56" y="58"/>
                  </a:lnTo>
                  <a:lnTo>
                    <a:pt x="56" y="56"/>
                  </a:lnTo>
                  <a:lnTo>
                    <a:pt x="56" y="52"/>
                  </a:lnTo>
                  <a:lnTo>
                    <a:pt x="54" y="48"/>
                  </a:lnTo>
                  <a:lnTo>
                    <a:pt x="52" y="42"/>
                  </a:lnTo>
                  <a:lnTo>
                    <a:pt x="48" y="36"/>
                  </a:lnTo>
                  <a:lnTo>
                    <a:pt x="44" y="30"/>
                  </a:lnTo>
                  <a:lnTo>
                    <a:pt x="42" y="28"/>
                  </a:lnTo>
                  <a:lnTo>
                    <a:pt x="40" y="26"/>
                  </a:lnTo>
                  <a:lnTo>
                    <a:pt x="38" y="22"/>
                  </a:lnTo>
                  <a:lnTo>
                    <a:pt x="36" y="18"/>
                  </a:lnTo>
                  <a:lnTo>
                    <a:pt x="32" y="16"/>
                  </a:lnTo>
                  <a:lnTo>
                    <a:pt x="30" y="14"/>
                  </a:lnTo>
                  <a:lnTo>
                    <a:pt x="26" y="12"/>
                  </a:lnTo>
                  <a:lnTo>
                    <a:pt x="24" y="10"/>
                  </a:lnTo>
                  <a:lnTo>
                    <a:pt x="22" y="8"/>
                  </a:lnTo>
                  <a:lnTo>
                    <a:pt x="20" y="6"/>
                  </a:lnTo>
                  <a:lnTo>
                    <a:pt x="18" y="4"/>
                  </a:lnTo>
                  <a:lnTo>
                    <a:pt x="20" y="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204" name="Freeform 366"/>
            <p:cNvSpPr>
              <a:spLocks/>
            </p:cNvSpPr>
            <p:nvPr/>
          </p:nvSpPr>
          <p:spPr bwMode="gray">
            <a:xfrm>
              <a:off x="4179" y="1838"/>
              <a:ext cx="50" cy="46"/>
            </a:xfrm>
            <a:custGeom>
              <a:avLst/>
              <a:gdLst>
                <a:gd name="T0" fmla="*/ 24 w 50"/>
                <a:gd name="T1" fmla="*/ 18 h 46"/>
                <a:gd name="T2" fmla="*/ 24 w 50"/>
                <a:gd name="T3" fmla="*/ 18 h 46"/>
                <a:gd name="T4" fmla="*/ 22 w 50"/>
                <a:gd name="T5" fmla="*/ 18 h 46"/>
                <a:gd name="T6" fmla="*/ 18 w 50"/>
                <a:gd name="T7" fmla="*/ 18 h 46"/>
                <a:gd name="T8" fmla="*/ 16 w 50"/>
                <a:gd name="T9" fmla="*/ 20 h 46"/>
                <a:gd name="T10" fmla="*/ 12 w 50"/>
                <a:gd name="T11" fmla="*/ 22 h 46"/>
                <a:gd name="T12" fmla="*/ 10 w 50"/>
                <a:gd name="T13" fmla="*/ 24 h 46"/>
                <a:gd name="T14" fmla="*/ 8 w 50"/>
                <a:gd name="T15" fmla="*/ 26 h 46"/>
                <a:gd name="T16" fmla="*/ 8 w 50"/>
                <a:gd name="T17" fmla="*/ 26 h 46"/>
                <a:gd name="T18" fmla="*/ 6 w 50"/>
                <a:gd name="T19" fmla="*/ 26 h 46"/>
                <a:gd name="T20" fmla="*/ 4 w 50"/>
                <a:gd name="T21" fmla="*/ 26 h 46"/>
                <a:gd name="T22" fmla="*/ 2 w 50"/>
                <a:gd name="T23" fmla="*/ 28 h 46"/>
                <a:gd name="T24" fmla="*/ 0 w 50"/>
                <a:gd name="T25" fmla="*/ 30 h 46"/>
                <a:gd name="T26" fmla="*/ 0 w 50"/>
                <a:gd name="T27" fmla="*/ 32 h 46"/>
                <a:gd name="T28" fmla="*/ 0 w 50"/>
                <a:gd name="T29" fmla="*/ 38 h 46"/>
                <a:gd name="T30" fmla="*/ 0 w 50"/>
                <a:gd name="T31" fmla="*/ 38 h 46"/>
                <a:gd name="T32" fmla="*/ 4 w 50"/>
                <a:gd name="T33" fmla="*/ 40 h 46"/>
                <a:gd name="T34" fmla="*/ 6 w 50"/>
                <a:gd name="T35" fmla="*/ 42 h 46"/>
                <a:gd name="T36" fmla="*/ 12 w 50"/>
                <a:gd name="T37" fmla="*/ 44 h 46"/>
                <a:gd name="T38" fmla="*/ 18 w 50"/>
                <a:gd name="T39" fmla="*/ 46 h 46"/>
                <a:gd name="T40" fmla="*/ 24 w 50"/>
                <a:gd name="T41" fmla="*/ 46 h 46"/>
                <a:gd name="T42" fmla="*/ 26 w 50"/>
                <a:gd name="T43" fmla="*/ 46 h 46"/>
                <a:gd name="T44" fmla="*/ 30 w 50"/>
                <a:gd name="T45" fmla="*/ 46 h 46"/>
                <a:gd name="T46" fmla="*/ 34 w 50"/>
                <a:gd name="T47" fmla="*/ 44 h 46"/>
                <a:gd name="T48" fmla="*/ 38 w 50"/>
                <a:gd name="T49" fmla="*/ 44 h 46"/>
                <a:gd name="T50" fmla="*/ 44 w 50"/>
                <a:gd name="T51" fmla="*/ 44 h 46"/>
                <a:gd name="T52" fmla="*/ 48 w 50"/>
                <a:gd name="T53" fmla="*/ 44 h 46"/>
                <a:gd name="T54" fmla="*/ 50 w 50"/>
                <a:gd name="T55" fmla="*/ 46 h 46"/>
                <a:gd name="T56" fmla="*/ 50 w 50"/>
                <a:gd name="T57" fmla="*/ 44 h 46"/>
                <a:gd name="T58" fmla="*/ 48 w 50"/>
                <a:gd name="T59" fmla="*/ 42 h 46"/>
                <a:gd name="T60" fmla="*/ 48 w 50"/>
                <a:gd name="T61" fmla="*/ 36 h 46"/>
                <a:gd name="T62" fmla="*/ 46 w 50"/>
                <a:gd name="T63" fmla="*/ 30 h 46"/>
                <a:gd name="T64" fmla="*/ 44 w 50"/>
                <a:gd name="T65" fmla="*/ 26 h 46"/>
                <a:gd name="T66" fmla="*/ 42 w 50"/>
                <a:gd name="T67" fmla="*/ 24 h 46"/>
                <a:gd name="T68" fmla="*/ 40 w 50"/>
                <a:gd name="T69" fmla="*/ 22 h 46"/>
                <a:gd name="T70" fmla="*/ 40 w 50"/>
                <a:gd name="T71" fmla="*/ 18 h 46"/>
                <a:gd name="T72" fmla="*/ 38 w 50"/>
                <a:gd name="T73" fmla="*/ 14 h 46"/>
                <a:gd name="T74" fmla="*/ 38 w 50"/>
                <a:gd name="T75" fmla="*/ 10 h 46"/>
                <a:gd name="T76" fmla="*/ 36 w 50"/>
                <a:gd name="T77" fmla="*/ 6 h 46"/>
                <a:gd name="T78" fmla="*/ 32 w 50"/>
                <a:gd name="T79" fmla="*/ 2 h 46"/>
                <a:gd name="T80" fmla="*/ 30 w 50"/>
                <a:gd name="T81" fmla="*/ 0 h 46"/>
                <a:gd name="T82" fmla="*/ 26 w 50"/>
                <a:gd name="T83" fmla="*/ 2 h 46"/>
                <a:gd name="T84" fmla="*/ 24 w 50"/>
                <a:gd name="T85" fmla="*/ 18 h 4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0"/>
                <a:gd name="T130" fmla="*/ 0 h 46"/>
                <a:gd name="T131" fmla="*/ 50 w 50"/>
                <a:gd name="T132" fmla="*/ 46 h 4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0" h="46">
                  <a:moveTo>
                    <a:pt x="24" y="18"/>
                  </a:moveTo>
                  <a:lnTo>
                    <a:pt x="24" y="18"/>
                  </a:lnTo>
                  <a:lnTo>
                    <a:pt x="22" y="18"/>
                  </a:lnTo>
                  <a:lnTo>
                    <a:pt x="18" y="18"/>
                  </a:lnTo>
                  <a:lnTo>
                    <a:pt x="16" y="20"/>
                  </a:lnTo>
                  <a:lnTo>
                    <a:pt x="12" y="22"/>
                  </a:lnTo>
                  <a:lnTo>
                    <a:pt x="10" y="24"/>
                  </a:lnTo>
                  <a:lnTo>
                    <a:pt x="8" y="26"/>
                  </a:lnTo>
                  <a:lnTo>
                    <a:pt x="6" y="26"/>
                  </a:lnTo>
                  <a:lnTo>
                    <a:pt x="4" y="26"/>
                  </a:lnTo>
                  <a:lnTo>
                    <a:pt x="2" y="28"/>
                  </a:lnTo>
                  <a:lnTo>
                    <a:pt x="0" y="30"/>
                  </a:lnTo>
                  <a:lnTo>
                    <a:pt x="0" y="32"/>
                  </a:lnTo>
                  <a:lnTo>
                    <a:pt x="0" y="38"/>
                  </a:lnTo>
                  <a:lnTo>
                    <a:pt x="4" y="40"/>
                  </a:lnTo>
                  <a:lnTo>
                    <a:pt x="6" y="42"/>
                  </a:lnTo>
                  <a:lnTo>
                    <a:pt x="12" y="44"/>
                  </a:lnTo>
                  <a:lnTo>
                    <a:pt x="18" y="46"/>
                  </a:lnTo>
                  <a:lnTo>
                    <a:pt x="24" y="46"/>
                  </a:lnTo>
                  <a:lnTo>
                    <a:pt x="26" y="46"/>
                  </a:lnTo>
                  <a:lnTo>
                    <a:pt x="30" y="46"/>
                  </a:lnTo>
                  <a:lnTo>
                    <a:pt x="34" y="44"/>
                  </a:lnTo>
                  <a:lnTo>
                    <a:pt x="38" y="44"/>
                  </a:lnTo>
                  <a:lnTo>
                    <a:pt x="44" y="44"/>
                  </a:lnTo>
                  <a:lnTo>
                    <a:pt x="48" y="44"/>
                  </a:lnTo>
                  <a:lnTo>
                    <a:pt x="50" y="46"/>
                  </a:lnTo>
                  <a:lnTo>
                    <a:pt x="50" y="44"/>
                  </a:lnTo>
                  <a:lnTo>
                    <a:pt x="48" y="42"/>
                  </a:lnTo>
                  <a:lnTo>
                    <a:pt x="48" y="36"/>
                  </a:lnTo>
                  <a:lnTo>
                    <a:pt x="46" y="30"/>
                  </a:lnTo>
                  <a:lnTo>
                    <a:pt x="44" y="26"/>
                  </a:lnTo>
                  <a:lnTo>
                    <a:pt x="42" y="24"/>
                  </a:lnTo>
                  <a:lnTo>
                    <a:pt x="40" y="22"/>
                  </a:lnTo>
                  <a:lnTo>
                    <a:pt x="40" y="18"/>
                  </a:lnTo>
                  <a:lnTo>
                    <a:pt x="38" y="14"/>
                  </a:lnTo>
                  <a:lnTo>
                    <a:pt x="38" y="10"/>
                  </a:lnTo>
                  <a:lnTo>
                    <a:pt x="36" y="6"/>
                  </a:lnTo>
                  <a:lnTo>
                    <a:pt x="32" y="2"/>
                  </a:lnTo>
                  <a:lnTo>
                    <a:pt x="30" y="0"/>
                  </a:lnTo>
                  <a:lnTo>
                    <a:pt x="26" y="2"/>
                  </a:lnTo>
                  <a:lnTo>
                    <a:pt x="24" y="1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205" name="Freeform 367"/>
            <p:cNvSpPr>
              <a:spLocks/>
            </p:cNvSpPr>
            <p:nvPr/>
          </p:nvSpPr>
          <p:spPr bwMode="gray">
            <a:xfrm>
              <a:off x="4431" y="1676"/>
              <a:ext cx="60" cy="44"/>
            </a:xfrm>
            <a:custGeom>
              <a:avLst/>
              <a:gdLst>
                <a:gd name="T0" fmla="*/ 14 w 60"/>
                <a:gd name="T1" fmla="*/ 2 h 44"/>
                <a:gd name="T2" fmla="*/ 14 w 60"/>
                <a:gd name="T3" fmla="*/ 2 h 44"/>
                <a:gd name="T4" fmla="*/ 12 w 60"/>
                <a:gd name="T5" fmla="*/ 2 h 44"/>
                <a:gd name="T6" fmla="*/ 10 w 60"/>
                <a:gd name="T7" fmla="*/ 2 h 44"/>
                <a:gd name="T8" fmla="*/ 8 w 60"/>
                <a:gd name="T9" fmla="*/ 2 h 44"/>
                <a:gd name="T10" fmla="*/ 4 w 60"/>
                <a:gd name="T11" fmla="*/ 2 h 44"/>
                <a:gd name="T12" fmla="*/ 2 w 60"/>
                <a:gd name="T13" fmla="*/ 4 h 44"/>
                <a:gd name="T14" fmla="*/ 0 w 60"/>
                <a:gd name="T15" fmla="*/ 8 h 44"/>
                <a:gd name="T16" fmla="*/ 0 w 60"/>
                <a:gd name="T17" fmla="*/ 12 h 44"/>
                <a:gd name="T18" fmla="*/ 0 w 60"/>
                <a:gd name="T19" fmla="*/ 14 h 44"/>
                <a:gd name="T20" fmla="*/ 0 w 60"/>
                <a:gd name="T21" fmla="*/ 16 h 44"/>
                <a:gd name="T22" fmla="*/ 0 w 60"/>
                <a:gd name="T23" fmla="*/ 20 h 44"/>
                <a:gd name="T24" fmla="*/ 0 w 60"/>
                <a:gd name="T25" fmla="*/ 24 h 44"/>
                <a:gd name="T26" fmla="*/ 0 w 60"/>
                <a:gd name="T27" fmla="*/ 28 h 44"/>
                <a:gd name="T28" fmla="*/ 2 w 60"/>
                <a:gd name="T29" fmla="*/ 32 h 44"/>
                <a:gd name="T30" fmla="*/ 4 w 60"/>
                <a:gd name="T31" fmla="*/ 36 h 44"/>
                <a:gd name="T32" fmla="*/ 6 w 60"/>
                <a:gd name="T33" fmla="*/ 38 h 44"/>
                <a:gd name="T34" fmla="*/ 12 w 60"/>
                <a:gd name="T35" fmla="*/ 40 h 44"/>
                <a:gd name="T36" fmla="*/ 12 w 60"/>
                <a:gd name="T37" fmla="*/ 40 h 44"/>
                <a:gd name="T38" fmla="*/ 14 w 60"/>
                <a:gd name="T39" fmla="*/ 42 h 44"/>
                <a:gd name="T40" fmla="*/ 18 w 60"/>
                <a:gd name="T41" fmla="*/ 44 h 44"/>
                <a:gd name="T42" fmla="*/ 22 w 60"/>
                <a:gd name="T43" fmla="*/ 44 h 44"/>
                <a:gd name="T44" fmla="*/ 26 w 60"/>
                <a:gd name="T45" fmla="*/ 42 h 44"/>
                <a:gd name="T46" fmla="*/ 58 w 60"/>
                <a:gd name="T47" fmla="*/ 42 h 44"/>
                <a:gd name="T48" fmla="*/ 60 w 60"/>
                <a:gd name="T49" fmla="*/ 36 h 44"/>
                <a:gd name="T50" fmla="*/ 58 w 60"/>
                <a:gd name="T51" fmla="*/ 34 h 44"/>
                <a:gd name="T52" fmla="*/ 58 w 60"/>
                <a:gd name="T53" fmla="*/ 32 h 44"/>
                <a:gd name="T54" fmla="*/ 58 w 60"/>
                <a:gd name="T55" fmla="*/ 28 h 44"/>
                <a:gd name="T56" fmla="*/ 56 w 60"/>
                <a:gd name="T57" fmla="*/ 22 h 44"/>
                <a:gd name="T58" fmla="*/ 56 w 60"/>
                <a:gd name="T59" fmla="*/ 16 h 44"/>
                <a:gd name="T60" fmla="*/ 54 w 60"/>
                <a:gd name="T61" fmla="*/ 12 h 44"/>
                <a:gd name="T62" fmla="*/ 54 w 60"/>
                <a:gd name="T63" fmla="*/ 8 h 44"/>
                <a:gd name="T64" fmla="*/ 54 w 60"/>
                <a:gd name="T65" fmla="*/ 6 h 44"/>
                <a:gd name="T66" fmla="*/ 52 w 60"/>
                <a:gd name="T67" fmla="*/ 4 h 44"/>
                <a:gd name="T68" fmla="*/ 48 w 60"/>
                <a:gd name="T69" fmla="*/ 0 h 44"/>
                <a:gd name="T70" fmla="*/ 44 w 60"/>
                <a:gd name="T71" fmla="*/ 0 h 44"/>
                <a:gd name="T72" fmla="*/ 38 w 60"/>
                <a:gd name="T73" fmla="*/ 0 h 44"/>
                <a:gd name="T74" fmla="*/ 30 w 60"/>
                <a:gd name="T75" fmla="*/ 2 h 44"/>
                <a:gd name="T76" fmla="*/ 14 w 60"/>
                <a:gd name="T77" fmla="*/ 2 h 4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60"/>
                <a:gd name="T118" fmla="*/ 0 h 44"/>
                <a:gd name="T119" fmla="*/ 60 w 60"/>
                <a:gd name="T120" fmla="*/ 44 h 4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60" h="44">
                  <a:moveTo>
                    <a:pt x="14" y="2"/>
                  </a:moveTo>
                  <a:lnTo>
                    <a:pt x="14" y="2"/>
                  </a:lnTo>
                  <a:lnTo>
                    <a:pt x="12" y="2"/>
                  </a:lnTo>
                  <a:lnTo>
                    <a:pt x="10" y="2"/>
                  </a:lnTo>
                  <a:lnTo>
                    <a:pt x="8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8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0" y="24"/>
                  </a:lnTo>
                  <a:lnTo>
                    <a:pt x="0" y="28"/>
                  </a:lnTo>
                  <a:lnTo>
                    <a:pt x="2" y="32"/>
                  </a:lnTo>
                  <a:lnTo>
                    <a:pt x="4" y="36"/>
                  </a:lnTo>
                  <a:lnTo>
                    <a:pt x="6" y="38"/>
                  </a:lnTo>
                  <a:lnTo>
                    <a:pt x="12" y="40"/>
                  </a:lnTo>
                  <a:lnTo>
                    <a:pt x="14" y="42"/>
                  </a:lnTo>
                  <a:lnTo>
                    <a:pt x="18" y="44"/>
                  </a:lnTo>
                  <a:lnTo>
                    <a:pt x="22" y="44"/>
                  </a:lnTo>
                  <a:lnTo>
                    <a:pt x="26" y="42"/>
                  </a:lnTo>
                  <a:lnTo>
                    <a:pt x="58" y="42"/>
                  </a:lnTo>
                  <a:lnTo>
                    <a:pt x="60" y="36"/>
                  </a:lnTo>
                  <a:lnTo>
                    <a:pt x="58" y="34"/>
                  </a:lnTo>
                  <a:lnTo>
                    <a:pt x="58" y="32"/>
                  </a:lnTo>
                  <a:lnTo>
                    <a:pt x="58" y="28"/>
                  </a:lnTo>
                  <a:lnTo>
                    <a:pt x="56" y="22"/>
                  </a:lnTo>
                  <a:lnTo>
                    <a:pt x="56" y="16"/>
                  </a:lnTo>
                  <a:lnTo>
                    <a:pt x="54" y="12"/>
                  </a:lnTo>
                  <a:lnTo>
                    <a:pt x="54" y="8"/>
                  </a:lnTo>
                  <a:lnTo>
                    <a:pt x="54" y="6"/>
                  </a:lnTo>
                  <a:lnTo>
                    <a:pt x="52" y="4"/>
                  </a:lnTo>
                  <a:lnTo>
                    <a:pt x="48" y="0"/>
                  </a:lnTo>
                  <a:lnTo>
                    <a:pt x="44" y="0"/>
                  </a:lnTo>
                  <a:lnTo>
                    <a:pt x="38" y="0"/>
                  </a:lnTo>
                  <a:lnTo>
                    <a:pt x="30" y="2"/>
                  </a:lnTo>
                  <a:lnTo>
                    <a:pt x="14" y="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206" name="Freeform 368"/>
            <p:cNvSpPr>
              <a:spLocks/>
            </p:cNvSpPr>
            <p:nvPr/>
          </p:nvSpPr>
          <p:spPr bwMode="gray">
            <a:xfrm>
              <a:off x="4473" y="1882"/>
              <a:ext cx="24" cy="32"/>
            </a:xfrm>
            <a:custGeom>
              <a:avLst/>
              <a:gdLst>
                <a:gd name="T0" fmla="*/ 10 w 24"/>
                <a:gd name="T1" fmla="*/ 0 h 32"/>
                <a:gd name="T2" fmla="*/ 10 w 24"/>
                <a:gd name="T3" fmla="*/ 0 h 32"/>
                <a:gd name="T4" fmla="*/ 8 w 24"/>
                <a:gd name="T5" fmla="*/ 0 h 32"/>
                <a:gd name="T6" fmla="*/ 6 w 24"/>
                <a:gd name="T7" fmla="*/ 0 h 32"/>
                <a:gd name="T8" fmla="*/ 4 w 24"/>
                <a:gd name="T9" fmla="*/ 2 h 32"/>
                <a:gd name="T10" fmla="*/ 2 w 24"/>
                <a:gd name="T11" fmla="*/ 4 h 32"/>
                <a:gd name="T12" fmla="*/ 0 w 24"/>
                <a:gd name="T13" fmla="*/ 8 h 32"/>
                <a:gd name="T14" fmla="*/ 0 w 24"/>
                <a:gd name="T15" fmla="*/ 14 h 32"/>
                <a:gd name="T16" fmla="*/ 0 w 24"/>
                <a:gd name="T17" fmla="*/ 16 h 32"/>
                <a:gd name="T18" fmla="*/ 0 w 24"/>
                <a:gd name="T19" fmla="*/ 18 h 32"/>
                <a:gd name="T20" fmla="*/ 0 w 24"/>
                <a:gd name="T21" fmla="*/ 22 h 32"/>
                <a:gd name="T22" fmla="*/ 0 w 24"/>
                <a:gd name="T23" fmla="*/ 26 h 32"/>
                <a:gd name="T24" fmla="*/ 2 w 24"/>
                <a:gd name="T25" fmla="*/ 30 h 32"/>
                <a:gd name="T26" fmla="*/ 6 w 24"/>
                <a:gd name="T27" fmla="*/ 32 h 32"/>
                <a:gd name="T28" fmla="*/ 8 w 24"/>
                <a:gd name="T29" fmla="*/ 32 h 32"/>
                <a:gd name="T30" fmla="*/ 10 w 24"/>
                <a:gd name="T31" fmla="*/ 32 h 32"/>
                <a:gd name="T32" fmla="*/ 12 w 24"/>
                <a:gd name="T33" fmla="*/ 32 h 32"/>
                <a:gd name="T34" fmla="*/ 16 w 24"/>
                <a:gd name="T35" fmla="*/ 32 h 32"/>
                <a:gd name="T36" fmla="*/ 18 w 24"/>
                <a:gd name="T37" fmla="*/ 32 h 32"/>
                <a:gd name="T38" fmla="*/ 22 w 24"/>
                <a:gd name="T39" fmla="*/ 30 h 32"/>
                <a:gd name="T40" fmla="*/ 24 w 24"/>
                <a:gd name="T41" fmla="*/ 28 h 32"/>
                <a:gd name="T42" fmla="*/ 24 w 24"/>
                <a:gd name="T43" fmla="*/ 26 h 32"/>
                <a:gd name="T44" fmla="*/ 24 w 24"/>
                <a:gd name="T45" fmla="*/ 24 h 32"/>
                <a:gd name="T46" fmla="*/ 24 w 24"/>
                <a:gd name="T47" fmla="*/ 22 h 32"/>
                <a:gd name="T48" fmla="*/ 24 w 24"/>
                <a:gd name="T49" fmla="*/ 20 h 32"/>
                <a:gd name="T50" fmla="*/ 24 w 24"/>
                <a:gd name="T51" fmla="*/ 16 h 32"/>
                <a:gd name="T52" fmla="*/ 24 w 24"/>
                <a:gd name="T53" fmla="*/ 12 h 32"/>
                <a:gd name="T54" fmla="*/ 24 w 24"/>
                <a:gd name="T55" fmla="*/ 8 h 32"/>
                <a:gd name="T56" fmla="*/ 22 w 24"/>
                <a:gd name="T57" fmla="*/ 4 h 32"/>
                <a:gd name="T58" fmla="*/ 20 w 24"/>
                <a:gd name="T59" fmla="*/ 2 h 32"/>
                <a:gd name="T60" fmla="*/ 16 w 24"/>
                <a:gd name="T61" fmla="*/ 0 h 32"/>
                <a:gd name="T62" fmla="*/ 10 w 24"/>
                <a:gd name="T63" fmla="*/ 0 h 3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4"/>
                <a:gd name="T97" fmla="*/ 0 h 32"/>
                <a:gd name="T98" fmla="*/ 24 w 24"/>
                <a:gd name="T99" fmla="*/ 32 h 3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4" h="32">
                  <a:moveTo>
                    <a:pt x="10" y="0"/>
                  </a:move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8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0"/>
                  </a:lnTo>
                  <a:lnTo>
                    <a:pt x="6" y="32"/>
                  </a:lnTo>
                  <a:lnTo>
                    <a:pt x="8" y="32"/>
                  </a:lnTo>
                  <a:lnTo>
                    <a:pt x="10" y="32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8" y="32"/>
                  </a:lnTo>
                  <a:lnTo>
                    <a:pt x="22" y="30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24" y="24"/>
                  </a:lnTo>
                  <a:lnTo>
                    <a:pt x="24" y="22"/>
                  </a:lnTo>
                  <a:lnTo>
                    <a:pt x="24" y="20"/>
                  </a:lnTo>
                  <a:lnTo>
                    <a:pt x="24" y="16"/>
                  </a:lnTo>
                  <a:lnTo>
                    <a:pt x="24" y="12"/>
                  </a:lnTo>
                  <a:lnTo>
                    <a:pt x="24" y="8"/>
                  </a:lnTo>
                  <a:lnTo>
                    <a:pt x="22" y="4"/>
                  </a:lnTo>
                  <a:lnTo>
                    <a:pt x="20" y="2"/>
                  </a:lnTo>
                  <a:lnTo>
                    <a:pt x="16" y="0"/>
                  </a:lnTo>
                  <a:lnTo>
                    <a:pt x="10" y="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207" name="Freeform 369"/>
            <p:cNvSpPr>
              <a:spLocks/>
            </p:cNvSpPr>
            <p:nvPr/>
          </p:nvSpPr>
          <p:spPr bwMode="gray">
            <a:xfrm>
              <a:off x="4463" y="1400"/>
              <a:ext cx="228" cy="268"/>
            </a:xfrm>
            <a:custGeom>
              <a:avLst/>
              <a:gdLst>
                <a:gd name="T0" fmla="*/ 206 w 228"/>
                <a:gd name="T1" fmla="*/ 82 h 268"/>
                <a:gd name="T2" fmla="*/ 198 w 228"/>
                <a:gd name="T3" fmla="*/ 84 h 268"/>
                <a:gd name="T4" fmla="*/ 198 w 228"/>
                <a:gd name="T5" fmla="*/ 92 h 268"/>
                <a:gd name="T6" fmla="*/ 204 w 228"/>
                <a:gd name="T7" fmla="*/ 96 h 268"/>
                <a:gd name="T8" fmla="*/ 200 w 228"/>
                <a:gd name="T9" fmla="*/ 104 h 268"/>
                <a:gd name="T10" fmla="*/ 214 w 228"/>
                <a:gd name="T11" fmla="*/ 112 h 268"/>
                <a:gd name="T12" fmla="*/ 188 w 228"/>
                <a:gd name="T13" fmla="*/ 122 h 268"/>
                <a:gd name="T14" fmla="*/ 164 w 228"/>
                <a:gd name="T15" fmla="*/ 138 h 268"/>
                <a:gd name="T16" fmla="*/ 152 w 228"/>
                <a:gd name="T17" fmla="*/ 154 h 268"/>
                <a:gd name="T18" fmla="*/ 140 w 228"/>
                <a:gd name="T19" fmla="*/ 160 h 268"/>
                <a:gd name="T20" fmla="*/ 120 w 228"/>
                <a:gd name="T21" fmla="*/ 174 h 268"/>
                <a:gd name="T22" fmla="*/ 106 w 228"/>
                <a:gd name="T23" fmla="*/ 182 h 268"/>
                <a:gd name="T24" fmla="*/ 116 w 228"/>
                <a:gd name="T25" fmla="*/ 188 h 268"/>
                <a:gd name="T26" fmla="*/ 112 w 228"/>
                <a:gd name="T27" fmla="*/ 198 h 268"/>
                <a:gd name="T28" fmla="*/ 100 w 228"/>
                <a:gd name="T29" fmla="*/ 214 h 268"/>
                <a:gd name="T30" fmla="*/ 82 w 228"/>
                <a:gd name="T31" fmla="*/ 224 h 268"/>
                <a:gd name="T32" fmla="*/ 76 w 228"/>
                <a:gd name="T33" fmla="*/ 238 h 268"/>
                <a:gd name="T34" fmla="*/ 74 w 228"/>
                <a:gd name="T35" fmla="*/ 260 h 268"/>
                <a:gd name="T36" fmla="*/ 54 w 228"/>
                <a:gd name="T37" fmla="*/ 268 h 268"/>
                <a:gd name="T38" fmla="*/ 46 w 228"/>
                <a:gd name="T39" fmla="*/ 258 h 268"/>
                <a:gd name="T40" fmla="*/ 24 w 228"/>
                <a:gd name="T41" fmla="*/ 256 h 268"/>
                <a:gd name="T42" fmla="*/ 2 w 228"/>
                <a:gd name="T43" fmla="*/ 240 h 268"/>
                <a:gd name="T44" fmla="*/ 12 w 228"/>
                <a:gd name="T45" fmla="*/ 222 h 268"/>
                <a:gd name="T46" fmla="*/ 20 w 228"/>
                <a:gd name="T47" fmla="*/ 214 h 268"/>
                <a:gd name="T48" fmla="*/ 26 w 228"/>
                <a:gd name="T49" fmla="*/ 206 h 268"/>
                <a:gd name="T50" fmla="*/ 40 w 228"/>
                <a:gd name="T51" fmla="*/ 218 h 268"/>
                <a:gd name="T52" fmla="*/ 40 w 228"/>
                <a:gd name="T53" fmla="*/ 208 h 268"/>
                <a:gd name="T54" fmla="*/ 38 w 228"/>
                <a:gd name="T55" fmla="*/ 198 h 268"/>
                <a:gd name="T56" fmla="*/ 28 w 228"/>
                <a:gd name="T57" fmla="*/ 198 h 268"/>
                <a:gd name="T58" fmla="*/ 30 w 228"/>
                <a:gd name="T59" fmla="*/ 186 h 268"/>
                <a:gd name="T60" fmla="*/ 42 w 228"/>
                <a:gd name="T61" fmla="*/ 176 h 268"/>
                <a:gd name="T62" fmla="*/ 62 w 228"/>
                <a:gd name="T63" fmla="*/ 168 h 268"/>
                <a:gd name="T64" fmla="*/ 64 w 228"/>
                <a:gd name="T65" fmla="*/ 162 h 268"/>
                <a:gd name="T66" fmla="*/ 54 w 228"/>
                <a:gd name="T67" fmla="*/ 144 h 268"/>
                <a:gd name="T68" fmla="*/ 54 w 228"/>
                <a:gd name="T69" fmla="*/ 126 h 268"/>
                <a:gd name="T70" fmla="*/ 60 w 228"/>
                <a:gd name="T71" fmla="*/ 108 h 268"/>
                <a:gd name="T72" fmla="*/ 72 w 228"/>
                <a:gd name="T73" fmla="*/ 120 h 268"/>
                <a:gd name="T74" fmla="*/ 80 w 228"/>
                <a:gd name="T75" fmla="*/ 138 h 268"/>
                <a:gd name="T76" fmla="*/ 82 w 228"/>
                <a:gd name="T77" fmla="*/ 114 h 268"/>
                <a:gd name="T78" fmla="*/ 104 w 228"/>
                <a:gd name="T79" fmla="*/ 94 h 268"/>
                <a:gd name="T80" fmla="*/ 122 w 228"/>
                <a:gd name="T81" fmla="*/ 88 h 268"/>
                <a:gd name="T82" fmla="*/ 132 w 228"/>
                <a:gd name="T83" fmla="*/ 80 h 268"/>
                <a:gd name="T84" fmla="*/ 86 w 228"/>
                <a:gd name="T85" fmla="*/ 74 h 268"/>
                <a:gd name="T86" fmla="*/ 68 w 228"/>
                <a:gd name="T87" fmla="*/ 72 h 268"/>
                <a:gd name="T88" fmla="*/ 56 w 228"/>
                <a:gd name="T89" fmla="*/ 74 h 268"/>
                <a:gd name="T90" fmla="*/ 44 w 228"/>
                <a:gd name="T91" fmla="*/ 54 h 268"/>
                <a:gd name="T92" fmla="*/ 44 w 228"/>
                <a:gd name="T93" fmla="*/ 40 h 268"/>
                <a:gd name="T94" fmla="*/ 66 w 228"/>
                <a:gd name="T95" fmla="*/ 42 h 268"/>
                <a:gd name="T96" fmla="*/ 78 w 228"/>
                <a:gd name="T97" fmla="*/ 26 h 268"/>
                <a:gd name="T98" fmla="*/ 100 w 228"/>
                <a:gd name="T99" fmla="*/ 18 h 268"/>
                <a:gd name="T100" fmla="*/ 122 w 228"/>
                <a:gd name="T101" fmla="*/ 4 h 268"/>
                <a:gd name="T102" fmla="*/ 160 w 228"/>
                <a:gd name="T103" fmla="*/ 2 h 268"/>
                <a:gd name="T104" fmla="*/ 188 w 228"/>
                <a:gd name="T105" fmla="*/ 6 h 268"/>
                <a:gd name="T106" fmla="*/ 212 w 228"/>
                <a:gd name="T107" fmla="*/ 26 h 268"/>
                <a:gd name="T108" fmla="*/ 216 w 228"/>
                <a:gd name="T109" fmla="*/ 30 h 268"/>
                <a:gd name="T110" fmla="*/ 218 w 228"/>
                <a:gd name="T111" fmla="*/ 64 h 26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228"/>
                <a:gd name="T169" fmla="*/ 0 h 268"/>
                <a:gd name="T170" fmla="*/ 228 w 228"/>
                <a:gd name="T171" fmla="*/ 268 h 268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228" h="268">
                  <a:moveTo>
                    <a:pt x="222" y="68"/>
                  </a:moveTo>
                  <a:lnTo>
                    <a:pt x="228" y="80"/>
                  </a:lnTo>
                  <a:lnTo>
                    <a:pt x="222" y="82"/>
                  </a:lnTo>
                  <a:lnTo>
                    <a:pt x="216" y="84"/>
                  </a:lnTo>
                  <a:lnTo>
                    <a:pt x="212" y="84"/>
                  </a:lnTo>
                  <a:lnTo>
                    <a:pt x="208" y="82"/>
                  </a:lnTo>
                  <a:lnTo>
                    <a:pt x="206" y="82"/>
                  </a:lnTo>
                  <a:lnTo>
                    <a:pt x="204" y="80"/>
                  </a:lnTo>
                  <a:lnTo>
                    <a:pt x="200" y="80"/>
                  </a:lnTo>
                  <a:lnTo>
                    <a:pt x="198" y="80"/>
                  </a:lnTo>
                  <a:lnTo>
                    <a:pt x="196" y="80"/>
                  </a:lnTo>
                  <a:lnTo>
                    <a:pt x="196" y="82"/>
                  </a:lnTo>
                  <a:lnTo>
                    <a:pt x="196" y="84"/>
                  </a:lnTo>
                  <a:lnTo>
                    <a:pt x="198" y="84"/>
                  </a:lnTo>
                  <a:lnTo>
                    <a:pt x="200" y="86"/>
                  </a:lnTo>
                  <a:lnTo>
                    <a:pt x="200" y="88"/>
                  </a:lnTo>
                  <a:lnTo>
                    <a:pt x="202" y="90"/>
                  </a:lnTo>
                  <a:lnTo>
                    <a:pt x="200" y="92"/>
                  </a:lnTo>
                  <a:lnTo>
                    <a:pt x="198" y="92"/>
                  </a:lnTo>
                  <a:lnTo>
                    <a:pt x="196" y="92"/>
                  </a:lnTo>
                  <a:lnTo>
                    <a:pt x="194" y="92"/>
                  </a:lnTo>
                  <a:lnTo>
                    <a:pt x="192" y="94"/>
                  </a:lnTo>
                  <a:lnTo>
                    <a:pt x="192" y="96"/>
                  </a:lnTo>
                  <a:lnTo>
                    <a:pt x="204" y="96"/>
                  </a:lnTo>
                  <a:lnTo>
                    <a:pt x="208" y="98"/>
                  </a:lnTo>
                  <a:lnTo>
                    <a:pt x="206" y="100"/>
                  </a:lnTo>
                  <a:lnTo>
                    <a:pt x="204" y="102"/>
                  </a:lnTo>
                  <a:lnTo>
                    <a:pt x="202" y="102"/>
                  </a:lnTo>
                  <a:lnTo>
                    <a:pt x="200" y="104"/>
                  </a:lnTo>
                  <a:lnTo>
                    <a:pt x="200" y="106"/>
                  </a:lnTo>
                  <a:lnTo>
                    <a:pt x="202" y="106"/>
                  </a:lnTo>
                  <a:lnTo>
                    <a:pt x="202" y="108"/>
                  </a:lnTo>
                  <a:lnTo>
                    <a:pt x="214" y="106"/>
                  </a:lnTo>
                  <a:lnTo>
                    <a:pt x="216" y="108"/>
                  </a:lnTo>
                  <a:lnTo>
                    <a:pt x="216" y="110"/>
                  </a:lnTo>
                  <a:lnTo>
                    <a:pt x="214" y="112"/>
                  </a:lnTo>
                  <a:lnTo>
                    <a:pt x="212" y="114"/>
                  </a:lnTo>
                  <a:lnTo>
                    <a:pt x="210" y="114"/>
                  </a:lnTo>
                  <a:lnTo>
                    <a:pt x="208" y="114"/>
                  </a:lnTo>
                  <a:lnTo>
                    <a:pt x="200" y="116"/>
                  </a:lnTo>
                  <a:lnTo>
                    <a:pt x="194" y="118"/>
                  </a:lnTo>
                  <a:lnTo>
                    <a:pt x="188" y="122"/>
                  </a:lnTo>
                  <a:lnTo>
                    <a:pt x="186" y="124"/>
                  </a:lnTo>
                  <a:lnTo>
                    <a:pt x="184" y="126"/>
                  </a:lnTo>
                  <a:lnTo>
                    <a:pt x="182" y="128"/>
                  </a:lnTo>
                  <a:lnTo>
                    <a:pt x="176" y="134"/>
                  </a:lnTo>
                  <a:lnTo>
                    <a:pt x="172" y="136"/>
                  </a:lnTo>
                  <a:lnTo>
                    <a:pt x="166" y="138"/>
                  </a:lnTo>
                  <a:lnTo>
                    <a:pt x="164" y="138"/>
                  </a:lnTo>
                  <a:lnTo>
                    <a:pt x="162" y="138"/>
                  </a:lnTo>
                  <a:lnTo>
                    <a:pt x="166" y="142"/>
                  </a:lnTo>
                  <a:lnTo>
                    <a:pt x="160" y="148"/>
                  </a:lnTo>
                  <a:lnTo>
                    <a:pt x="158" y="150"/>
                  </a:lnTo>
                  <a:lnTo>
                    <a:pt x="154" y="152"/>
                  </a:lnTo>
                  <a:lnTo>
                    <a:pt x="152" y="152"/>
                  </a:lnTo>
                  <a:lnTo>
                    <a:pt x="152" y="154"/>
                  </a:lnTo>
                  <a:lnTo>
                    <a:pt x="154" y="156"/>
                  </a:lnTo>
                  <a:lnTo>
                    <a:pt x="154" y="158"/>
                  </a:lnTo>
                  <a:lnTo>
                    <a:pt x="152" y="160"/>
                  </a:lnTo>
                  <a:lnTo>
                    <a:pt x="150" y="162"/>
                  </a:lnTo>
                  <a:lnTo>
                    <a:pt x="148" y="164"/>
                  </a:lnTo>
                  <a:lnTo>
                    <a:pt x="146" y="164"/>
                  </a:lnTo>
                  <a:lnTo>
                    <a:pt x="140" y="160"/>
                  </a:lnTo>
                  <a:lnTo>
                    <a:pt x="132" y="166"/>
                  </a:lnTo>
                  <a:lnTo>
                    <a:pt x="130" y="164"/>
                  </a:lnTo>
                  <a:lnTo>
                    <a:pt x="128" y="164"/>
                  </a:lnTo>
                  <a:lnTo>
                    <a:pt x="124" y="168"/>
                  </a:lnTo>
                  <a:lnTo>
                    <a:pt x="122" y="170"/>
                  </a:lnTo>
                  <a:lnTo>
                    <a:pt x="120" y="172"/>
                  </a:lnTo>
                  <a:lnTo>
                    <a:pt x="120" y="174"/>
                  </a:lnTo>
                  <a:lnTo>
                    <a:pt x="118" y="176"/>
                  </a:lnTo>
                  <a:lnTo>
                    <a:pt x="116" y="178"/>
                  </a:lnTo>
                  <a:lnTo>
                    <a:pt x="114" y="180"/>
                  </a:lnTo>
                  <a:lnTo>
                    <a:pt x="112" y="180"/>
                  </a:lnTo>
                  <a:lnTo>
                    <a:pt x="108" y="180"/>
                  </a:lnTo>
                  <a:lnTo>
                    <a:pt x="106" y="182"/>
                  </a:lnTo>
                  <a:lnTo>
                    <a:pt x="106" y="184"/>
                  </a:lnTo>
                  <a:lnTo>
                    <a:pt x="106" y="186"/>
                  </a:lnTo>
                  <a:lnTo>
                    <a:pt x="106" y="188"/>
                  </a:lnTo>
                  <a:lnTo>
                    <a:pt x="108" y="186"/>
                  </a:lnTo>
                  <a:lnTo>
                    <a:pt x="112" y="188"/>
                  </a:lnTo>
                  <a:lnTo>
                    <a:pt x="116" y="188"/>
                  </a:lnTo>
                  <a:lnTo>
                    <a:pt x="118" y="190"/>
                  </a:lnTo>
                  <a:lnTo>
                    <a:pt x="120" y="192"/>
                  </a:lnTo>
                  <a:lnTo>
                    <a:pt x="118" y="194"/>
                  </a:lnTo>
                  <a:lnTo>
                    <a:pt x="116" y="196"/>
                  </a:lnTo>
                  <a:lnTo>
                    <a:pt x="114" y="198"/>
                  </a:lnTo>
                  <a:lnTo>
                    <a:pt x="112" y="198"/>
                  </a:lnTo>
                  <a:lnTo>
                    <a:pt x="110" y="200"/>
                  </a:lnTo>
                  <a:lnTo>
                    <a:pt x="110" y="202"/>
                  </a:lnTo>
                  <a:lnTo>
                    <a:pt x="108" y="204"/>
                  </a:lnTo>
                  <a:lnTo>
                    <a:pt x="104" y="206"/>
                  </a:lnTo>
                  <a:lnTo>
                    <a:pt x="102" y="208"/>
                  </a:lnTo>
                  <a:lnTo>
                    <a:pt x="100" y="214"/>
                  </a:lnTo>
                  <a:lnTo>
                    <a:pt x="98" y="218"/>
                  </a:lnTo>
                  <a:lnTo>
                    <a:pt x="96" y="222"/>
                  </a:lnTo>
                  <a:lnTo>
                    <a:pt x="92" y="224"/>
                  </a:lnTo>
                  <a:lnTo>
                    <a:pt x="88" y="224"/>
                  </a:lnTo>
                  <a:lnTo>
                    <a:pt x="86" y="226"/>
                  </a:lnTo>
                  <a:lnTo>
                    <a:pt x="82" y="224"/>
                  </a:lnTo>
                  <a:lnTo>
                    <a:pt x="80" y="224"/>
                  </a:lnTo>
                  <a:lnTo>
                    <a:pt x="78" y="228"/>
                  </a:lnTo>
                  <a:lnTo>
                    <a:pt x="78" y="230"/>
                  </a:lnTo>
                  <a:lnTo>
                    <a:pt x="76" y="234"/>
                  </a:lnTo>
                  <a:lnTo>
                    <a:pt x="76" y="236"/>
                  </a:lnTo>
                  <a:lnTo>
                    <a:pt x="76" y="238"/>
                  </a:lnTo>
                  <a:lnTo>
                    <a:pt x="78" y="242"/>
                  </a:lnTo>
                  <a:lnTo>
                    <a:pt x="78" y="246"/>
                  </a:lnTo>
                  <a:lnTo>
                    <a:pt x="78" y="250"/>
                  </a:lnTo>
                  <a:lnTo>
                    <a:pt x="78" y="256"/>
                  </a:lnTo>
                  <a:lnTo>
                    <a:pt x="76" y="258"/>
                  </a:lnTo>
                  <a:lnTo>
                    <a:pt x="74" y="260"/>
                  </a:lnTo>
                  <a:lnTo>
                    <a:pt x="72" y="262"/>
                  </a:lnTo>
                  <a:lnTo>
                    <a:pt x="70" y="262"/>
                  </a:lnTo>
                  <a:lnTo>
                    <a:pt x="68" y="262"/>
                  </a:lnTo>
                  <a:lnTo>
                    <a:pt x="62" y="266"/>
                  </a:lnTo>
                  <a:lnTo>
                    <a:pt x="58" y="266"/>
                  </a:lnTo>
                  <a:lnTo>
                    <a:pt x="54" y="268"/>
                  </a:lnTo>
                  <a:lnTo>
                    <a:pt x="52" y="266"/>
                  </a:lnTo>
                  <a:lnTo>
                    <a:pt x="50" y="266"/>
                  </a:lnTo>
                  <a:lnTo>
                    <a:pt x="48" y="264"/>
                  </a:lnTo>
                  <a:lnTo>
                    <a:pt x="48" y="262"/>
                  </a:lnTo>
                  <a:lnTo>
                    <a:pt x="46" y="258"/>
                  </a:lnTo>
                  <a:lnTo>
                    <a:pt x="42" y="256"/>
                  </a:lnTo>
                  <a:lnTo>
                    <a:pt x="38" y="254"/>
                  </a:lnTo>
                  <a:lnTo>
                    <a:pt x="36" y="254"/>
                  </a:lnTo>
                  <a:lnTo>
                    <a:pt x="34" y="254"/>
                  </a:lnTo>
                  <a:lnTo>
                    <a:pt x="32" y="254"/>
                  </a:lnTo>
                  <a:lnTo>
                    <a:pt x="28" y="256"/>
                  </a:lnTo>
                  <a:lnTo>
                    <a:pt x="24" y="256"/>
                  </a:lnTo>
                  <a:lnTo>
                    <a:pt x="22" y="254"/>
                  </a:lnTo>
                  <a:lnTo>
                    <a:pt x="20" y="252"/>
                  </a:lnTo>
                  <a:lnTo>
                    <a:pt x="18" y="250"/>
                  </a:lnTo>
                  <a:lnTo>
                    <a:pt x="16" y="250"/>
                  </a:lnTo>
                  <a:lnTo>
                    <a:pt x="10" y="246"/>
                  </a:lnTo>
                  <a:lnTo>
                    <a:pt x="6" y="244"/>
                  </a:lnTo>
                  <a:lnTo>
                    <a:pt x="2" y="240"/>
                  </a:lnTo>
                  <a:lnTo>
                    <a:pt x="2" y="238"/>
                  </a:lnTo>
                  <a:lnTo>
                    <a:pt x="0" y="238"/>
                  </a:lnTo>
                  <a:lnTo>
                    <a:pt x="0" y="236"/>
                  </a:lnTo>
                  <a:lnTo>
                    <a:pt x="4" y="230"/>
                  </a:lnTo>
                  <a:lnTo>
                    <a:pt x="6" y="226"/>
                  </a:lnTo>
                  <a:lnTo>
                    <a:pt x="10" y="224"/>
                  </a:lnTo>
                  <a:lnTo>
                    <a:pt x="12" y="222"/>
                  </a:lnTo>
                  <a:lnTo>
                    <a:pt x="14" y="222"/>
                  </a:lnTo>
                  <a:lnTo>
                    <a:pt x="16" y="222"/>
                  </a:lnTo>
                  <a:lnTo>
                    <a:pt x="20" y="220"/>
                  </a:lnTo>
                  <a:lnTo>
                    <a:pt x="24" y="218"/>
                  </a:lnTo>
                  <a:lnTo>
                    <a:pt x="24" y="216"/>
                  </a:lnTo>
                  <a:lnTo>
                    <a:pt x="22" y="214"/>
                  </a:lnTo>
                  <a:lnTo>
                    <a:pt x="20" y="214"/>
                  </a:lnTo>
                  <a:lnTo>
                    <a:pt x="18" y="214"/>
                  </a:lnTo>
                  <a:lnTo>
                    <a:pt x="18" y="212"/>
                  </a:lnTo>
                  <a:lnTo>
                    <a:pt x="18" y="210"/>
                  </a:lnTo>
                  <a:lnTo>
                    <a:pt x="20" y="208"/>
                  </a:lnTo>
                  <a:lnTo>
                    <a:pt x="22" y="206"/>
                  </a:lnTo>
                  <a:lnTo>
                    <a:pt x="24" y="206"/>
                  </a:lnTo>
                  <a:lnTo>
                    <a:pt x="26" y="206"/>
                  </a:lnTo>
                  <a:lnTo>
                    <a:pt x="28" y="208"/>
                  </a:lnTo>
                  <a:lnTo>
                    <a:pt x="30" y="212"/>
                  </a:lnTo>
                  <a:lnTo>
                    <a:pt x="34" y="216"/>
                  </a:lnTo>
                  <a:lnTo>
                    <a:pt x="36" y="218"/>
                  </a:lnTo>
                  <a:lnTo>
                    <a:pt x="38" y="218"/>
                  </a:lnTo>
                  <a:lnTo>
                    <a:pt x="40" y="218"/>
                  </a:lnTo>
                  <a:lnTo>
                    <a:pt x="42" y="218"/>
                  </a:lnTo>
                  <a:lnTo>
                    <a:pt x="44" y="218"/>
                  </a:lnTo>
                  <a:lnTo>
                    <a:pt x="44" y="216"/>
                  </a:lnTo>
                  <a:lnTo>
                    <a:pt x="44" y="214"/>
                  </a:lnTo>
                  <a:lnTo>
                    <a:pt x="42" y="212"/>
                  </a:lnTo>
                  <a:lnTo>
                    <a:pt x="42" y="210"/>
                  </a:lnTo>
                  <a:lnTo>
                    <a:pt x="40" y="208"/>
                  </a:lnTo>
                  <a:lnTo>
                    <a:pt x="40" y="206"/>
                  </a:lnTo>
                  <a:lnTo>
                    <a:pt x="36" y="204"/>
                  </a:lnTo>
                  <a:lnTo>
                    <a:pt x="36" y="202"/>
                  </a:lnTo>
                  <a:lnTo>
                    <a:pt x="36" y="200"/>
                  </a:lnTo>
                  <a:lnTo>
                    <a:pt x="38" y="198"/>
                  </a:lnTo>
                  <a:lnTo>
                    <a:pt x="40" y="194"/>
                  </a:lnTo>
                  <a:lnTo>
                    <a:pt x="40" y="192"/>
                  </a:lnTo>
                  <a:lnTo>
                    <a:pt x="38" y="192"/>
                  </a:lnTo>
                  <a:lnTo>
                    <a:pt x="36" y="192"/>
                  </a:lnTo>
                  <a:lnTo>
                    <a:pt x="28" y="198"/>
                  </a:lnTo>
                  <a:lnTo>
                    <a:pt x="26" y="198"/>
                  </a:lnTo>
                  <a:lnTo>
                    <a:pt x="24" y="196"/>
                  </a:lnTo>
                  <a:lnTo>
                    <a:pt x="26" y="194"/>
                  </a:lnTo>
                  <a:lnTo>
                    <a:pt x="26" y="190"/>
                  </a:lnTo>
                  <a:lnTo>
                    <a:pt x="28" y="188"/>
                  </a:lnTo>
                  <a:lnTo>
                    <a:pt x="30" y="186"/>
                  </a:lnTo>
                  <a:lnTo>
                    <a:pt x="34" y="180"/>
                  </a:lnTo>
                  <a:lnTo>
                    <a:pt x="36" y="176"/>
                  </a:lnTo>
                  <a:lnTo>
                    <a:pt x="38" y="174"/>
                  </a:lnTo>
                  <a:lnTo>
                    <a:pt x="40" y="174"/>
                  </a:lnTo>
                  <a:lnTo>
                    <a:pt x="42" y="176"/>
                  </a:lnTo>
                  <a:lnTo>
                    <a:pt x="44" y="178"/>
                  </a:lnTo>
                  <a:lnTo>
                    <a:pt x="46" y="178"/>
                  </a:lnTo>
                  <a:lnTo>
                    <a:pt x="50" y="176"/>
                  </a:lnTo>
                  <a:lnTo>
                    <a:pt x="54" y="174"/>
                  </a:lnTo>
                  <a:lnTo>
                    <a:pt x="58" y="172"/>
                  </a:lnTo>
                  <a:lnTo>
                    <a:pt x="60" y="170"/>
                  </a:lnTo>
                  <a:lnTo>
                    <a:pt x="62" y="168"/>
                  </a:lnTo>
                  <a:lnTo>
                    <a:pt x="64" y="168"/>
                  </a:lnTo>
                  <a:lnTo>
                    <a:pt x="68" y="166"/>
                  </a:lnTo>
                  <a:lnTo>
                    <a:pt x="68" y="164"/>
                  </a:lnTo>
                  <a:lnTo>
                    <a:pt x="66" y="162"/>
                  </a:lnTo>
                  <a:lnTo>
                    <a:pt x="64" y="162"/>
                  </a:lnTo>
                  <a:lnTo>
                    <a:pt x="62" y="162"/>
                  </a:lnTo>
                  <a:lnTo>
                    <a:pt x="60" y="166"/>
                  </a:lnTo>
                  <a:lnTo>
                    <a:pt x="56" y="166"/>
                  </a:lnTo>
                  <a:lnTo>
                    <a:pt x="54" y="164"/>
                  </a:lnTo>
                  <a:lnTo>
                    <a:pt x="52" y="164"/>
                  </a:lnTo>
                  <a:lnTo>
                    <a:pt x="50" y="162"/>
                  </a:lnTo>
                  <a:lnTo>
                    <a:pt x="54" y="144"/>
                  </a:lnTo>
                  <a:lnTo>
                    <a:pt x="58" y="140"/>
                  </a:lnTo>
                  <a:lnTo>
                    <a:pt x="60" y="136"/>
                  </a:lnTo>
                  <a:lnTo>
                    <a:pt x="60" y="134"/>
                  </a:lnTo>
                  <a:lnTo>
                    <a:pt x="58" y="132"/>
                  </a:lnTo>
                  <a:lnTo>
                    <a:pt x="54" y="126"/>
                  </a:lnTo>
                  <a:lnTo>
                    <a:pt x="52" y="122"/>
                  </a:lnTo>
                  <a:lnTo>
                    <a:pt x="52" y="118"/>
                  </a:lnTo>
                  <a:lnTo>
                    <a:pt x="52" y="116"/>
                  </a:lnTo>
                  <a:lnTo>
                    <a:pt x="52" y="112"/>
                  </a:lnTo>
                  <a:lnTo>
                    <a:pt x="56" y="110"/>
                  </a:lnTo>
                  <a:lnTo>
                    <a:pt x="58" y="108"/>
                  </a:lnTo>
                  <a:lnTo>
                    <a:pt x="60" y="108"/>
                  </a:lnTo>
                  <a:lnTo>
                    <a:pt x="64" y="110"/>
                  </a:lnTo>
                  <a:lnTo>
                    <a:pt x="66" y="112"/>
                  </a:lnTo>
                  <a:lnTo>
                    <a:pt x="68" y="114"/>
                  </a:lnTo>
                  <a:lnTo>
                    <a:pt x="70" y="118"/>
                  </a:lnTo>
                  <a:lnTo>
                    <a:pt x="72" y="120"/>
                  </a:lnTo>
                  <a:lnTo>
                    <a:pt x="74" y="140"/>
                  </a:lnTo>
                  <a:lnTo>
                    <a:pt x="74" y="142"/>
                  </a:lnTo>
                  <a:lnTo>
                    <a:pt x="74" y="144"/>
                  </a:lnTo>
                  <a:lnTo>
                    <a:pt x="76" y="144"/>
                  </a:lnTo>
                  <a:lnTo>
                    <a:pt x="78" y="142"/>
                  </a:lnTo>
                  <a:lnTo>
                    <a:pt x="78" y="140"/>
                  </a:lnTo>
                  <a:lnTo>
                    <a:pt x="80" y="138"/>
                  </a:lnTo>
                  <a:lnTo>
                    <a:pt x="82" y="136"/>
                  </a:lnTo>
                  <a:lnTo>
                    <a:pt x="82" y="134"/>
                  </a:lnTo>
                  <a:lnTo>
                    <a:pt x="80" y="128"/>
                  </a:lnTo>
                  <a:lnTo>
                    <a:pt x="80" y="122"/>
                  </a:lnTo>
                  <a:lnTo>
                    <a:pt x="80" y="118"/>
                  </a:lnTo>
                  <a:lnTo>
                    <a:pt x="80" y="116"/>
                  </a:lnTo>
                  <a:lnTo>
                    <a:pt x="82" y="114"/>
                  </a:lnTo>
                  <a:lnTo>
                    <a:pt x="84" y="110"/>
                  </a:lnTo>
                  <a:lnTo>
                    <a:pt x="84" y="108"/>
                  </a:lnTo>
                  <a:lnTo>
                    <a:pt x="84" y="106"/>
                  </a:lnTo>
                  <a:lnTo>
                    <a:pt x="86" y="102"/>
                  </a:lnTo>
                  <a:lnTo>
                    <a:pt x="86" y="98"/>
                  </a:lnTo>
                  <a:lnTo>
                    <a:pt x="86" y="96"/>
                  </a:lnTo>
                  <a:lnTo>
                    <a:pt x="104" y="94"/>
                  </a:lnTo>
                  <a:lnTo>
                    <a:pt x="108" y="96"/>
                  </a:lnTo>
                  <a:lnTo>
                    <a:pt x="112" y="96"/>
                  </a:lnTo>
                  <a:lnTo>
                    <a:pt x="116" y="96"/>
                  </a:lnTo>
                  <a:lnTo>
                    <a:pt x="118" y="94"/>
                  </a:lnTo>
                  <a:lnTo>
                    <a:pt x="120" y="90"/>
                  </a:lnTo>
                  <a:lnTo>
                    <a:pt x="122" y="88"/>
                  </a:lnTo>
                  <a:lnTo>
                    <a:pt x="126" y="86"/>
                  </a:lnTo>
                  <a:lnTo>
                    <a:pt x="128" y="86"/>
                  </a:lnTo>
                  <a:lnTo>
                    <a:pt x="130" y="86"/>
                  </a:lnTo>
                  <a:lnTo>
                    <a:pt x="128" y="84"/>
                  </a:lnTo>
                  <a:lnTo>
                    <a:pt x="130" y="82"/>
                  </a:lnTo>
                  <a:lnTo>
                    <a:pt x="132" y="80"/>
                  </a:lnTo>
                  <a:lnTo>
                    <a:pt x="134" y="80"/>
                  </a:lnTo>
                  <a:lnTo>
                    <a:pt x="134" y="78"/>
                  </a:lnTo>
                  <a:lnTo>
                    <a:pt x="130" y="76"/>
                  </a:lnTo>
                  <a:lnTo>
                    <a:pt x="96" y="80"/>
                  </a:lnTo>
                  <a:lnTo>
                    <a:pt x="92" y="76"/>
                  </a:lnTo>
                  <a:lnTo>
                    <a:pt x="90" y="76"/>
                  </a:lnTo>
                  <a:lnTo>
                    <a:pt x="86" y="74"/>
                  </a:lnTo>
                  <a:lnTo>
                    <a:pt x="82" y="74"/>
                  </a:lnTo>
                  <a:lnTo>
                    <a:pt x="78" y="74"/>
                  </a:lnTo>
                  <a:lnTo>
                    <a:pt x="74" y="74"/>
                  </a:lnTo>
                  <a:lnTo>
                    <a:pt x="70" y="74"/>
                  </a:lnTo>
                  <a:lnTo>
                    <a:pt x="68" y="72"/>
                  </a:lnTo>
                  <a:lnTo>
                    <a:pt x="66" y="70"/>
                  </a:lnTo>
                  <a:lnTo>
                    <a:pt x="64" y="70"/>
                  </a:lnTo>
                  <a:lnTo>
                    <a:pt x="62" y="70"/>
                  </a:lnTo>
                  <a:lnTo>
                    <a:pt x="62" y="72"/>
                  </a:lnTo>
                  <a:lnTo>
                    <a:pt x="58" y="74"/>
                  </a:lnTo>
                  <a:lnTo>
                    <a:pt x="56" y="74"/>
                  </a:lnTo>
                  <a:lnTo>
                    <a:pt x="54" y="74"/>
                  </a:lnTo>
                  <a:lnTo>
                    <a:pt x="54" y="72"/>
                  </a:lnTo>
                  <a:lnTo>
                    <a:pt x="44" y="64"/>
                  </a:lnTo>
                  <a:lnTo>
                    <a:pt x="42" y="60"/>
                  </a:lnTo>
                  <a:lnTo>
                    <a:pt x="42" y="56"/>
                  </a:lnTo>
                  <a:lnTo>
                    <a:pt x="44" y="54"/>
                  </a:lnTo>
                  <a:lnTo>
                    <a:pt x="46" y="50"/>
                  </a:lnTo>
                  <a:lnTo>
                    <a:pt x="44" y="46"/>
                  </a:lnTo>
                  <a:lnTo>
                    <a:pt x="44" y="44"/>
                  </a:lnTo>
                  <a:lnTo>
                    <a:pt x="42" y="44"/>
                  </a:lnTo>
                  <a:lnTo>
                    <a:pt x="44" y="42"/>
                  </a:lnTo>
                  <a:lnTo>
                    <a:pt x="44" y="40"/>
                  </a:lnTo>
                  <a:lnTo>
                    <a:pt x="48" y="38"/>
                  </a:lnTo>
                  <a:lnTo>
                    <a:pt x="50" y="36"/>
                  </a:lnTo>
                  <a:lnTo>
                    <a:pt x="52" y="36"/>
                  </a:lnTo>
                  <a:lnTo>
                    <a:pt x="56" y="36"/>
                  </a:lnTo>
                  <a:lnTo>
                    <a:pt x="60" y="38"/>
                  </a:lnTo>
                  <a:lnTo>
                    <a:pt x="64" y="42"/>
                  </a:lnTo>
                  <a:lnTo>
                    <a:pt x="66" y="42"/>
                  </a:lnTo>
                  <a:lnTo>
                    <a:pt x="68" y="44"/>
                  </a:lnTo>
                  <a:lnTo>
                    <a:pt x="70" y="34"/>
                  </a:lnTo>
                  <a:lnTo>
                    <a:pt x="70" y="32"/>
                  </a:lnTo>
                  <a:lnTo>
                    <a:pt x="72" y="30"/>
                  </a:lnTo>
                  <a:lnTo>
                    <a:pt x="74" y="28"/>
                  </a:lnTo>
                  <a:lnTo>
                    <a:pt x="78" y="26"/>
                  </a:lnTo>
                  <a:lnTo>
                    <a:pt x="82" y="26"/>
                  </a:lnTo>
                  <a:lnTo>
                    <a:pt x="86" y="26"/>
                  </a:lnTo>
                  <a:lnTo>
                    <a:pt x="90" y="24"/>
                  </a:lnTo>
                  <a:lnTo>
                    <a:pt x="92" y="22"/>
                  </a:lnTo>
                  <a:lnTo>
                    <a:pt x="96" y="26"/>
                  </a:lnTo>
                  <a:lnTo>
                    <a:pt x="100" y="18"/>
                  </a:lnTo>
                  <a:lnTo>
                    <a:pt x="100" y="16"/>
                  </a:lnTo>
                  <a:lnTo>
                    <a:pt x="102" y="14"/>
                  </a:lnTo>
                  <a:lnTo>
                    <a:pt x="106" y="12"/>
                  </a:lnTo>
                  <a:lnTo>
                    <a:pt x="110" y="8"/>
                  </a:lnTo>
                  <a:lnTo>
                    <a:pt x="118" y="6"/>
                  </a:lnTo>
                  <a:lnTo>
                    <a:pt x="120" y="14"/>
                  </a:lnTo>
                  <a:lnTo>
                    <a:pt x="122" y="4"/>
                  </a:lnTo>
                  <a:lnTo>
                    <a:pt x="122" y="2"/>
                  </a:lnTo>
                  <a:lnTo>
                    <a:pt x="126" y="2"/>
                  </a:lnTo>
                  <a:lnTo>
                    <a:pt x="130" y="0"/>
                  </a:lnTo>
                  <a:lnTo>
                    <a:pt x="134" y="0"/>
                  </a:lnTo>
                  <a:lnTo>
                    <a:pt x="138" y="0"/>
                  </a:lnTo>
                  <a:lnTo>
                    <a:pt x="148" y="2"/>
                  </a:lnTo>
                  <a:lnTo>
                    <a:pt x="160" y="2"/>
                  </a:lnTo>
                  <a:lnTo>
                    <a:pt x="170" y="4"/>
                  </a:lnTo>
                  <a:lnTo>
                    <a:pt x="174" y="4"/>
                  </a:lnTo>
                  <a:lnTo>
                    <a:pt x="174" y="14"/>
                  </a:lnTo>
                  <a:lnTo>
                    <a:pt x="180" y="8"/>
                  </a:lnTo>
                  <a:lnTo>
                    <a:pt x="184" y="6"/>
                  </a:lnTo>
                  <a:lnTo>
                    <a:pt x="188" y="6"/>
                  </a:lnTo>
                  <a:lnTo>
                    <a:pt x="192" y="8"/>
                  </a:lnTo>
                  <a:lnTo>
                    <a:pt x="196" y="8"/>
                  </a:lnTo>
                  <a:lnTo>
                    <a:pt x="200" y="12"/>
                  </a:lnTo>
                  <a:lnTo>
                    <a:pt x="202" y="16"/>
                  </a:lnTo>
                  <a:lnTo>
                    <a:pt x="206" y="20"/>
                  </a:lnTo>
                  <a:lnTo>
                    <a:pt x="210" y="22"/>
                  </a:lnTo>
                  <a:lnTo>
                    <a:pt x="212" y="26"/>
                  </a:lnTo>
                  <a:lnTo>
                    <a:pt x="208" y="30"/>
                  </a:lnTo>
                  <a:lnTo>
                    <a:pt x="210" y="30"/>
                  </a:lnTo>
                  <a:lnTo>
                    <a:pt x="210" y="28"/>
                  </a:lnTo>
                  <a:lnTo>
                    <a:pt x="214" y="28"/>
                  </a:lnTo>
                  <a:lnTo>
                    <a:pt x="216" y="30"/>
                  </a:lnTo>
                  <a:lnTo>
                    <a:pt x="220" y="36"/>
                  </a:lnTo>
                  <a:lnTo>
                    <a:pt x="222" y="40"/>
                  </a:lnTo>
                  <a:lnTo>
                    <a:pt x="220" y="46"/>
                  </a:lnTo>
                  <a:lnTo>
                    <a:pt x="218" y="52"/>
                  </a:lnTo>
                  <a:lnTo>
                    <a:pt x="216" y="56"/>
                  </a:lnTo>
                  <a:lnTo>
                    <a:pt x="218" y="60"/>
                  </a:lnTo>
                  <a:lnTo>
                    <a:pt x="218" y="64"/>
                  </a:lnTo>
                  <a:lnTo>
                    <a:pt x="220" y="66"/>
                  </a:lnTo>
                  <a:lnTo>
                    <a:pt x="222" y="68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208" name="Freeform 370"/>
            <p:cNvSpPr>
              <a:spLocks/>
            </p:cNvSpPr>
            <p:nvPr/>
          </p:nvSpPr>
          <p:spPr bwMode="gray">
            <a:xfrm>
              <a:off x="4715" y="3574"/>
              <a:ext cx="78" cy="90"/>
            </a:xfrm>
            <a:custGeom>
              <a:avLst/>
              <a:gdLst>
                <a:gd name="T0" fmla="*/ 78 w 78"/>
                <a:gd name="T1" fmla="*/ 50 h 90"/>
                <a:gd name="T2" fmla="*/ 60 w 78"/>
                <a:gd name="T3" fmla="*/ 32 h 90"/>
                <a:gd name="T4" fmla="*/ 60 w 78"/>
                <a:gd name="T5" fmla="*/ 30 h 90"/>
                <a:gd name="T6" fmla="*/ 58 w 78"/>
                <a:gd name="T7" fmla="*/ 28 h 90"/>
                <a:gd name="T8" fmla="*/ 56 w 78"/>
                <a:gd name="T9" fmla="*/ 26 h 90"/>
                <a:gd name="T10" fmla="*/ 52 w 78"/>
                <a:gd name="T11" fmla="*/ 24 h 90"/>
                <a:gd name="T12" fmla="*/ 44 w 78"/>
                <a:gd name="T13" fmla="*/ 20 h 90"/>
                <a:gd name="T14" fmla="*/ 36 w 78"/>
                <a:gd name="T15" fmla="*/ 18 h 90"/>
                <a:gd name="T16" fmla="*/ 32 w 78"/>
                <a:gd name="T17" fmla="*/ 14 h 90"/>
                <a:gd name="T18" fmla="*/ 30 w 78"/>
                <a:gd name="T19" fmla="*/ 12 h 90"/>
                <a:gd name="T20" fmla="*/ 28 w 78"/>
                <a:gd name="T21" fmla="*/ 10 h 90"/>
                <a:gd name="T22" fmla="*/ 28 w 78"/>
                <a:gd name="T23" fmla="*/ 10 h 90"/>
                <a:gd name="T24" fmla="*/ 28 w 78"/>
                <a:gd name="T25" fmla="*/ 8 h 90"/>
                <a:gd name="T26" fmla="*/ 26 w 78"/>
                <a:gd name="T27" fmla="*/ 6 h 90"/>
                <a:gd name="T28" fmla="*/ 24 w 78"/>
                <a:gd name="T29" fmla="*/ 4 h 90"/>
                <a:gd name="T30" fmla="*/ 20 w 78"/>
                <a:gd name="T31" fmla="*/ 2 h 90"/>
                <a:gd name="T32" fmla="*/ 16 w 78"/>
                <a:gd name="T33" fmla="*/ 0 h 90"/>
                <a:gd name="T34" fmla="*/ 12 w 78"/>
                <a:gd name="T35" fmla="*/ 2 h 90"/>
                <a:gd name="T36" fmla="*/ 12 w 78"/>
                <a:gd name="T37" fmla="*/ 2 h 90"/>
                <a:gd name="T38" fmla="*/ 10 w 78"/>
                <a:gd name="T39" fmla="*/ 6 h 90"/>
                <a:gd name="T40" fmla="*/ 8 w 78"/>
                <a:gd name="T41" fmla="*/ 10 h 90"/>
                <a:gd name="T42" fmla="*/ 4 w 78"/>
                <a:gd name="T43" fmla="*/ 14 h 90"/>
                <a:gd name="T44" fmla="*/ 2 w 78"/>
                <a:gd name="T45" fmla="*/ 20 h 90"/>
                <a:gd name="T46" fmla="*/ 0 w 78"/>
                <a:gd name="T47" fmla="*/ 32 h 90"/>
                <a:gd name="T48" fmla="*/ 0 w 78"/>
                <a:gd name="T49" fmla="*/ 44 h 90"/>
                <a:gd name="T50" fmla="*/ 2 w 78"/>
                <a:gd name="T51" fmla="*/ 52 h 90"/>
                <a:gd name="T52" fmla="*/ 2 w 78"/>
                <a:gd name="T53" fmla="*/ 54 h 90"/>
                <a:gd name="T54" fmla="*/ 2 w 78"/>
                <a:gd name="T55" fmla="*/ 56 h 90"/>
                <a:gd name="T56" fmla="*/ 2 w 78"/>
                <a:gd name="T57" fmla="*/ 58 h 90"/>
                <a:gd name="T58" fmla="*/ 2 w 78"/>
                <a:gd name="T59" fmla="*/ 62 h 90"/>
                <a:gd name="T60" fmla="*/ 2 w 78"/>
                <a:gd name="T61" fmla="*/ 66 h 90"/>
                <a:gd name="T62" fmla="*/ 2 w 78"/>
                <a:gd name="T63" fmla="*/ 72 h 90"/>
                <a:gd name="T64" fmla="*/ 4 w 78"/>
                <a:gd name="T65" fmla="*/ 78 h 90"/>
                <a:gd name="T66" fmla="*/ 6 w 78"/>
                <a:gd name="T67" fmla="*/ 82 h 90"/>
                <a:gd name="T68" fmla="*/ 10 w 78"/>
                <a:gd name="T69" fmla="*/ 86 h 90"/>
                <a:gd name="T70" fmla="*/ 12 w 78"/>
                <a:gd name="T71" fmla="*/ 88 h 90"/>
                <a:gd name="T72" fmla="*/ 14 w 78"/>
                <a:gd name="T73" fmla="*/ 90 h 90"/>
                <a:gd name="T74" fmla="*/ 16 w 78"/>
                <a:gd name="T75" fmla="*/ 90 h 90"/>
                <a:gd name="T76" fmla="*/ 20 w 78"/>
                <a:gd name="T77" fmla="*/ 90 h 90"/>
                <a:gd name="T78" fmla="*/ 30 w 78"/>
                <a:gd name="T79" fmla="*/ 90 h 90"/>
                <a:gd name="T80" fmla="*/ 42 w 78"/>
                <a:gd name="T81" fmla="*/ 90 h 90"/>
                <a:gd name="T82" fmla="*/ 50 w 78"/>
                <a:gd name="T83" fmla="*/ 88 h 90"/>
                <a:gd name="T84" fmla="*/ 52 w 78"/>
                <a:gd name="T85" fmla="*/ 86 h 90"/>
                <a:gd name="T86" fmla="*/ 56 w 78"/>
                <a:gd name="T87" fmla="*/ 84 h 90"/>
                <a:gd name="T88" fmla="*/ 60 w 78"/>
                <a:gd name="T89" fmla="*/ 82 h 90"/>
                <a:gd name="T90" fmla="*/ 64 w 78"/>
                <a:gd name="T91" fmla="*/ 80 h 90"/>
                <a:gd name="T92" fmla="*/ 68 w 78"/>
                <a:gd name="T93" fmla="*/ 78 h 90"/>
                <a:gd name="T94" fmla="*/ 70 w 78"/>
                <a:gd name="T95" fmla="*/ 76 h 90"/>
                <a:gd name="T96" fmla="*/ 70 w 78"/>
                <a:gd name="T97" fmla="*/ 76 h 90"/>
                <a:gd name="T98" fmla="*/ 78 w 78"/>
                <a:gd name="T99" fmla="*/ 50 h 9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78"/>
                <a:gd name="T151" fmla="*/ 0 h 90"/>
                <a:gd name="T152" fmla="*/ 78 w 78"/>
                <a:gd name="T153" fmla="*/ 90 h 9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78" h="90">
                  <a:moveTo>
                    <a:pt x="78" y="50"/>
                  </a:moveTo>
                  <a:lnTo>
                    <a:pt x="60" y="32"/>
                  </a:lnTo>
                  <a:lnTo>
                    <a:pt x="60" y="30"/>
                  </a:lnTo>
                  <a:lnTo>
                    <a:pt x="58" y="28"/>
                  </a:lnTo>
                  <a:lnTo>
                    <a:pt x="56" y="26"/>
                  </a:lnTo>
                  <a:lnTo>
                    <a:pt x="52" y="24"/>
                  </a:lnTo>
                  <a:lnTo>
                    <a:pt x="44" y="20"/>
                  </a:lnTo>
                  <a:lnTo>
                    <a:pt x="36" y="18"/>
                  </a:lnTo>
                  <a:lnTo>
                    <a:pt x="32" y="14"/>
                  </a:lnTo>
                  <a:lnTo>
                    <a:pt x="30" y="12"/>
                  </a:lnTo>
                  <a:lnTo>
                    <a:pt x="28" y="10"/>
                  </a:lnTo>
                  <a:lnTo>
                    <a:pt x="28" y="8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0" y="2"/>
                  </a:lnTo>
                  <a:lnTo>
                    <a:pt x="16" y="0"/>
                  </a:lnTo>
                  <a:lnTo>
                    <a:pt x="12" y="2"/>
                  </a:lnTo>
                  <a:lnTo>
                    <a:pt x="10" y="6"/>
                  </a:lnTo>
                  <a:lnTo>
                    <a:pt x="8" y="10"/>
                  </a:lnTo>
                  <a:lnTo>
                    <a:pt x="4" y="14"/>
                  </a:lnTo>
                  <a:lnTo>
                    <a:pt x="2" y="20"/>
                  </a:lnTo>
                  <a:lnTo>
                    <a:pt x="0" y="32"/>
                  </a:lnTo>
                  <a:lnTo>
                    <a:pt x="0" y="44"/>
                  </a:lnTo>
                  <a:lnTo>
                    <a:pt x="2" y="52"/>
                  </a:lnTo>
                  <a:lnTo>
                    <a:pt x="2" y="54"/>
                  </a:lnTo>
                  <a:lnTo>
                    <a:pt x="2" y="56"/>
                  </a:lnTo>
                  <a:lnTo>
                    <a:pt x="2" y="58"/>
                  </a:lnTo>
                  <a:lnTo>
                    <a:pt x="2" y="62"/>
                  </a:lnTo>
                  <a:lnTo>
                    <a:pt x="2" y="66"/>
                  </a:lnTo>
                  <a:lnTo>
                    <a:pt x="2" y="72"/>
                  </a:lnTo>
                  <a:lnTo>
                    <a:pt x="4" y="78"/>
                  </a:lnTo>
                  <a:lnTo>
                    <a:pt x="6" y="82"/>
                  </a:lnTo>
                  <a:lnTo>
                    <a:pt x="10" y="86"/>
                  </a:lnTo>
                  <a:lnTo>
                    <a:pt x="12" y="88"/>
                  </a:lnTo>
                  <a:lnTo>
                    <a:pt x="14" y="90"/>
                  </a:lnTo>
                  <a:lnTo>
                    <a:pt x="16" y="90"/>
                  </a:lnTo>
                  <a:lnTo>
                    <a:pt x="20" y="90"/>
                  </a:lnTo>
                  <a:lnTo>
                    <a:pt x="30" y="90"/>
                  </a:lnTo>
                  <a:lnTo>
                    <a:pt x="42" y="90"/>
                  </a:lnTo>
                  <a:lnTo>
                    <a:pt x="50" y="88"/>
                  </a:lnTo>
                  <a:lnTo>
                    <a:pt x="52" y="86"/>
                  </a:lnTo>
                  <a:lnTo>
                    <a:pt x="56" y="84"/>
                  </a:lnTo>
                  <a:lnTo>
                    <a:pt x="60" y="82"/>
                  </a:lnTo>
                  <a:lnTo>
                    <a:pt x="64" y="80"/>
                  </a:lnTo>
                  <a:lnTo>
                    <a:pt x="68" y="78"/>
                  </a:lnTo>
                  <a:lnTo>
                    <a:pt x="70" y="76"/>
                  </a:lnTo>
                  <a:lnTo>
                    <a:pt x="78" y="5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209" name="Freeform 371"/>
            <p:cNvSpPr>
              <a:spLocks/>
            </p:cNvSpPr>
            <p:nvPr/>
          </p:nvSpPr>
          <p:spPr bwMode="gray">
            <a:xfrm>
              <a:off x="3651" y="1774"/>
              <a:ext cx="1094" cy="746"/>
            </a:xfrm>
            <a:custGeom>
              <a:avLst/>
              <a:gdLst>
                <a:gd name="T0" fmla="*/ 944 w 1094"/>
                <a:gd name="T1" fmla="*/ 658 h 746"/>
                <a:gd name="T2" fmla="*/ 978 w 1094"/>
                <a:gd name="T3" fmla="*/ 698 h 746"/>
                <a:gd name="T4" fmla="*/ 1002 w 1094"/>
                <a:gd name="T5" fmla="*/ 710 h 746"/>
                <a:gd name="T6" fmla="*/ 978 w 1094"/>
                <a:gd name="T7" fmla="*/ 672 h 746"/>
                <a:gd name="T8" fmla="*/ 970 w 1094"/>
                <a:gd name="T9" fmla="*/ 640 h 746"/>
                <a:gd name="T10" fmla="*/ 930 w 1094"/>
                <a:gd name="T11" fmla="*/ 638 h 746"/>
                <a:gd name="T12" fmla="*/ 1022 w 1094"/>
                <a:gd name="T13" fmla="*/ 600 h 746"/>
                <a:gd name="T14" fmla="*/ 1082 w 1094"/>
                <a:gd name="T15" fmla="*/ 568 h 746"/>
                <a:gd name="T16" fmla="*/ 1070 w 1094"/>
                <a:gd name="T17" fmla="*/ 500 h 746"/>
                <a:gd name="T18" fmla="*/ 1024 w 1094"/>
                <a:gd name="T19" fmla="*/ 460 h 746"/>
                <a:gd name="T20" fmla="*/ 974 w 1094"/>
                <a:gd name="T21" fmla="*/ 372 h 746"/>
                <a:gd name="T22" fmla="*/ 916 w 1094"/>
                <a:gd name="T23" fmla="*/ 354 h 746"/>
                <a:gd name="T24" fmla="*/ 878 w 1094"/>
                <a:gd name="T25" fmla="*/ 312 h 746"/>
                <a:gd name="T26" fmla="*/ 806 w 1094"/>
                <a:gd name="T27" fmla="*/ 332 h 746"/>
                <a:gd name="T28" fmla="*/ 816 w 1094"/>
                <a:gd name="T29" fmla="*/ 458 h 746"/>
                <a:gd name="T30" fmla="*/ 790 w 1094"/>
                <a:gd name="T31" fmla="*/ 510 h 746"/>
                <a:gd name="T32" fmla="*/ 792 w 1094"/>
                <a:gd name="T33" fmla="*/ 576 h 746"/>
                <a:gd name="T34" fmla="*/ 758 w 1094"/>
                <a:gd name="T35" fmla="*/ 556 h 746"/>
                <a:gd name="T36" fmla="*/ 736 w 1094"/>
                <a:gd name="T37" fmla="*/ 496 h 746"/>
                <a:gd name="T38" fmla="*/ 640 w 1094"/>
                <a:gd name="T39" fmla="*/ 440 h 746"/>
                <a:gd name="T40" fmla="*/ 592 w 1094"/>
                <a:gd name="T41" fmla="*/ 392 h 746"/>
                <a:gd name="T42" fmla="*/ 644 w 1094"/>
                <a:gd name="T43" fmla="*/ 298 h 746"/>
                <a:gd name="T44" fmla="*/ 682 w 1094"/>
                <a:gd name="T45" fmla="*/ 266 h 746"/>
                <a:gd name="T46" fmla="*/ 672 w 1094"/>
                <a:gd name="T47" fmla="*/ 194 h 746"/>
                <a:gd name="T48" fmla="*/ 738 w 1094"/>
                <a:gd name="T49" fmla="*/ 194 h 746"/>
                <a:gd name="T50" fmla="*/ 774 w 1094"/>
                <a:gd name="T51" fmla="*/ 156 h 746"/>
                <a:gd name="T52" fmla="*/ 768 w 1094"/>
                <a:gd name="T53" fmla="*/ 114 h 746"/>
                <a:gd name="T54" fmla="*/ 744 w 1094"/>
                <a:gd name="T55" fmla="*/ 74 h 746"/>
                <a:gd name="T56" fmla="*/ 714 w 1094"/>
                <a:gd name="T57" fmla="*/ 138 h 746"/>
                <a:gd name="T58" fmla="*/ 686 w 1094"/>
                <a:gd name="T59" fmla="*/ 106 h 746"/>
                <a:gd name="T60" fmla="*/ 658 w 1094"/>
                <a:gd name="T61" fmla="*/ 100 h 746"/>
                <a:gd name="T62" fmla="*/ 644 w 1094"/>
                <a:gd name="T63" fmla="*/ 48 h 746"/>
                <a:gd name="T64" fmla="*/ 610 w 1094"/>
                <a:gd name="T65" fmla="*/ 4 h 746"/>
                <a:gd name="T66" fmla="*/ 598 w 1094"/>
                <a:gd name="T67" fmla="*/ 78 h 746"/>
                <a:gd name="T68" fmla="*/ 630 w 1094"/>
                <a:gd name="T69" fmla="*/ 122 h 746"/>
                <a:gd name="T70" fmla="*/ 584 w 1094"/>
                <a:gd name="T71" fmla="*/ 124 h 746"/>
                <a:gd name="T72" fmla="*/ 544 w 1094"/>
                <a:gd name="T73" fmla="*/ 152 h 746"/>
                <a:gd name="T74" fmla="*/ 502 w 1094"/>
                <a:gd name="T75" fmla="*/ 150 h 746"/>
                <a:gd name="T76" fmla="*/ 464 w 1094"/>
                <a:gd name="T77" fmla="*/ 122 h 746"/>
                <a:gd name="T78" fmla="*/ 424 w 1094"/>
                <a:gd name="T79" fmla="*/ 124 h 746"/>
                <a:gd name="T80" fmla="*/ 420 w 1094"/>
                <a:gd name="T81" fmla="*/ 186 h 746"/>
                <a:gd name="T82" fmla="*/ 380 w 1094"/>
                <a:gd name="T83" fmla="*/ 148 h 746"/>
                <a:gd name="T84" fmla="*/ 342 w 1094"/>
                <a:gd name="T85" fmla="*/ 138 h 746"/>
                <a:gd name="T86" fmla="*/ 328 w 1094"/>
                <a:gd name="T87" fmla="*/ 100 h 746"/>
                <a:gd name="T88" fmla="*/ 282 w 1094"/>
                <a:gd name="T89" fmla="*/ 84 h 746"/>
                <a:gd name="T90" fmla="*/ 220 w 1094"/>
                <a:gd name="T91" fmla="*/ 72 h 746"/>
                <a:gd name="T92" fmla="*/ 182 w 1094"/>
                <a:gd name="T93" fmla="*/ 44 h 746"/>
                <a:gd name="T94" fmla="*/ 166 w 1094"/>
                <a:gd name="T95" fmla="*/ 62 h 746"/>
                <a:gd name="T96" fmla="*/ 124 w 1094"/>
                <a:gd name="T97" fmla="*/ 78 h 746"/>
                <a:gd name="T98" fmla="*/ 22 w 1094"/>
                <a:gd name="T99" fmla="*/ 80 h 746"/>
                <a:gd name="T100" fmla="*/ 80 w 1094"/>
                <a:gd name="T101" fmla="*/ 388 h 746"/>
                <a:gd name="T102" fmla="*/ 152 w 1094"/>
                <a:gd name="T103" fmla="*/ 496 h 746"/>
                <a:gd name="T104" fmla="*/ 172 w 1094"/>
                <a:gd name="T105" fmla="*/ 572 h 746"/>
                <a:gd name="T106" fmla="*/ 638 w 1094"/>
                <a:gd name="T107" fmla="*/ 646 h 746"/>
                <a:gd name="T108" fmla="*/ 720 w 1094"/>
                <a:gd name="T109" fmla="*/ 648 h 746"/>
                <a:gd name="T110" fmla="*/ 756 w 1094"/>
                <a:gd name="T111" fmla="*/ 672 h 746"/>
                <a:gd name="T112" fmla="*/ 784 w 1094"/>
                <a:gd name="T113" fmla="*/ 704 h 746"/>
                <a:gd name="T114" fmla="*/ 752 w 1094"/>
                <a:gd name="T115" fmla="*/ 722 h 746"/>
                <a:gd name="T116" fmla="*/ 750 w 1094"/>
                <a:gd name="T117" fmla="*/ 744 h 746"/>
                <a:gd name="T118" fmla="*/ 798 w 1094"/>
                <a:gd name="T119" fmla="*/ 722 h 746"/>
                <a:gd name="T120" fmla="*/ 840 w 1094"/>
                <a:gd name="T121" fmla="*/ 698 h 74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094"/>
                <a:gd name="T184" fmla="*/ 0 h 746"/>
                <a:gd name="T185" fmla="*/ 1094 w 1094"/>
                <a:gd name="T186" fmla="*/ 746 h 74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094" h="746">
                  <a:moveTo>
                    <a:pt x="850" y="702"/>
                  </a:moveTo>
                  <a:lnTo>
                    <a:pt x="864" y="690"/>
                  </a:lnTo>
                  <a:lnTo>
                    <a:pt x="880" y="682"/>
                  </a:lnTo>
                  <a:lnTo>
                    <a:pt x="894" y="680"/>
                  </a:lnTo>
                  <a:lnTo>
                    <a:pt x="906" y="678"/>
                  </a:lnTo>
                  <a:lnTo>
                    <a:pt x="910" y="678"/>
                  </a:lnTo>
                  <a:lnTo>
                    <a:pt x="916" y="668"/>
                  </a:lnTo>
                  <a:lnTo>
                    <a:pt x="920" y="662"/>
                  </a:lnTo>
                  <a:lnTo>
                    <a:pt x="924" y="658"/>
                  </a:lnTo>
                  <a:lnTo>
                    <a:pt x="928" y="656"/>
                  </a:lnTo>
                  <a:lnTo>
                    <a:pt x="932" y="654"/>
                  </a:lnTo>
                  <a:lnTo>
                    <a:pt x="934" y="654"/>
                  </a:lnTo>
                  <a:lnTo>
                    <a:pt x="936" y="656"/>
                  </a:lnTo>
                  <a:lnTo>
                    <a:pt x="938" y="656"/>
                  </a:lnTo>
                  <a:lnTo>
                    <a:pt x="944" y="658"/>
                  </a:lnTo>
                  <a:lnTo>
                    <a:pt x="946" y="666"/>
                  </a:lnTo>
                  <a:lnTo>
                    <a:pt x="944" y="674"/>
                  </a:lnTo>
                  <a:lnTo>
                    <a:pt x="940" y="682"/>
                  </a:lnTo>
                  <a:lnTo>
                    <a:pt x="938" y="688"/>
                  </a:lnTo>
                  <a:lnTo>
                    <a:pt x="936" y="690"/>
                  </a:lnTo>
                  <a:lnTo>
                    <a:pt x="946" y="698"/>
                  </a:lnTo>
                  <a:lnTo>
                    <a:pt x="956" y="700"/>
                  </a:lnTo>
                  <a:lnTo>
                    <a:pt x="964" y="696"/>
                  </a:lnTo>
                  <a:lnTo>
                    <a:pt x="970" y="692"/>
                  </a:lnTo>
                  <a:lnTo>
                    <a:pt x="972" y="690"/>
                  </a:lnTo>
                  <a:lnTo>
                    <a:pt x="978" y="690"/>
                  </a:lnTo>
                  <a:lnTo>
                    <a:pt x="980" y="690"/>
                  </a:lnTo>
                  <a:lnTo>
                    <a:pt x="982" y="692"/>
                  </a:lnTo>
                  <a:lnTo>
                    <a:pt x="982" y="694"/>
                  </a:lnTo>
                  <a:lnTo>
                    <a:pt x="980" y="696"/>
                  </a:lnTo>
                  <a:lnTo>
                    <a:pt x="978" y="698"/>
                  </a:lnTo>
                  <a:lnTo>
                    <a:pt x="976" y="700"/>
                  </a:lnTo>
                  <a:lnTo>
                    <a:pt x="974" y="702"/>
                  </a:lnTo>
                  <a:lnTo>
                    <a:pt x="972" y="702"/>
                  </a:lnTo>
                  <a:lnTo>
                    <a:pt x="966" y="706"/>
                  </a:lnTo>
                  <a:lnTo>
                    <a:pt x="962" y="708"/>
                  </a:lnTo>
                  <a:lnTo>
                    <a:pt x="960" y="712"/>
                  </a:lnTo>
                  <a:lnTo>
                    <a:pt x="960" y="714"/>
                  </a:lnTo>
                  <a:lnTo>
                    <a:pt x="960" y="718"/>
                  </a:lnTo>
                  <a:lnTo>
                    <a:pt x="960" y="720"/>
                  </a:lnTo>
                  <a:lnTo>
                    <a:pt x="962" y="722"/>
                  </a:lnTo>
                  <a:lnTo>
                    <a:pt x="968" y="722"/>
                  </a:lnTo>
                  <a:lnTo>
                    <a:pt x="980" y="718"/>
                  </a:lnTo>
                  <a:lnTo>
                    <a:pt x="992" y="714"/>
                  </a:lnTo>
                  <a:lnTo>
                    <a:pt x="1002" y="710"/>
                  </a:lnTo>
                  <a:lnTo>
                    <a:pt x="1006" y="708"/>
                  </a:lnTo>
                  <a:lnTo>
                    <a:pt x="1010" y="706"/>
                  </a:lnTo>
                  <a:lnTo>
                    <a:pt x="1012" y="704"/>
                  </a:lnTo>
                  <a:lnTo>
                    <a:pt x="1012" y="702"/>
                  </a:lnTo>
                  <a:lnTo>
                    <a:pt x="1010" y="700"/>
                  </a:lnTo>
                  <a:lnTo>
                    <a:pt x="1008" y="698"/>
                  </a:lnTo>
                  <a:lnTo>
                    <a:pt x="1006" y="696"/>
                  </a:lnTo>
                  <a:lnTo>
                    <a:pt x="1004" y="696"/>
                  </a:lnTo>
                  <a:lnTo>
                    <a:pt x="1000" y="694"/>
                  </a:lnTo>
                  <a:lnTo>
                    <a:pt x="996" y="690"/>
                  </a:lnTo>
                  <a:lnTo>
                    <a:pt x="990" y="686"/>
                  </a:lnTo>
                  <a:lnTo>
                    <a:pt x="986" y="682"/>
                  </a:lnTo>
                  <a:lnTo>
                    <a:pt x="982" y="678"/>
                  </a:lnTo>
                  <a:lnTo>
                    <a:pt x="980" y="674"/>
                  </a:lnTo>
                  <a:lnTo>
                    <a:pt x="978" y="672"/>
                  </a:lnTo>
                  <a:lnTo>
                    <a:pt x="976" y="670"/>
                  </a:lnTo>
                  <a:lnTo>
                    <a:pt x="972" y="666"/>
                  </a:lnTo>
                  <a:lnTo>
                    <a:pt x="970" y="662"/>
                  </a:lnTo>
                  <a:lnTo>
                    <a:pt x="972" y="658"/>
                  </a:lnTo>
                  <a:lnTo>
                    <a:pt x="972" y="656"/>
                  </a:lnTo>
                  <a:lnTo>
                    <a:pt x="974" y="654"/>
                  </a:lnTo>
                  <a:lnTo>
                    <a:pt x="974" y="652"/>
                  </a:lnTo>
                  <a:lnTo>
                    <a:pt x="974" y="648"/>
                  </a:lnTo>
                  <a:lnTo>
                    <a:pt x="972" y="646"/>
                  </a:lnTo>
                  <a:lnTo>
                    <a:pt x="970" y="646"/>
                  </a:lnTo>
                  <a:lnTo>
                    <a:pt x="968" y="644"/>
                  </a:lnTo>
                  <a:lnTo>
                    <a:pt x="966" y="646"/>
                  </a:lnTo>
                  <a:lnTo>
                    <a:pt x="964" y="646"/>
                  </a:lnTo>
                  <a:lnTo>
                    <a:pt x="964" y="640"/>
                  </a:lnTo>
                  <a:lnTo>
                    <a:pt x="970" y="640"/>
                  </a:lnTo>
                  <a:lnTo>
                    <a:pt x="974" y="638"/>
                  </a:lnTo>
                  <a:lnTo>
                    <a:pt x="978" y="636"/>
                  </a:lnTo>
                  <a:lnTo>
                    <a:pt x="980" y="632"/>
                  </a:lnTo>
                  <a:lnTo>
                    <a:pt x="982" y="630"/>
                  </a:lnTo>
                  <a:lnTo>
                    <a:pt x="982" y="628"/>
                  </a:lnTo>
                  <a:lnTo>
                    <a:pt x="980" y="624"/>
                  </a:lnTo>
                  <a:lnTo>
                    <a:pt x="978" y="622"/>
                  </a:lnTo>
                  <a:lnTo>
                    <a:pt x="976" y="620"/>
                  </a:lnTo>
                  <a:lnTo>
                    <a:pt x="972" y="620"/>
                  </a:lnTo>
                  <a:lnTo>
                    <a:pt x="968" y="620"/>
                  </a:lnTo>
                  <a:lnTo>
                    <a:pt x="966" y="622"/>
                  </a:lnTo>
                  <a:lnTo>
                    <a:pt x="964" y="622"/>
                  </a:lnTo>
                  <a:lnTo>
                    <a:pt x="948" y="628"/>
                  </a:lnTo>
                  <a:lnTo>
                    <a:pt x="936" y="634"/>
                  </a:lnTo>
                  <a:lnTo>
                    <a:pt x="930" y="638"/>
                  </a:lnTo>
                  <a:lnTo>
                    <a:pt x="928" y="640"/>
                  </a:lnTo>
                  <a:lnTo>
                    <a:pt x="918" y="650"/>
                  </a:lnTo>
                  <a:lnTo>
                    <a:pt x="908" y="660"/>
                  </a:lnTo>
                  <a:lnTo>
                    <a:pt x="898" y="666"/>
                  </a:lnTo>
                  <a:lnTo>
                    <a:pt x="892" y="668"/>
                  </a:lnTo>
                  <a:lnTo>
                    <a:pt x="902" y="656"/>
                  </a:lnTo>
                  <a:lnTo>
                    <a:pt x="912" y="644"/>
                  </a:lnTo>
                  <a:lnTo>
                    <a:pt x="922" y="632"/>
                  </a:lnTo>
                  <a:lnTo>
                    <a:pt x="928" y="622"/>
                  </a:lnTo>
                  <a:lnTo>
                    <a:pt x="930" y="620"/>
                  </a:lnTo>
                  <a:lnTo>
                    <a:pt x="952" y="606"/>
                  </a:lnTo>
                  <a:lnTo>
                    <a:pt x="968" y="598"/>
                  </a:lnTo>
                  <a:lnTo>
                    <a:pt x="974" y="598"/>
                  </a:lnTo>
                  <a:lnTo>
                    <a:pt x="990" y="600"/>
                  </a:lnTo>
                  <a:lnTo>
                    <a:pt x="1006" y="600"/>
                  </a:lnTo>
                  <a:lnTo>
                    <a:pt x="1022" y="600"/>
                  </a:lnTo>
                  <a:lnTo>
                    <a:pt x="1034" y="598"/>
                  </a:lnTo>
                  <a:lnTo>
                    <a:pt x="1038" y="598"/>
                  </a:lnTo>
                  <a:lnTo>
                    <a:pt x="1046" y="596"/>
                  </a:lnTo>
                  <a:lnTo>
                    <a:pt x="1052" y="594"/>
                  </a:lnTo>
                  <a:lnTo>
                    <a:pt x="1056" y="590"/>
                  </a:lnTo>
                  <a:lnTo>
                    <a:pt x="1058" y="588"/>
                  </a:lnTo>
                  <a:lnTo>
                    <a:pt x="1060" y="584"/>
                  </a:lnTo>
                  <a:lnTo>
                    <a:pt x="1060" y="582"/>
                  </a:lnTo>
                  <a:lnTo>
                    <a:pt x="1060" y="580"/>
                  </a:lnTo>
                  <a:lnTo>
                    <a:pt x="1064" y="574"/>
                  </a:lnTo>
                  <a:lnTo>
                    <a:pt x="1068" y="570"/>
                  </a:lnTo>
                  <a:lnTo>
                    <a:pt x="1072" y="568"/>
                  </a:lnTo>
                  <a:lnTo>
                    <a:pt x="1076" y="566"/>
                  </a:lnTo>
                  <a:lnTo>
                    <a:pt x="1080" y="566"/>
                  </a:lnTo>
                  <a:lnTo>
                    <a:pt x="1082" y="568"/>
                  </a:lnTo>
                  <a:lnTo>
                    <a:pt x="1090" y="562"/>
                  </a:lnTo>
                  <a:lnTo>
                    <a:pt x="1094" y="552"/>
                  </a:lnTo>
                  <a:lnTo>
                    <a:pt x="1094" y="540"/>
                  </a:lnTo>
                  <a:lnTo>
                    <a:pt x="1092" y="530"/>
                  </a:lnTo>
                  <a:lnTo>
                    <a:pt x="1088" y="524"/>
                  </a:lnTo>
                  <a:lnTo>
                    <a:pt x="1084" y="520"/>
                  </a:lnTo>
                  <a:lnTo>
                    <a:pt x="1082" y="518"/>
                  </a:lnTo>
                  <a:lnTo>
                    <a:pt x="1078" y="518"/>
                  </a:lnTo>
                  <a:lnTo>
                    <a:pt x="1076" y="510"/>
                  </a:lnTo>
                  <a:lnTo>
                    <a:pt x="1074" y="504"/>
                  </a:lnTo>
                  <a:lnTo>
                    <a:pt x="1072" y="502"/>
                  </a:lnTo>
                  <a:lnTo>
                    <a:pt x="1072" y="500"/>
                  </a:lnTo>
                  <a:lnTo>
                    <a:pt x="1070" y="500"/>
                  </a:lnTo>
                  <a:lnTo>
                    <a:pt x="1052" y="500"/>
                  </a:lnTo>
                  <a:lnTo>
                    <a:pt x="1048" y="502"/>
                  </a:lnTo>
                  <a:lnTo>
                    <a:pt x="1046" y="504"/>
                  </a:lnTo>
                  <a:lnTo>
                    <a:pt x="1044" y="502"/>
                  </a:lnTo>
                  <a:lnTo>
                    <a:pt x="1042" y="502"/>
                  </a:lnTo>
                  <a:lnTo>
                    <a:pt x="1040" y="500"/>
                  </a:lnTo>
                  <a:lnTo>
                    <a:pt x="1034" y="484"/>
                  </a:lnTo>
                  <a:lnTo>
                    <a:pt x="1030" y="468"/>
                  </a:lnTo>
                  <a:lnTo>
                    <a:pt x="1026" y="456"/>
                  </a:lnTo>
                  <a:lnTo>
                    <a:pt x="1024" y="452"/>
                  </a:lnTo>
                  <a:lnTo>
                    <a:pt x="1024" y="454"/>
                  </a:lnTo>
                  <a:lnTo>
                    <a:pt x="1024" y="458"/>
                  </a:lnTo>
                  <a:lnTo>
                    <a:pt x="1024" y="460"/>
                  </a:lnTo>
                  <a:lnTo>
                    <a:pt x="1024" y="456"/>
                  </a:lnTo>
                  <a:lnTo>
                    <a:pt x="1022" y="448"/>
                  </a:lnTo>
                  <a:lnTo>
                    <a:pt x="1016" y="436"/>
                  </a:lnTo>
                  <a:lnTo>
                    <a:pt x="1010" y="422"/>
                  </a:lnTo>
                  <a:lnTo>
                    <a:pt x="1002" y="408"/>
                  </a:lnTo>
                  <a:lnTo>
                    <a:pt x="996" y="398"/>
                  </a:lnTo>
                  <a:lnTo>
                    <a:pt x="994" y="394"/>
                  </a:lnTo>
                  <a:lnTo>
                    <a:pt x="992" y="384"/>
                  </a:lnTo>
                  <a:lnTo>
                    <a:pt x="988" y="378"/>
                  </a:lnTo>
                  <a:lnTo>
                    <a:pt x="986" y="374"/>
                  </a:lnTo>
                  <a:lnTo>
                    <a:pt x="982" y="372"/>
                  </a:lnTo>
                  <a:lnTo>
                    <a:pt x="980" y="370"/>
                  </a:lnTo>
                  <a:lnTo>
                    <a:pt x="976" y="370"/>
                  </a:lnTo>
                  <a:lnTo>
                    <a:pt x="974" y="370"/>
                  </a:lnTo>
                  <a:lnTo>
                    <a:pt x="974" y="372"/>
                  </a:lnTo>
                  <a:lnTo>
                    <a:pt x="972" y="372"/>
                  </a:lnTo>
                  <a:lnTo>
                    <a:pt x="974" y="386"/>
                  </a:lnTo>
                  <a:lnTo>
                    <a:pt x="970" y="394"/>
                  </a:lnTo>
                  <a:lnTo>
                    <a:pt x="964" y="400"/>
                  </a:lnTo>
                  <a:lnTo>
                    <a:pt x="958" y="404"/>
                  </a:lnTo>
                  <a:lnTo>
                    <a:pt x="954" y="404"/>
                  </a:lnTo>
                  <a:lnTo>
                    <a:pt x="942" y="408"/>
                  </a:lnTo>
                  <a:lnTo>
                    <a:pt x="932" y="408"/>
                  </a:lnTo>
                  <a:lnTo>
                    <a:pt x="926" y="404"/>
                  </a:lnTo>
                  <a:lnTo>
                    <a:pt x="924" y="400"/>
                  </a:lnTo>
                  <a:lnTo>
                    <a:pt x="922" y="398"/>
                  </a:lnTo>
                  <a:lnTo>
                    <a:pt x="918" y="388"/>
                  </a:lnTo>
                  <a:lnTo>
                    <a:pt x="918" y="378"/>
                  </a:lnTo>
                  <a:lnTo>
                    <a:pt x="920" y="370"/>
                  </a:lnTo>
                  <a:lnTo>
                    <a:pt x="922" y="366"/>
                  </a:lnTo>
                  <a:lnTo>
                    <a:pt x="916" y="354"/>
                  </a:lnTo>
                  <a:lnTo>
                    <a:pt x="918" y="350"/>
                  </a:lnTo>
                  <a:lnTo>
                    <a:pt x="918" y="348"/>
                  </a:lnTo>
                  <a:lnTo>
                    <a:pt x="918" y="344"/>
                  </a:lnTo>
                  <a:lnTo>
                    <a:pt x="916" y="342"/>
                  </a:lnTo>
                  <a:lnTo>
                    <a:pt x="912" y="340"/>
                  </a:lnTo>
                  <a:lnTo>
                    <a:pt x="908" y="338"/>
                  </a:lnTo>
                  <a:lnTo>
                    <a:pt x="904" y="334"/>
                  </a:lnTo>
                  <a:lnTo>
                    <a:pt x="900" y="332"/>
                  </a:lnTo>
                  <a:lnTo>
                    <a:pt x="898" y="328"/>
                  </a:lnTo>
                  <a:lnTo>
                    <a:pt x="896" y="326"/>
                  </a:lnTo>
                  <a:lnTo>
                    <a:pt x="894" y="326"/>
                  </a:lnTo>
                  <a:lnTo>
                    <a:pt x="890" y="320"/>
                  </a:lnTo>
                  <a:lnTo>
                    <a:pt x="886" y="316"/>
                  </a:lnTo>
                  <a:lnTo>
                    <a:pt x="882" y="314"/>
                  </a:lnTo>
                  <a:lnTo>
                    <a:pt x="878" y="312"/>
                  </a:lnTo>
                  <a:lnTo>
                    <a:pt x="874" y="312"/>
                  </a:lnTo>
                  <a:lnTo>
                    <a:pt x="870" y="312"/>
                  </a:lnTo>
                  <a:lnTo>
                    <a:pt x="830" y="310"/>
                  </a:lnTo>
                  <a:lnTo>
                    <a:pt x="826" y="308"/>
                  </a:lnTo>
                  <a:lnTo>
                    <a:pt x="820" y="308"/>
                  </a:lnTo>
                  <a:lnTo>
                    <a:pt x="818" y="308"/>
                  </a:lnTo>
                  <a:lnTo>
                    <a:pt x="814" y="312"/>
                  </a:lnTo>
                  <a:lnTo>
                    <a:pt x="812" y="314"/>
                  </a:lnTo>
                  <a:lnTo>
                    <a:pt x="810" y="318"/>
                  </a:lnTo>
                  <a:lnTo>
                    <a:pt x="810" y="320"/>
                  </a:lnTo>
                  <a:lnTo>
                    <a:pt x="810" y="324"/>
                  </a:lnTo>
                  <a:lnTo>
                    <a:pt x="808" y="326"/>
                  </a:lnTo>
                  <a:lnTo>
                    <a:pt x="806" y="328"/>
                  </a:lnTo>
                  <a:lnTo>
                    <a:pt x="806" y="332"/>
                  </a:lnTo>
                  <a:lnTo>
                    <a:pt x="806" y="336"/>
                  </a:lnTo>
                  <a:lnTo>
                    <a:pt x="806" y="340"/>
                  </a:lnTo>
                  <a:lnTo>
                    <a:pt x="806" y="342"/>
                  </a:lnTo>
                  <a:lnTo>
                    <a:pt x="806" y="344"/>
                  </a:lnTo>
                  <a:lnTo>
                    <a:pt x="810" y="348"/>
                  </a:lnTo>
                  <a:lnTo>
                    <a:pt x="812" y="354"/>
                  </a:lnTo>
                  <a:lnTo>
                    <a:pt x="814" y="358"/>
                  </a:lnTo>
                  <a:lnTo>
                    <a:pt x="814" y="362"/>
                  </a:lnTo>
                  <a:lnTo>
                    <a:pt x="814" y="366"/>
                  </a:lnTo>
                  <a:lnTo>
                    <a:pt x="808" y="388"/>
                  </a:lnTo>
                  <a:lnTo>
                    <a:pt x="804" y="402"/>
                  </a:lnTo>
                  <a:lnTo>
                    <a:pt x="802" y="408"/>
                  </a:lnTo>
                  <a:lnTo>
                    <a:pt x="806" y="416"/>
                  </a:lnTo>
                  <a:lnTo>
                    <a:pt x="810" y="430"/>
                  </a:lnTo>
                  <a:lnTo>
                    <a:pt x="814" y="446"/>
                  </a:lnTo>
                  <a:lnTo>
                    <a:pt x="816" y="458"/>
                  </a:lnTo>
                  <a:lnTo>
                    <a:pt x="818" y="462"/>
                  </a:lnTo>
                  <a:lnTo>
                    <a:pt x="818" y="470"/>
                  </a:lnTo>
                  <a:lnTo>
                    <a:pt x="816" y="474"/>
                  </a:lnTo>
                  <a:lnTo>
                    <a:pt x="814" y="478"/>
                  </a:lnTo>
                  <a:lnTo>
                    <a:pt x="812" y="482"/>
                  </a:lnTo>
                  <a:lnTo>
                    <a:pt x="810" y="482"/>
                  </a:lnTo>
                  <a:lnTo>
                    <a:pt x="808" y="484"/>
                  </a:lnTo>
                  <a:lnTo>
                    <a:pt x="806" y="484"/>
                  </a:lnTo>
                  <a:lnTo>
                    <a:pt x="804" y="490"/>
                  </a:lnTo>
                  <a:lnTo>
                    <a:pt x="800" y="496"/>
                  </a:lnTo>
                  <a:lnTo>
                    <a:pt x="796" y="500"/>
                  </a:lnTo>
                  <a:lnTo>
                    <a:pt x="792" y="502"/>
                  </a:lnTo>
                  <a:lnTo>
                    <a:pt x="788" y="504"/>
                  </a:lnTo>
                  <a:lnTo>
                    <a:pt x="790" y="506"/>
                  </a:lnTo>
                  <a:lnTo>
                    <a:pt x="790" y="510"/>
                  </a:lnTo>
                  <a:lnTo>
                    <a:pt x="790" y="514"/>
                  </a:lnTo>
                  <a:lnTo>
                    <a:pt x="790" y="520"/>
                  </a:lnTo>
                  <a:lnTo>
                    <a:pt x="790" y="524"/>
                  </a:lnTo>
                  <a:lnTo>
                    <a:pt x="790" y="530"/>
                  </a:lnTo>
                  <a:lnTo>
                    <a:pt x="790" y="532"/>
                  </a:lnTo>
                  <a:lnTo>
                    <a:pt x="790" y="534"/>
                  </a:lnTo>
                  <a:lnTo>
                    <a:pt x="790" y="540"/>
                  </a:lnTo>
                  <a:lnTo>
                    <a:pt x="792" y="544"/>
                  </a:lnTo>
                  <a:lnTo>
                    <a:pt x="794" y="548"/>
                  </a:lnTo>
                  <a:lnTo>
                    <a:pt x="798" y="552"/>
                  </a:lnTo>
                  <a:lnTo>
                    <a:pt x="800" y="554"/>
                  </a:lnTo>
                  <a:lnTo>
                    <a:pt x="800" y="562"/>
                  </a:lnTo>
                  <a:lnTo>
                    <a:pt x="798" y="568"/>
                  </a:lnTo>
                  <a:lnTo>
                    <a:pt x="794" y="572"/>
                  </a:lnTo>
                  <a:lnTo>
                    <a:pt x="792" y="576"/>
                  </a:lnTo>
                  <a:lnTo>
                    <a:pt x="790" y="578"/>
                  </a:lnTo>
                  <a:lnTo>
                    <a:pt x="786" y="582"/>
                  </a:lnTo>
                  <a:lnTo>
                    <a:pt x="782" y="584"/>
                  </a:lnTo>
                  <a:lnTo>
                    <a:pt x="778" y="584"/>
                  </a:lnTo>
                  <a:lnTo>
                    <a:pt x="776" y="582"/>
                  </a:lnTo>
                  <a:lnTo>
                    <a:pt x="774" y="580"/>
                  </a:lnTo>
                  <a:lnTo>
                    <a:pt x="772" y="578"/>
                  </a:lnTo>
                  <a:lnTo>
                    <a:pt x="770" y="576"/>
                  </a:lnTo>
                  <a:lnTo>
                    <a:pt x="770" y="574"/>
                  </a:lnTo>
                  <a:lnTo>
                    <a:pt x="768" y="570"/>
                  </a:lnTo>
                  <a:lnTo>
                    <a:pt x="766" y="566"/>
                  </a:lnTo>
                  <a:lnTo>
                    <a:pt x="764" y="562"/>
                  </a:lnTo>
                  <a:lnTo>
                    <a:pt x="764" y="560"/>
                  </a:lnTo>
                  <a:lnTo>
                    <a:pt x="762" y="558"/>
                  </a:lnTo>
                  <a:lnTo>
                    <a:pt x="758" y="556"/>
                  </a:lnTo>
                  <a:lnTo>
                    <a:pt x="754" y="554"/>
                  </a:lnTo>
                  <a:lnTo>
                    <a:pt x="752" y="550"/>
                  </a:lnTo>
                  <a:lnTo>
                    <a:pt x="752" y="548"/>
                  </a:lnTo>
                  <a:lnTo>
                    <a:pt x="752" y="546"/>
                  </a:lnTo>
                  <a:lnTo>
                    <a:pt x="752" y="544"/>
                  </a:lnTo>
                  <a:lnTo>
                    <a:pt x="752" y="542"/>
                  </a:lnTo>
                  <a:lnTo>
                    <a:pt x="750" y="540"/>
                  </a:lnTo>
                  <a:lnTo>
                    <a:pt x="748" y="534"/>
                  </a:lnTo>
                  <a:lnTo>
                    <a:pt x="746" y="530"/>
                  </a:lnTo>
                  <a:lnTo>
                    <a:pt x="746" y="524"/>
                  </a:lnTo>
                  <a:lnTo>
                    <a:pt x="744" y="522"/>
                  </a:lnTo>
                  <a:lnTo>
                    <a:pt x="744" y="520"/>
                  </a:lnTo>
                  <a:lnTo>
                    <a:pt x="744" y="510"/>
                  </a:lnTo>
                  <a:lnTo>
                    <a:pt x="742" y="504"/>
                  </a:lnTo>
                  <a:lnTo>
                    <a:pt x="738" y="500"/>
                  </a:lnTo>
                  <a:lnTo>
                    <a:pt x="736" y="496"/>
                  </a:lnTo>
                  <a:lnTo>
                    <a:pt x="732" y="494"/>
                  </a:lnTo>
                  <a:lnTo>
                    <a:pt x="730" y="492"/>
                  </a:lnTo>
                  <a:lnTo>
                    <a:pt x="728" y="492"/>
                  </a:lnTo>
                  <a:lnTo>
                    <a:pt x="726" y="492"/>
                  </a:lnTo>
                  <a:lnTo>
                    <a:pt x="714" y="490"/>
                  </a:lnTo>
                  <a:lnTo>
                    <a:pt x="702" y="490"/>
                  </a:lnTo>
                  <a:lnTo>
                    <a:pt x="690" y="492"/>
                  </a:lnTo>
                  <a:lnTo>
                    <a:pt x="686" y="492"/>
                  </a:lnTo>
                  <a:lnTo>
                    <a:pt x="670" y="488"/>
                  </a:lnTo>
                  <a:lnTo>
                    <a:pt x="660" y="478"/>
                  </a:lnTo>
                  <a:lnTo>
                    <a:pt x="652" y="468"/>
                  </a:lnTo>
                  <a:lnTo>
                    <a:pt x="650" y="458"/>
                  </a:lnTo>
                  <a:lnTo>
                    <a:pt x="650" y="456"/>
                  </a:lnTo>
                  <a:lnTo>
                    <a:pt x="644" y="446"/>
                  </a:lnTo>
                  <a:lnTo>
                    <a:pt x="640" y="440"/>
                  </a:lnTo>
                  <a:lnTo>
                    <a:pt x="636" y="434"/>
                  </a:lnTo>
                  <a:lnTo>
                    <a:pt x="630" y="430"/>
                  </a:lnTo>
                  <a:lnTo>
                    <a:pt x="628" y="428"/>
                  </a:lnTo>
                  <a:lnTo>
                    <a:pt x="624" y="428"/>
                  </a:lnTo>
                  <a:lnTo>
                    <a:pt x="622" y="420"/>
                  </a:lnTo>
                  <a:lnTo>
                    <a:pt x="620" y="416"/>
                  </a:lnTo>
                  <a:lnTo>
                    <a:pt x="618" y="412"/>
                  </a:lnTo>
                  <a:lnTo>
                    <a:pt x="616" y="410"/>
                  </a:lnTo>
                  <a:lnTo>
                    <a:pt x="608" y="412"/>
                  </a:lnTo>
                  <a:lnTo>
                    <a:pt x="602" y="410"/>
                  </a:lnTo>
                  <a:lnTo>
                    <a:pt x="598" y="408"/>
                  </a:lnTo>
                  <a:lnTo>
                    <a:pt x="594" y="402"/>
                  </a:lnTo>
                  <a:lnTo>
                    <a:pt x="592" y="398"/>
                  </a:lnTo>
                  <a:lnTo>
                    <a:pt x="592" y="392"/>
                  </a:lnTo>
                  <a:lnTo>
                    <a:pt x="590" y="388"/>
                  </a:lnTo>
                  <a:lnTo>
                    <a:pt x="590" y="386"/>
                  </a:lnTo>
                  <a:lnTo>
                    <a:pt x="590" y="384"/>
                  </a:lnTo>
                  <a:lnTo>
                    <a:pt x="592" y="372"/>
                  </a:lnTo>
                  <a:lnTo>
                    <a:pt x="598" y="358"/>
                  </a:lnTo>
                  <a:lnTo>
                    <a:pt x="608" y="342"/>
                  </a:lnTo>
                  <a:lnTo>
                    <a:pt x="618" y="330"/>
                  </a:lnTo>
                  <a:lnTo>
                    <a:pt x="624" y="320"/>
                  </a:lnTo>
                  <a:lnTo>
                    <a:pt x="628" y="318"/>
                  </a:lnTo>
                  <a:lnTo>
                    <a:pt x="634" y="316"/>
                  </a:lnTo>
                  <a:lnTo>
                    <a:pt x="638" y="312"/>
                  </a:lnTo>
                  <a:lnTo>
                    <a:pt x="642" y="308"/>
                  </a:lnTo>
                  <a:lnTo>
                    <a:pt x="644" y="306"/>
                  </a:lnTo>
                  <a:lnTo>
                    <a:pt x="644" y="304"/>
                  </a:lnTo>
                  <a:lnTo>
                    <a:pt x="646" y="302"/>
                  </a:lnTo>
                  <a:lnTo>
                    <a:pt x="644" y="298"/>
                  </a:lnTo>
                  <a:lnTo>
                    <a:pt x="644" y="296"/>
                  </a:lnTo>
                  <a:lnTo>
                    <a:pt x="646" y="294"/>
                  </a:lnTo>
                  <a:lnTo>
                    <a:pt x="646" y="292"/>
                  </a:lnTo>
                  <a:lnTo>
                    <a:pt x="648" y="292"/>
                  </a:lnTo>
                  <a:lnTo>
                    <a:pt x="650" y="292"/>
                  </a:lnTo>
                  <a:lnTo>
                    <a:pt x="652" y="290"/>
                  </a:lnTo>
                  <a:lnTo>
                    <a:pt x="656" y="292"/>
                  </a:lnTo>
                  <a:lnTo>
                    <a:pt x="662" y="292"/>
                  </a:lnTo>
                  <a:lnTo>
                    <a:pt x="666" y="294"/>
                  </a:lnTo>
                  <a:lnTo>
                    <a:pt x="670" y="296"/>
                  </a:lnTo>
                  <a:lnTo>
                    <a:pt x="672" y="296"/>
                  </a:lnTo>
                  <a:lnTo>
                    <a:pt x="674" y="298"/>
                  </a:lnTo>
                  <a:lnTo>
                    <a:pt x="678" y="292"/>
                  </a:lnTo>
                  <a:lnTo>
                    <a:pt x="682" y="282"/>
                  </a:lnTo>
                  <a:lnTo>
                    <a:pt x="682" y="270"/>
                  </a:lnTo>
                  <a:lnTo>
                    <a:pt x="682" y="266"/>
                  </a:lnTo>
                  <a:lnTo>
                    <a:pt x="684" y="250"/>
                  </a:lnTo>
                  <a:lnTo>
                    <a:pt x="690" y="238"/>
                  </a:lnTo>
                  <a:lnTo>
                    <a:pt x="698" y="230"/>
                  </a:lnTo>
                  <a:lnTo>
                    <a:pt x="700" y="226"/>
                  </a:lnTo>
                  <a:lnTo>
                    <a:pt x="702" y="220"/>
                  </a:lnTo>
                  <a:lnTo>
                    <a:pt x="704" y="218"/>
                  </a:lnTo>
                  <a:lnTo>
                    <a:pt x="704" y="216"/>
                  </a:lnTo>
                  <a:lnTo>
                    <a:pt x="702" y="214"/>
                  </a:lnTo>
                  <a:lnTo>
                    <a:pt x="700" y="214"/>
                  </a:lnTo>
                  <a:lnTo>
                    <a:pt x="698" y="216"/>
                  </a:lnTo>
                  <a:lnTo>
                    <a:pt x="668" y="200"/>
                  </a:lnTo>
                  <a:lnTo>
                    <a:pt x="668" y="196"/>
                  </a:lnTo>
                  <a:lnTo>
                    <a:pt x="670" y="196"/>
                  </a:lnTo>
                  <a:lnTo>
                    <a:pt x="672" y="194"/>
                  </a:lnTo>
                  <a:lnTo>
                    <a:pt x="676" y="194"/>
                  </a:lnTo>
                  <a:lnTo>
                    <a:pt x="680" y="194"/>
                  </a:lnTo>
                  <a:lnTo>
                    <a:pt x="684" y="196"/>
                  </a:lnTo>
                  <a:lnTo>
                    <a:pt x="688" y="196"/>
                  </a:lnTo>
                  <a:lnTo>
                    <a:pt x="692" y="196"/>
                  </a:lnTo>
                  <a:lnTo>
                    <a:pt x="694" y="198"/>
                  </a:lnTo>
                  <a:lnTo>
                    <a:pt x="696" y="198"/>
                  </a:lnTo>
                  <a:lnTo>
                    <a:pt x="700" y="196"/>
                  </a:lnTo>
                  <a:lnTo>
                    <a:pt x="704" y="196"/>
                  </a:lnTo>
                  <a:lnTo>
                    <a:pt x="710" y="198"/>
                  </a:lnTo>
                  <a:lnTo>
                    <a:pt x="716" y="198"/>
                  </a:lnTo>
                  <a:lnTo>
                    <a:pt x="720" y="200"/>
                  </a:lnTo>
                  <a:lnTo>
                    <a:pt x="724" y="200"/>
                  </a:lnTo>
                  <a:lnTo>
                    <a:pt x="726" y="202"/>
                  </a:lnTo>
                  <a:lnTo>
                    <a:pt x="732" y="190"/>
                  </a:lnTo>
                  <a:lnTo>
                    <a:pt x="738" y="194"/>
                  </a:lnTo>
                  <a:lnTo>
                    <a:pt x="744" y="194"/>
                  </a:lnTo>
                  <a:lnTo>
                    <a:pt x="748" y="194"/>
                  </a:lnTo>
                  <a:lnTo>
                    <a:pt x="752" y="192"/>
                  </a:lnTo>
                  <a:lnTo>
                    <a:pt x="754" y="190"/>
                  </a:lnTo>
                  <a:lnTo>
                    <a:pt x="756" y="190"/>
                  </a:lnTo>
                  <a:lnTo>
                    <a:pt x="758" y="186"/>
                  </a:lnTo>
                  <a:lnTo>
                    <a:pt x="760" y="182"/>
                  </a:lnTo>
                  <a:lnTo>
                    <a:pt x="762" y="178"/>
                  </a:lnTo>
                  <a:lnTo>
                    <a:pt x="764" y="174"/>
                  </a:lnTo>
                  <a:lnTo>
                    <a:pt x="766" y="170"/>
                  </a:lnTo>
                  <a:lnTo>
                    <a:pt x="770" y="168"/>
                  </a:lnTo>
                  <a:lnTo>
                    <a:pt x="772" y="166"/>
                  </a:lnTo>
                  <a:lnTo>
                    <a:pt x="772" y="162"/>
                  </a:lnTo>
                  <a:lnTo>
                    <a:pt x="774" y="156"/>
                  </a:lnTo>
                  <a:lnTo>
                    <a:pt x="774" y="152"/>
                  </a:lnTo>
                  <a:lnTo>
                    <a:pt x="772" y="146"/>
                  </a:lnTo>
                  <a:lnTo>
                    <a:pt x="770" y="140"/>
                  </a:lnTo>
                  <a:lnTo>
                    <a:pt x="768" y="138"/>
                  </a:lnTo>
                  <a:lnTo>
                    <a:pt x="764" y="136"/>
                  </a:lnTo>
                  <a:lnTo>
                    <a:pt x="762" y="134"/>
                  </a:lnTo>
                  <a:lnTo>
                    <a:pt x="758" y="132"/>
                  </a:lnTo>
                  <a:lnTo>
                    <a:pt x="756" y="128"/>
                  </a:lnTo>
                  <a:lnTo>
                    <a:pt x="756" y="124"/>
                  </a:lnTo>
                  <a:lnTo>
                    <a:pt x="756" y="120"/>
                  </a:lnTo>
                  <a:lnTo>
                    <a:pt x="758" y="118"/>
                  </a:lnTo>
                  <a:lnTo>
                    <a:pt x="764" y="114"/>
                  </a:lnTo>
                  <a:lnTo>
                    <a:pt x="766" y="114"/>
                  </a:lnTo>
                  <a:lnTo>
                    <a:pt x="768" y="114"/>
                  </a:lnTo>
                  <a:lnTo>
                    <a:pt x="770" y="114"/>
                  </a:lnTo>
                  <a:lnTo>
                    <a:pt x="772" y="112"/>
                  </a:lnTo>
                  <a:lnTo>
                    <a:pt x="774" y="110"/>
                  </a:lnTo>
                  <a:lnTo>
                    <a:pt x="774" y="106"/>
                  </a:lnTo>
                  <a:lnTo>
                    <a:pt x="774" y="102"/>
                  </a:lnTo>
                  <a:lnTo>
                    <a:pt x="772" y="100"/>
                  </a:lnTo>
                  <a:lnTo>
                    <a:pt x="770" y="98"/>
                  </a:lnTo>
                  <a:lnTo>
                    <a:pt x="766" y="96"/>
                  </a:lnTo>
                  <a:lnTo>
                    <a:pt x="764" y="94"/>
                  </a:lnTo>
                  <a:lnTo>
                    <a:pt x="762" y="94"/>
                  </a:lnTo>
                  <a:lnTo>
                    <a:pt x="760" y="96"/>
                  </a:lnTo>
                  <a:lnTo>
                    <a:pt x="758" y="72"/>
                  </a:lnTo>
                  <a:lnTo>
                    <a:pt x="754" y="74"/>
                  </a:lnTo>
                  <a:lnTo>
                    <a:pt x="750" y="74"/>
                  </a:lnTo>
                  <a:lnTo>
                    <a:pt x="744" y="74"/>
                  </a:lnTo>
                  <a:lnTo>
                    <a:pt x="740" y="72"/>
                  </a:lnTo>
                  <a:lnTo>
                    <a:pt x="736" y="70"/>
                  </a:lnTo>
                  <a:lnTo>
                    <a:pt x="732" y="70"/>
                  </a:lnTo>
                  <a:lnTo>
                    <a:pt x="730" y="70"/>
                  </a:lnTo>
                  <a:lnTo>
                    <a:pt x="734" y="100"/>
                  </a:lnTo>
                  <a:lnTo>
                    <a:pt x="732" y="102"/>
                  </a:lnTo>
                  <a:lnTo>
                    <a:pt x="728" y="106"/>
                  </a:lnTo>
                  <a:lnTo>
                    <a:pt x="726" y="112"/>
                  </a:lnTo>
                  <a:lnTo>
                    <a:pt x="722" y="120"/>
                  </a:lnTo>
                  <a:lnTo>
                    <a:pt x="718" y="132"/>
                  </a:lnTo>
                  <a:lnTo>
                    <a:pt x="718" y="134"/>
                  </a:lnTo>
                  <a:lnTo>
                    <a:pt x="716" y="136"/>
                  </a:lnTo>
                  <a:lnTo>
                    <a:pt x="714" y="138"/>
                  </a:lnTo>
                  <a:lnTo>
                    <a:pt x="710" y="140"/>
                  </a:lnTo>
                  <a:lnTo>
                    <a:pt x="708" y="138"/>
                  </a:lnTo>
                  <a:lnTo>
                    <a:pt x="704" y="136"/>
                  </a:lnTo>
                  <a:lnTo>
                    <a:pt x="700" y="132"/>
                  </a:lnTo>
                  <a:lnTo>
                    <a:pt x="696" y="98"/>
                  </a:lnTo>
                  <a:lnTo>
                    <a:pt x="694" y="96"/>
                  </a:lnTo>
                  <a:lnTo>
                    <a:pt x="694" y="94"/>
                  </a:lnTo>
                  <a:lnTo>
                    <a:pt x="692" y="92"/>
                  </a:lnTo>
                  <a:lnTo>
                    <a:pt x="692" y="94"/>
                  </a:lnTo>
                  <a:lnTo>
                    <a:pt x="690" y="96"/>
                  </a:lnTo>
                  <a:lnTo>
                    <a:pt x="688" y="102"/>
                  </a:lnTo>
                  <a:lnTo>
                    <a:pt x="686" y="104"/>
                  </a:lnTo>
                  <a:lnTo>
                    <a:pt x="686" y="106"/>
                  </a:lnTo>
                  <a:lnTo>
                    <a:pt x="682" y="110"/>
                  </a:lnTo>
                  <a:lnTo>
                    <a:pt x="680" y="112"/>
                  </a:lnTo>
                  <a:lnTo>
                    <a:pt x="678" y="114"/>
                  </a:lnTo>
                  <a:lnTo>
                    <a:pt x="676" y="116"/>
                  </a:lnTo>
                  <a:lnTo>
                    <a:pt x="674" y="116"/>
                  </a:lnTo>
                  <a:lnTo>
                    <a:pt x="672" y="114"/>
                  </a:lnTo>
                  <a:lnTo>
                    <a:pt x="670" y="110"/>
                  </a:lnTo>
                  <a:lnTo>
                    <a:pt x="670" y="106"/>
                  </a:lnTo>
                  <a:lnTo>
                    <a:pt x="670" y="100"/>
                  </a:lnTo>
                  <a:lnTo>
                    <a:pt x="670" y="98"/>
                  </a:lnTo>
                  <a:lnTo>
                    <a:pt x="668" y="96"/>
                  </a:lnTo>
                  <a:lnTo>
                    <a:pt x="666" y="96"/>
                  </a:lnTo>
                  <a:lnTo>
                    <a:pt x="664" y="98"/>
                  </a:lnTo>
                  <a:lnTo>
                    <a:pt x="662" y="98"/>
                  </a:lnTo>
                  <a:lnTo>
                    <a:pt x="660" y="100"/>
                  </a:lnTo>
                  <a:lnTo>
                    <a:pt x="658" y="100"/>
                  </a:lnTo>
                  <a:lnTo>
                    <a:pt x="654" y="100"/>
                  </a:lnTo>
                  <a:lnTo>
                    <a:pt x="652" y="98"/>
                  </a:lnTo>
                  <a:lnTo>
                    <a:pt x="648" y="96"/>
                  </a:lnTo>
                  <a:lnTo>
                    <a:pt x="646" y="94"/>
                  </a:lnTo>
                  <a:lnTo>
                    <a:pt x="644" y="92"/>
                  </a:lnTo>
                  <a:lnTo>
                    <a:pt x="644" y="90"/>
                  </a:lnTo>
                  <a:lnTo>
                    <a:pt x="646" y="88"/>
                  </a:lnTo>
                  <a:lnTo>
                    <a:pt x="648" y="82"/>
                  </a:lnTo>
                  <a:lnTo>
                    <a:pt x="650" y="76"/>
                  </a:lnTo>
                  <a:lnTo>
                    <a:pt x="650" y="70"/>
                  </a:lnTo>
                  <a:lnTo>
                    <a:pt x="650" y="64"/>
                  </a:lnTo>
                  <a:lnTo>
                    <a:pt x="650" y="60"/>
                  </a:lnTo>
                  <a:lnTo>
                    <a:pt x="650" y="58"/>
                  </a:lnTo>
                  <a:lnTo>
                    <a:pt x="648" y="56"/>
                  </a:lnTo>
                  <a:lnTo>
                    <a:pt x="646" y="52"/>
                  </a:lnTo>
                  <a:lnTo>
                    <a:pt x="644" y="48"/>
                  </a:lnTo>
                  <a:lnTo>
                    <a:pt x="644" y="44"/>
                  </a:lnTo>
                  <a:lnTo>
                    <a:pt x="644" y="42"/>
                  </a:lnTo>
                  <a:lnTo>
                    <a:pt x="642" y="34"/>
                  </a:lnTo>
                  <a:lnTo>
                    <a:pt x="638" y="26"/>
                  </a:lnTo>
                  <a:lnTo>
                    <a:pt x="632" y="16"/>
                  </a:lnTo>
                  <a:lnTo>
                    <a:pt x="626" y="10"/>
                  </a:lnTo>
                  <a:lnTo>
                    <a:pt x="624" y="8"/>
                  </a:lnTo>
                  <a:lnTo>
                    <a:pt x="622" y="2"/>
                  </a:lnTo>
                  <a:lnTo>
                    <a:pt x="620" y="0"/>
                  </a:lnTo>
                  <a:lnTo>
                    <a:pt x="618" y="0"/>
                  </a:lnTo>
                  <a:lnTo>
                    <a:pt x="616" y="0"/>
                  </a:lnTo>
                  <a:lnTo>
                    <a:pt x="614" y="0"/>
                  </a:lnTo>
                  <a:lnTo>
                    <a:pt x="612" y="2"/>
                  </a:lnTo>
                  <a:lnTo>
                    <a:pt x="610" y="4"/>
                  </a:lnTo>
                  <a:lnTo>
                    <a:pt x="608" y="4"/>
                  </a:lnTo>
                  <a:lnTo>
                    <a:pt x="604" y="6"/>
                  </a:lnTo>
                  <a:lnTo>
                    <a:pt x="604" y="10"/>
                  </a:lnTo>
                  <a:lnTo>
                    <a:pt x="602" y="14"/>
                  </a:lnTo>
                  <a:lnTo>
                    <a:pt x="602" y="20"/>
                  </a:lnTo>
                  <a:lnTo>
                    <a:pt x="600" y="22"/>
                  </a:lnTo>
                  <a:lnTo>
                    <a:pt x="600" y="24"/>
                  </a:lnTo>
                  <a:lnTo>
                    <a:pt x="594" y="28"/>
                  </a:lnTo>
                  <a:lnTo>
                    <a:pt x="590" y="34"/>
                  </a:lnTo>
                  <a:lnTo>
                    <a:pt x="588" y="40"/>
                  </a:lnTo>
                  <a:lnTo>
                    <a:pt x="588" y="44"/>
                  </a:lnTo>
                  <a:lnTo>
                    <a:pt x="588" y="48"/>
                  </a:lnTo>
                  <a:lnTo>
                    <a:pt x="588" y="50"/>
                  </a:lnTo>
                  <a:lnTo>
                    <a:pt x="588" y="52"/>
                  </a:lnTo>
                  <a:lnTo>
                    <a:pt x="590" y="68"/>
                  </a:lnTo>
                  <a:lnTo>
                    <a:pt x="598" y="78"/>
                  </a:lnTo>
                  <a:lnTo>
                    <a:pt x="606" y="84"/>
                  </a:lnTo>
                  <a:lnTo>
                    <a:pt x="612" y="86"/>
                  </a:lnTo>
                  <a:lnTo>
                    <a:pt x="616" y="88"/>
                  </a:lnTo>
                  <a:lnTo>
                    <a:pt x="610" y="92"/>
                  </a:lnTo>
                  <a:lnTo>
                    <a:pt x="608" y="98"/>
                  </a:lnTo>
                  <a:lnTo>
                    <a:pt x="608" y="102"/>
                  </a:lnTo>
                  <a:lnTo>
                    <a:pt x="610" y="106"/>
                  </a:lnTo>
                  <a:lnTo>
                    <a:pt x="612" y="108"/>
                  </a:lnTo>
                  <a:lnTo>
                    <a:pt x="616" y="112"/>
                  </a:lnTo>
                  <a:lnTo>
                    <a:pt x="618" y="114"/>
                  </a:lnTo>
                  <a:lnTo>
                    <a:pt x="622" y="114"/>
                  </a:lnTo>
                  <a:lnTo>
                    <a:pt x="624" y="116"/>
                  </a:lnTo>
                  <a:lnTo>
                    <a:pt x="628" y="118"/>
                  </a:lnTo>
                  <a:lnTo>
                    <a:pt x="630" y="120"/>
                  </a:lnTo>
                  <a:lnTo>
                    <a:pt x="630" y="122"/>
                  </a:lnTo>
                  <a:lnTo>
                    <a:pt x="630" y="124"/>
                  </a:lnTo>
                  <a:lnTo>
                    <a:pt x="630" y="128"/>
                  </a:lnTo>
                  <a:lnTo>
                    <a:pt x="628" y="130"/>
                  </a:lnTo>
                  <a:lnTo>
                    <a:pt x="624" y="134"/>
                  </a:lnTo>
                  <a:lnTo>
                    <a:pt x="614" y="140"/>
                  </a:lnTo>
                  <a:lnTo>
                    <a:pt x="606" y="146"/>
                  </a:lnTo>
                  <a:lnTo>
                    <a:pt x="598" y="150"/>
                  </a:lnTo>
                  <a:lnTo>
                    <a:pt x="594" y="152"/>
                  </a:lnTo>
                  <a:lnTo>
                    <a:pt x="588" y="150"/>
                  </a:lnTo>
                  <a:lnTo>
                    <a:pt x="584" y="150"/>
                  </a:lnTo>
                  <a:lnTo>
                    <a:pt x="582" y="150"/>
                  </a:lnTo>
                  <a:lnTo>
                    <a:pt x="582" y="148"/>
                  </a:lnTo>
                  <a:lnTo>
                    <a:pt x="584" y="124"/>
                  </a:lnTo>
                  <a:lnTo>
                    <a:pt x="568" y="124"/>
                  </a:lnTo>
                  <a:lnTo>
                    <a:pt x="562" y="124"/>
                  </a:lnTo>
                  <a:lnTo>
                    <a:pt x="558" y="124"/>
                  </a:lnTo>
                  <a:lnTo>
                    <a:pt x="556" y="124"/>
                  </a:lnTo>
                  <a:lnTo>
                    <a:pt x="554" y="126"/>
                  </a:lnTo>
                  <a:lnTo>
                    <a:pt x="552" y="128"/>
                  </a:lnTo>
                  <a:lnTo>
                    <a:pt x="554" y="138"/>
                  </a:lnTo>
                  <a:lnTo>
                    <a:pt x="554" y="144"/>
                  </a:lnTo>
                  <a:lnTo>
                    <a:pt x="552" y="148"/>
                  </a:lnTo>
                  <a:lnTo>
                    <a:pt x="552" y="152"/>
                  </a:lnTo>
                  <a:lnTo>
                    <a:pt x="550" y="152"/>
                  </a:lnTo>
                  <a:lnTo>
                    <a:pt x="548" y="152"/>
                  </a:lnTo>
                  <a:lnTo>
                    <a:pt x="546" y="152"/>
                  </a:lnTo>
                  <a:lnTo>
                    <a:pt x="544" y="152"/>
                  </a:lnTo>
                  <a:lnTo>
                    <a:pt x="544" y="150"/>
                  </a:lnTo>
                  <a:lnTo>
                    <a:pt x="542" y="150"/>
                  </a:lnTo>
                  <a:lnTo>
                    <a:pt x="536" y="146"/>
                  </a:lnTo>
                  <a:lnTo>
                    <a:pt x="532" y="144"/>
                  </a:lnTo>
                  <a:lnTo>
                    <a:pt x="528" y="144"/>
                  </a:lnTo>
                  <a:lnTo>
                    <a:pt x="526" y="144"/>
                  </a:lnTo>
                  <a:lnTo>
                    <a:pt x="524" y="146"/>
                  </a:lnTo>
                  <a:lnTo>
                    <a:pt x="522" y="148"/>
                  </a:lnTo>
                  <a:lnTo>
                    <a:pt x="516" y="152"/>
                  </a:lnTo>
                  <a:lnTo>
                    <a:pt x="512" y="154"/>
                  </a:lnTo>
                  <a:lnTo>
                    <a:pt x="508" y="154"/>
                  </a:lnTo>
                  <a:lnTo>
                    <a:pt x="506" y="154"/>
                  </a:lnTo>
                  <a:lnTo>
                    <a:pt x="504" y="152"/>
                  </a:lnTo>
                  <a:lnTo>
                    <a:pt x="502" y="150"/>
                  </a:lnTo>
                  <a:lnTo>
                    <a:pt x="500" y="148"/>
                  </a:lnTo>
                  <a:lnTo>
                    <a:pt x="500" y="146"/>
                  </a:lnTo>
                  <a:lnTo>
                    <a:pt x="498" y="140"/>
                  </a:lnTo>
                  <a:lnTo>
                    <a:pt x="494" y="136"/>
                  </a:lnTo>
                  <a:lnTo>
                    <a:pt x="492" y="134"/>
                  </a:lnTo>
                  <a:lnTo>
                    <a:pt x="488" y="134"/>
                  </a:lnTo>
                  <a:lnTo>
                    <a:pt x="486" y="134"/>
                  </a:lnTo>
                  <a:lnTo>
                    <a:pt x="484" y="134"/>
                  </a:lnTo>
                  <a:lnTo>
                    <a:pt x="482" y="136"/>
                  </a:lnTo>
                  <a:lnTo>
                    <a:pt x="474" y="132"/>
                  </a:lnTo>
                  <a:lnTo>
                    <a:pt x="468" y="130"/>
                  </a:lnTo>
                  <a:lnTo>
                    <a:pt x="466" y="126"/>
                  </a:lnTo>
                  <a:lnTo>
                    <a:pt x="464" y="124"/>
                  </a:lnTo>
                  <a:lnTo>
                    <a:pt x="464" y="122"/>
                  </a:lnTo>
                  <a:lnTo>
                    <a:pt x="464" y="120"/>
                  </a:lnTo>
                  <a:lnTo>
                    <a:pt x="462" y="114"/>
                  </a:lnTo>
                  <a:lnTo>
                    <a:pt x="460" y="110"/>
                  </a:lnTo>
                  <a:lnTo>
                    <a:pt x="458" y="108"/>
                  </a:lnTo>
                  <a:lnTo>
                    <a:pt x="456" y="108"/>
                  </a:lnTo>
                  <a:lnTo>
                    <a:pt x="452" y="108"/>
                  </a:lnTo>
                  <a:lnTo>
                    <a:pt x="450" y="110"/>
                  </a:lnTo>
                  <a:lnTo>
                    <a:pt x="448" y="110"/>
                  </a:lnTo>
                  <a:lnTo>
                    <a:pt x="440" y="110"/>
                  </a:lnTo>
                  <a:lnTo>
                    <a:pt x="434" y="112"/>
                  </a:lnTo>
                  <a:lnTo>
                    <a:pt x="430" y="114"/>
                  </a:lnTo>
                  <a:lnTo>
                    <a:pt x="426" y="116"/>
                  </a:lnTo>
                  <a:lnTo>
                    <a:pt x="424" y="120"/>
                  </a:lnTo>
                  <a:lnTo>
                    <a:pt x="424" y="124"/>
                  </a:lnTo>
                  <a:lnTo>
                    <a:pt x="424" y="128"/>
                  </a:lnTo>
                  <a:lnTo>
                    <a:pt x="424" y="130"/>
                  </a:lnTo>
                  <a:lnTo>
                    <a:pt x="424" y="134"/>
                  </a:lnTo>
                  <a:lnTo>
                    <a:pt x="424" y="136"/>
                  </a:lnTo>
                  <a:lnTo>
                    <a:pt x="428" y="138"/>
                  </a:lnTo>
                  <a:lnTo>
                    <a:pt x="430" y="142"/>
                  </a:lnTo>
                  <a:lnTo>
                    <a:pt x="430" y="144"/>
                  </a:lnTo>
                  <a:lnTo>
                    <a:pt x="428" y="148"/>
                  </a:lnTo>
                  <a:lnTo>
                    <a:pt x="426" y="150"/>
                  </a:lnTo>
                  <a:lnTo>
                    <a:pt x="426" y="152"/>
                  </a:lnTo>
                  <a:lnTo>
                    <a:pt x="424" y="152"/>
                  </a:lnTo>
                  <a:lnTo>
                    <a:pt x="424" y="178"/>
                  </a:lnTo>
                  <a:lnTo>
                    <a:pt x="422" y="182"/>
                  </a:lnTo>
                  <a:lnTo>
                    <a:pt x="422" y="186"/>
                  </a:lnTo>
                  <a:lnTo>
                    <a:pt x="420" y="186"/>
                  </a:lnTo>
                  <a:lnTo>
                    <a:pt x="414" y="172"/>
                  </a:lnTo>
                  <a:lnTo>
                    <a:pt x="406" y="158"/>
                  </a:lnTo>
                  <a:lnTo>
                    <a:pt x="400" y="144"/>
                  </a:lnTo>
                  <a:lnTo>
                    <a:pt x="394" y="138"/>
                  </a:lnTo>
                  <a:lnTo>
                    <a:pt x="392" y="136"/>
                  </a:lnTo>
                  <a:lnTo>
                    <a:pt x="390" y="138"/>
                  </a:lnTo>
                  <a:lnTo>
                    <a:pt x="388" y="140"/>
                  </a:lnTo>
                  <a:lnTo>
                    <a:pt x="386" y="144"/>
                  </a:lnTo>
                  <a:lnTo>
                    <a:pt x="386" y="148"/>
                  </a:lnTo>
                  <a:lnTo>
                    <a:pt x="384" y="150"/>
                  </a:lnTo>
                  <a:lnTo>
                    <a:pt x="384" y="152"/>
                  </a:lnTo>
                  <a:lnTo>
                    <a:pt x="380" y="148"/>
                  </a:lnTo>
                  <a:lnTo>
                    <a:pt x="376" y="148"/>
                  </a:lnTo>
                  <a:lnTo>
                    <a:pt x="370" y="148"/>
                  </a:lnTo>
                  <a:lnTo>
                    <a:pt x="366" y="148"/>
                  </a:lnTo>
                  <a:lnTo>
                    <a:pt x="362" y="148"/>
                  </a:lnTo>
                  <a:lnTo>
                    <a:pt x="358" y="150"/>
                  </a:lnTo>
                  <a:lnTo>
                    <a:pt x="348" y="150"/>
                  </a:lnTo>
                  <a:lnTo>
                    <a:pt x="342" y="148"/>
                  </a:lnTo>
                  <a:lnTo>
                    <a:pt x="340" y="148"/>
                  </a:lnTo>
                  <a:lnTo>
                    <a:pt x="338" y="146"/>
                  </a:lnTo>
                  <a:lnTo>
                    <a:pt x="336" y="144"/>
                  </a:lnTo>
                  <a:lnTo>
                    <a:pt x="336" y="142"/>
                  </a:lnTo>
                  <a:lnTo>
                    <a:pt x="338" y="140"/>
                  </a:lnTo>
                  <a:lnTo>
                    <a:pt x="340" y="140"/>
                  </a:lnTo>
                  <a:lnTo>
                    <a:pt x="342" y="138"/>
                  </a:lnTo>
                  <a:lnTo>
                    <a:pt x="346" y="130"/>
                  </a:lnTo>
                  <a:lnTo>
                    <a:pt x="350" y="124"/>
                  </a:lnTo>
                  <a:lnTo>
                    <a:pt x="350" y="120"/>
                  </a:lnTo>
                  <a:lnTo>
                    <a:pt x="350" y="116"/>
                  </a:lnTo>
                  <a:lnTo>
                    <a:pt x="348" y="112"/>
                  </a:lnTo>
                  <a:lnTo>
                    <a:pt x="346" y="110"/>
                  </a:lnTo>
                  <a:lnTo>
                    <a:pt x="344" y="108"/>
                  </a:lnTo>
                  <a:lnTo>
                    <a:pt x="342" y="108"/>
                  </a:lnTo>
                  <a:lnTo>
                    <a:pt x="340" y="106"/>
                  </a:lnTo>
                  <a:lnTo>
                    <a:pt x="334" y="102"/>
                  </a:lnTo>
                  <a:lnTo>
                    <a:pt x="332" y="100"/>
                  </a:lnTo>
                  <a:lnTo>
                    <a:pt x="330" y="98"/>
                  </a:lnTo>
                  <a:lnTo>
                    <a:pt x="328" y="98"/>
                  </a:lnTo>
                  <a:lnTo>
                    <a:pt x="328" y="100"/>
                  </a:lnTo>
                  <a:lnTo>
                    <a:pt x="326" y="100"/>
                  </a:lnTo>
                  <a:lnTo>
                    <a:pt x="326" y="102"/>
                  </a:lnTo>
                  <a:lnTo>
                    <a:pt x="326" y="104"/>
                  </a:lnTo>
                  <a:lnTo>
                    <a:pt x="328" y="104"/>
                  </a:lnTo>
                  <a:lnTo>
                    <a:pt x="328" y="106"/>
                  </a:lnTo>
                  <a:lnTo>
                    <a:pt x="328" y="110"/>
                  </a:lnTo>
                  <a:lnTo>
                    <a:pt x="326" y="112"/>
                  </a:lnTo>
                  <a:lnTo>
                    <a:pt x="326" y="114"/>
                  </a:lnTo>
                  <a:lnTo>
                    <a:pt x="324" y="114"/>
                  </a:lnTo>
                  <a:lnTo>
                    <a:pt x="322" y="112"/>
                  </a:lnTo>
                  <a:lnTo>
                    <a:pt x="320" y="112"/>
                  </a:lnTo>
                  <a:lnTo>
                    <a:pt x="318" y="110"/>
                  </a:lnTo>
                  <a:lnTo>
                    <a:pt x="316" y="108"/>
                  </a:lnTo>
                  <a:lnTo>
                    <a:pt x="298" y="94"/>
                  </a:lnTo>
                  <a:lnTo>
                    <a:pt x="282" y="84"/>
                  </a:lnTo>
                  <a:lnTo>
                    <a:pt x="268" y="78"/>
                  </a:lnTo>
                  <a:lnTo>
                    <a:pt x="262" y="76"/>
                  </a:lnTo>
                  <a:lnTo>
                    <a:pt x="252" y="74"/>
                  </a:lnTo>
                  <a:lnTo>
                    <a:pt x="244" y="72"/>
                  </a:lnTo>
                  <a:lnTo>
                    <a:pt x="240" y="70"/>
                  </a:lnTo>
                  <a:lnTo>
                    <a:pt x="236" y="68"/>
                  </a:lnTo>
                  <a:lnTo>
                    <a:pt x="234" y="66"/>
                  </a:lnTo>
                  <a:lnTo>
                    <a:pt x="232" y="66"/>
                  </a:lnTo>
                  <a:lnTo>
                    <a:pt x="228" y="62"/>
                  </a:lnTo>
                  <a:lnTo>
                    <a:pt x="224" y="62"/>
                  </a:lnTo>
                  <a:lnTo>
                    <a:pt x="222" y="62"/>
                  </a:lnTo>
                  <a:lnTo>
                    <a:pt x="222" y="64"/>
                  </a:lnTo>
                  <a:lnTo>
                    <a:pt x="220" y="66"/>
                  </a:lnTo>
                  <a:lnTo>
                    <a:pt x="220" y="68"/>
                  </a:lnTo>
                  <a:lnTo>
                    <a:pt x="220" y="72"/>
                  </a:lnTo>
                  <a:lnTo>
                    <a:pt x="222" y="74"/>
                  </a:lnTo>
                  <a:lnTo>
                    <a:pt x="222" y="76"/>
                  </a:lnTo>
                  <a:lnTo>
                    <a:pt x="220" y="80"/>
                  </a:lnTo>
                  <a:lnTo>
                    <a:pt x="218" y="82"/>
                  </a:lnTo>
                  <a:lnTo>
                    <a:pt x="216" y="84"/>
                  </a:lnTo>
                  <a:lnTo>
                    <a:pt x="214" y="82"/>
                  </a:lnTo>
                  <a:lnTo>
                    <a:pt x="212" y="82"/>
                  </a:lnTo>
                  <a:lnTo>
                    <a:pt x="212" y="80"/>
                  </a:lnTo>
                  <a:lnTo>
                    <a:pt x="208" y="72"/>
                  </a:lnTo>
                  <a:lnTo>
                    <a:pt x="200" y="60"/>
                  </a:lnTo>
                  <a:lnTo>
                    <a:pt x="194" y="52"/>
                  </a:lnTo>
                  <a:lnTo>
                    <a:pt x="190" y="48"/>
                  </a:lnTo>
                  <a:lnTo>
                    <a:pt x="186" y="44"/>
                  </a:lnTo>
                  <a:lnTo>
                    <a:pt x="182" y="44"/>
                  </a:lnTo>
                  <a:lnTo>
                    <a:pt x="180" y="44"/>
                  </a:lnTo>
                  <a:lnTo>
                    <a:pt x="178" y="46"/>
                  </a:lnTo>
                  <a:lnTo>
                    <a:pt x="180" y="48"/>
                  </a:lnTo>
                  <a:lnTo>
                    <a:pt x="180" y="50"/>
                  </a:lnTo>
                  <a:lnTo>
                    <a:pt x="180" y="52"/>
                  </a:lnTo>
                  <a:lnTo>
                    <a:pt x="182" y="54"/>
                  </a:lnTo>
                  <a:lnTo>
                    <a:pt x="182" y="56"/>
                  </a:lnTo>
                  <a:lnTo>
                    <a:pt x="180" y="62"/>
                  </a:lnTo>
                  <a:lnTo>
                    <a:pt x="178" y="66"/>
                  </a:lnTo>
                  <a:lnTo>
                    <a:pt x="176" y="68"/>
                  </a:lnTo>
                  <a:lnTo>
                    <a:pt x="174" y="68"/>
                  </a:lnTo>
                  <a:lnTo>
                    <a:pt x="170" y="66"/>
                  </a:lnTo>
                  <a:lnTo>
                    <a:pt x="168" y="64"/>
                  </a:lnTo>
                  <a:lnTo>
                    <a:pt x="166" y="62"/>
                  </a:lnTo>
                  <a:lnTo>
                    <a:pt x="166" y="60"/>
                  </a:lnTo>
                  <a:lnTo>
                    <a:pt x="162" y="58"/>
                  </a:lnTo>
                  <a:lnTo>
                    <a:pt x="158" y="58"/>
                  </a:lnTo>
                  <a:lnTo>
                    <a:pt x="156" y="58"/>
                  </a:lnTo>
                  <a:lnTo>
                    <a:pt x="152" y="60"/>
                  </a:lnTo>
                  <a:lnTo>
                    <a:pt x="150" y="62"/>
                  </a:lnTo>
                  <a:lnTo>
                    <a:pt x="150" y="64"/>
                  </a:lnTo>
                  <a:lnTo>
                    <a:pt x="148" y="66"/>
                  </a:lnTo>
                  <a:lnTo>
                    <a:pt x="144" y="68"/>
                  </a:lnTo>
                  <a:lnTo>
                    <a:pt x="142" y="72"/>
                  </a:lnTo>
                  <a:lnTo>
                    <a:pt x="138" y="74"/>
                  </a:lnTo>
                  <a:lnTo>
                    <a:pt x="136" y="76"/>
                  </a:lnTo>
                  <a:lnTo>
                    <a:pt x="134" y="76"/>
                  </a:lnTo>
                  <a:lnTo>
                    <a:pt x="124" y="78"/>
                  </a:lnTo>
                  <a:lnTo>
                    <a:pt x="112" y="84"/>
                  </a:lnTo>
                  <a:lnTo>
                    <a:pt x="102" y="92"/>
                  </a:lnTo>
                  <a:lnTo>
                    <a:pt x="96" y="98"/>
                  </a:lnTo>
                  <a:lnTo>
                    <a:pt x="92" y="100"/>
                  </a:lnTo>
                  <a:lnTo>
                    <a:pt x="86" y="104"/>
                  </a:lnTo>
                  <a:lnTo>
                    <a:pt x="80" y="108"/>
                  </a:lnTo>
                  <a:lnTo>
                    <a:pt x="76" y="108"/>
                  </a:lnTo>
                  <a:lnTo>
                    <a:pt x="72" y="108"/>
                  </a:lnTo>
                  <a:lnTo>
                    <a:pt x="68" y="108"/>
                  </a:lnTo>
                  <a:lnTo>
                    <a:pt x="66" y="106"/>
                  </a:lnTo>
                  <a:lnTo>
                    <a:pt x="60" y="100"/>
                  </a:lnTo>
                  <a:lnTo>
                    <a:pt x="52" y="94"/>
                  </a:lnTo>
                  <a:lnTo>
                    <a:pt x="42" y="88"/>
                  </a:lnTo>
                  <a:lnTo>
                    <a:pt x="34" y="84"/>
                  </a:lnTo>
                  <a:lnTo>
                    <a:pt x="32" y="82"/>
                  </a:lnTo>
                  <a:lnTo>
                    <a:pt x="22" y="80"/>
                  </a:lnTo>
                  <a:lnTo>
                    <a:pt x="12" y="76"/>
                  </a:lnTo>
                  <a:lnTo>
                    <a:pt x="2" y="72"/>
                  </a:lnTo>
                  <a:lnTo>
                    <a:pt x="0" y="72"/>
                  </a:lnTo>
                  <a:lnTo>
                    <a:pt x="0" y="364"/>
                  </a:lnTo>
                  <a:lnTo>
                    <a:pt x="12" y="364"/>
                  </a:lnTo>
                  <a:lnTo>
                    <a:pt x="20" y="370"/>
                  </a:lnTo>
                  <a:lnTo>
                    <a:pt x="30" y="376"/>
                  </a:lnTo>
                  <a:lnTo>
                    <a:pt x="40" y="384"/>
                  </a:lnTo>
                  <a:lnTo>
                    <a:pt x="50" y="392"/>
                  </a:lnTo>
                  <a:lnTo>
                    <a:pt x="58" y="398"/>
                  </a:lnTo>
                  <a:lnTo>
                    <a:pt x="60" y="400"/>
                  </a:lnTo>
                  <a:lnTo>
                    <a:pt x="64" y="400"/>
                  </a:lnTo>
                  <a:lnTo>
                    <a:pt x="70" y="396"/>
                  </a:lnTo>
                  <a:lnTo>
                    <a:pt x="74" y="394"/>
                  </a:lnTo>
                  <a:lnTo>
                    <a:pt x="78" y="390"/>
                  </a:lnTo>
                  <a:lnTo>
                    <a:pt x="80" y="388"/>
                  </a:lnTo>
                  <a:lnTo>
                    <a:pt x="82" y="388"/>
                  </a:lnTo>
                  <a:lnTo>
                    <a:pt x="88" y="392"/>
                  </a:lnTo>
                  <a:lnTo>
                    <a:pt x="96" y="402"/>
                  </a:lnTo>
                  <a:lnTo>
                    <a:pt x="106" y="414"/>
                  </a:lnTo>
                  <a:lnTo>
                    <a:pt x="116" y="428"/>
                  </a:lnTo>
                  <a:lnTo>
                    <a:pt x="124" y="440"/>
                  </a:lnTo>
                  <a:lnTo>
                    <a:pt x="130" y="448"/>
                  </a:lnTo>
                  <a:lnTo>
                    <a:pt x="132" y="452"/>
                  </a:lnTo>
                  <a:lnTo>
                    <a:pt x="136" y="460"/>
                  </a:lnTo>
                  <a:lnTo>
                    <a:pt x="140" y="466"/>
                  </a:lnTo>
                  <a:lnTo>
                    <a:pt x="146" y="472"/>
                  </a:lnTo>
                  <a:lnTo>
                    <a:pt x="150" y="476"/>
                  </a:lnTo>
                  <a:lnTo>
                    <a:pt x="152" y="478"/>
                  </a:lnTo>
                  <a:lnTo>
                    <a:pt x="154" y="478"/>
                  </a:lnTo>
                  <a:lnTo>
                    <a:pt x="154" y="486"/>
                  </a:lnTo>
                  <a:lnTo>
                    <a:pt x="152" y="496"/>
                  </a:lnTo>
                  <a:lnTo>
                    <a:pt x="150" y="508"/>
                  </a:lnTo>
                  <a:lnTo>
                    <a:pt x="148" y="516"/>
                  </a:lnTo>
                  <a:lnTo>
                    <a:pt x="146" y="520"/>
                  </a:lnTo>
                  <a:lnTo>
                    <a:pt x="146" y="526"/>
                  </a:lnTo>
                  <a:lnTo>
                    <a:pt x="146" y="532"/>
                  </a:lnTo>
                  <a:lnTo>
                    <a:pt x="148" y="536"/>
                  </a:lnTo>
                  <a:lnTo>
                    <a:pt x="150" y="538"/>
                  </a:lnTo>
                  <a:lnTo>
                    <a:pt x="150" y="540"/>
                  </a:lnTo>
                  <a:lnTo>
                    <a:pt x="156" y="542"/>
                  </a:lnTo>
                  <a:lnTo>
                    <a:pt x="160" y="548"/>
                  </a:lnTo>
                  <a:lnTo>
                    <a:pt x="164" y="552"/>
                  </a:lnTo>
                  <a:lnTo>
                    <a:pt x="166" y="558"/>
                  </a:lnTo>
                  <a:lnTo>
                    <a:pt x="168" y="562"/>
                  </a:lnTo>
                  <a:lnTo>
                    <a:pt x="170" y="568"/>
                  </a:lnTo>
                  <a:lnTo>
                    <a:pt x="172" y="570"/>
                  </a:lnTo>
                  <a:lnTo>
                    <a:pt x="172" y="572"/>
                  </a:lnTo>
                  <a:lnTo>
                    <a:pt x="188" y="584"/>
                  </a:lnTo>
                  <a:lnTo>
                    <a:pt x="200" y="594"/>
                  </a:lnTo>
                  <a:lnTo>
                    <a:pt x="210" y="598"/>
                  </a:lnTo>
                  <a:lnTo>
                    <a:pt x="214" y="600"/>
                  </a:lnTo>
                  <a:lnTo>
                    <a:pt x="220" y="606"/>
                  </a:lnTo>
                  <a:lnTo>
                    <a:pt x="224" y="612"/>
                  </a:lnTo>
                  <a:lnTo>
                    <a:pt x="228" y="618"/>
                  </a:lnTo>
                  <a:lnTo>
                    <a:pt x="230" y="622"/>
                  </a:lnTo>
                  <a:lnTo>
                    <a:pt x="230" y="626"/>
                  </a:lnTo>
                  <a:lnTo>
                    <a:pt x="592" y="626"/>
                  </a:lnTo>
                  <a:lnTo>
                    <a:pt x="604" y="636"/>
                  </a:lnTo>
                  <a:lnTo>
                    <a:pt x="628" y="638"/>
                  </a:lnTo>
                  <a:lnTo>
                    <a:pt x="630" y="642"/>
                  </a:lnTo>
                  <a:lnTo>
                    <a:pt x="634" y="644"/>
                  </a:lnTo>
                  <a:lnTo>
                    <a:pt x="638" y="646"/>
                  </a:lnTo>
                  <a:lnTo>
                    <a:pt x="642" y="646"/>
                  </a:lnTo>
                  <a:lnTo>
                    <a:pt x="644" y="646"/>
                  </a:lnTo>
                  <a:lnTo>
                    <a:pt x="646" y="646"/>
                  </a:lnTo>
                  <a:lnTo>
                    <a:pt x="652" y="644"/>
                  </a:lnTo>
                  <a:lnTo>
                    <a:pt x="658" y="642"/>
                  </a:lnTo>
                  <a:lnTo>
                    <a:pt x="662" y="640"/>
                  </a:lnTo>
                  <a:lnTo>
                    <a:pt x="666" y="638"/>
                  </a:lnTo>
                  <a:lnTo>
                    <a:pt x="668" y="636"/>
                  </a:lnTo>
                  <a:lnTo>
                    <a:pt x="668" y="634"/>
                  </a:lnTo>
                  <a:lnTo>
                    <a:pt x="682" y="632"/>
                  </a:lnTo>
                  <a:lnTo>
                    <a:pt x="694" y="634"/>
                  </a:lnTo>
                  <a:lnTo>
                    <a:pt x="702" y="638"/>
                  </a:lnTo>
                  <a:lnTo>
                    <a:pt x="706" y="644"/>
                  </a:lnTo>
                  <a:lnTo>
                    <a:pt x="708" y="646"/>
                  </a:lnTo>
                  <a:lnTo>
                    <a:pt x="716" y="646"/>
                  </a:lnTo>
                  <a:lnTo>
                    <a:pt x="720" y="648"/>
                  </a:lnTo>
                  <a:lnTo>
                    <a:pt x="724" y="650"/>
                  </a:lnTo>
                  <a:lnTo>
                    <a:pt x="726" y="652"/>
                  </a:lnTo>
                  <a:lnTo>
                    <a:pt x="726" y="654"/>
                  </a:lnTo>
                  <a:lnTo>
                    <a:pt x="726" y="656"/>
                  </a:lnTo>
                  <a:lnTo>
                    <a:pt x="724" y="658"/>
                  </a:lnTo>
                  <a:lnTo>
                    <a:pt x="724" y="660"/>
                  </a:lnTo>
                  <a:lnTo>
                    <a:pt x="726" y="668"/>
                  </a:lnTo>
                  <a:lnTo>
                    <a:pt x="728" y="674"/>
                  </a:lnTo>
                  <a:lnTo>
                    <a:pt x="730" y="674"/>
                  </a:lnTo>
                  <a:lnTo>
                    <a:pt x="734" y="674"/>
                  </a:lnTo>
                  <a:lnTo>
                    <a:pt x="738" y="674"/>
                  </a:lnTo>
                  <a:lnTo>
                    <a:pt x="744" y="674"/>
                  </a:lnTo>
                  <a:lnTo>
                    <a:pt x="748" y="674"/>
                  </a:lnTo>
                  <a:lnTo>
                    <a:pt x="752" y="672"/>
                  </a:lnTo>
                  <a:lnTo>
                    <a:pt x="756" y="672"/>
                  </a:lnTo>
                  <a:lnTo>
                    <a:pt x="762" y="672"/>
                  </a:lnTo>
                  <a:lnTo>
                    <a:pt x="768" y="674"/>
                  </a:lnTo>
                  <a:lnTo>
                    <a:pt x="772" y="676"/>
                  </a:lnTo>
                  <a:lnTo>
                    <a:pt x="776" y="678"/>
                  </a:lnTo>
                  <a:lnTo>
                    <a:pt x="780" y="682"/>
                  </a:lnTo>
                  <a:lnTo>
                    <a:pt x="784" y="684"/>
                  </a:lnTo>
                  <a:lnTo>
                    <a:pt x="788" y="688"/>
                  </a:lnTo>
                  <a:lnTo>
                    <a:pt x="790" y="690"/>
                  </a:lnTo>
                  <a:lnTo>
                    <a:pt x="790" y="692"/>
                  </a:lnTo>
                  <a:lnTo>
                    <a:pt x="788" y="694"/>
                  </a:lnTo>
                  <a:lnTo>
                    <a:pt x="790" y="698"/>
                  </a:lnTo>
                  <a:lnTo>
                    <a:pt x="788" y="700"/>
                  </a:lnTo>
                  <a:lnTo>
                    <a:pt x="786" y="702"/>
                  </a:lnTo>
                  <a:lnTo>
                    <a:pt x="784" y="704"/>
                  </a:lnTo>
                  <a:lnTo>
                    <a:pt x="780" y="704"/>
                  </a:lnTo>
                  <a:lnTo>
                    <a:pt x="778" y="702"/>
                  </a:lnTo>
                  <a:lnTo>
                    <a:pt x="774" y="702"/>
                  </a:lnTo>
                  <a:lnTo>
                    <a:pt x="772" y="702"/>
                  </a:lnTo>
                  <a:lnTo>
                    <a:pt x="770" y="702"/>
                  </a:lnTo>
                  <a:lnTo>
                    <a:pt x="764" y="696"/>
                  </a:lnTo>
                  <a:lnTo>
                    <a:pt x="766" y="700"/>
                  </a:lnTo>
                  <a:lnTo>
                    <a:pt x="766" y="702"/>
                  </a:lnTo>
                  <a:lnTo>
                    <a:pt x="768" y="706"/>
                  </a:lnTo>
                  <a:lnTo>
                    <a:pt x="766" y="712"/>
                  </a:lnTo>
                  <a:lnTo>
                    <a:pt x="766" y="716"/>
                  </a:lnTo>
                  <a:lnTo>
                    <a:pt x="762" y="718"/>
                  </a:lnTo>
                  <a:lnTo>
                    <a:pt x="760" y="718"/>
                  </a:lnTo>
                  <a:lnTo>
                    <a:pt x="756" y="720"/>
                  </a:lnTo>
                  <a:lnTo>
                    <a:pt x="752" y="722"/>
                  </a:lnTo>
                  <a:lnTo>
                    <a:pt x="750" y="724"/>
                  </a:lnTo>
                  <a:lnTo>
                    <a:pt x="750" y="726"/>
                  </a:lnTo>
                  <a:lnTo>
                    <a:pt x="752" y="728"/>
                  </a:lnTo>
                  <a:lnTo>
                    <a:pt x="752" y="730"/>
                  </a:lnTo>
                  <a:lnTo>
                    <a:pt x="752" y="732"/>
                  </a:lnTo>
                  <a:lnTo>
                    <a:pt x="752" y="730"/>
                  </a:lnTo>
                  <a:lnTo>
                    <a:pt x="754" y="730"/>
                  </a:lnTo>
                  <a:lnTo>
                    <a:pt x="756" y="732"/>
                  </a:lnTo>
                  <a:lnTo>
                    <a:pt x="758" y="736"/>
                  </a:lnTo>
                  <a:lnTo>
                    <a:pt x="756" y="738"/>
                  </a:lnTo>
                  <a:lnTo>
                    <a:pt x="756" y="740"/>
                  </a:lnTo>
                  <a:lnTo>
                    <a:pt x="754" y="740"/>
                  </a:lnTo>
                  <a:lnTo>
                    <a:pt x="752" y="742"/>
                  </a:lnTo>
                  <a:lnTo>
                    <a:pt x="750" y="744"/>
                  </a:lnTo>
                  <a:lnTo>
                    <a:pt x="748" y="746"/>
                  </a:lnTo>
                  <a:lnTo>
                    <a:pt x="752" y="746"/>
                  </a:lnTo>
                  <a:lnTo>
                    <a:pt x="754" y="746"/>
                  </a:lnTo>
                  <a:lnTo>
                    <a:pt x="760" y="744"/>
                  </a:lnTo>
                  <a:lnTo>
                    <a:pt x="764" y="740"/>
                  </a:lnTo>
                  <a:lnTo>
                    <a:pt x="768" y="736"/>
                  </a:lnTo>
                  <a:lnTo>
                    <a:pt x="770" y="734"/>
                  </a:lnTo>
                  <a:lnTo>
                    <a:pt x="770" y="730"/>
                  </a:lnTo>
                  <a:lnTo>
                    <a:pt x="772" y="728"/>
                  </a:lnTo>
                  <a:lnTo>
                    <a:pt x="774" y="724"/>
                  </a:lnTo>
                  <a:lnTo>
                    <a:pt x="776" y="722"/>
                  </a:lnTo>
                  <a:lnTo>
                    <a:pt x="782" y="722"/>
                  </a:lnTo>
                  <a:lnTo>
                    <a:pt x="788" y="722"/>
                  </a:lnTo>
                  <a:lnTo>
                    <a:pt x="794" y="722"/>
                  </a:lnTo>
                  <a:lnTo>
                    <a:pt x="798" y="722"/>
                  </a:lnTo>
                  <a:lnTo>
                    <a:pt x="802" y="722"/>
                  </a:lnTo>
                  <a:lnTo>
                    <a:pt x="800" y="722"/>
                  </a:lnTo>
                  <a:lnTo>
                    <a:pt x="798" y="720"/>
                  </a:lnTo>
                  <a:lnTo>
                    <a:pt x="798" y="718"/>
                  </a:lnTo>
                  <a:lnTo>
                    <a:pt x="798" y="714"/>
                  </a:lnTo>
                  <a:lnTo>
                    <a:pt x="800" y="712"/>
                  </a:lnTo>
                  <a:lnTo>
                    <a:pt x="804" y="708"/>
                  </a:lnTo>
                  <a:lnTo>
                    <a:pt x="806" y="704"/>
                  </a:lnTo>
                  <a:lnTo>
                    <a:pt x="810" y="700"/>
                  </a:lnTo>
                  <a:lnTo>
                    <a:pt x="814" y="698"/>
                  </a:lnTo>
                  <a:lnTo>
                    <a:pt x="820" y="696"/>
                  </a:lnTo>
                  <a:lnTo>
                    <a:pt x="826" y="696"/>
                  </a:lnTo>
                  <a:lnTo>
                    <a:pt x="832" y="696"/>
                  </a:lnTo>
                  <a:lnTo>
                    <a:pt x="838" y="696"/>
                  </a:lnTo>
                  <a:lnTo>
                    <a:pt x="840" y="698"/>
                  </a:lnTo>
                  <a:lnTo>
                    <a:pt x="842" y="698"/>
                  </a:lnTo>
                  <a:lnTo>
                    <a:pt x="846" y="700"/>
                  </a:lnTo>
                  <a:lnTo>
                    <a:pt x="848" y="700"/>
                  </a:lnTo>
                  <a:lnTo>
                    <a:pt x="850" y="702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210" name="Freeform 372"/>
            <p:cNvSpPr>
              <a:spLocks/>
            </p:cNvSpPr>
            <p:nvPr/>
          </p:nvSpPr>
          <p:spPr bwMode="gray">
            <a:xfrm>
              <a:off x="3313" y="1796"/>
              <a:ext cx="492" cy="498"/>
            </a:xfrm>
            <a:custGeom>
              <a:avLst/>
              <a:gdLst>
                <a:gd name="T0" fmla="*/ 318 w 492"/>
                <a:gd name="T1" fmla="*/ 44 h 498"/>
                <a:gd name="T2" fmla="*/ 282 w 492"/>
                <a:gd name="T3" fmla="*/ 40 h 498"/>
                <a:gd name="T4" fmla="*/ 262 w 492"/>
                <a:gd name="T5" fmla="*/ 32 h 498"/>
                <a:gd name="T6" fmla="*/ 242 w 492"/>
                <a:gd name="T7" fmla="*/ 24 h 498"/>
                <a:gd name="T8" fmla="*/ 230 w 492"/>
                <a:gd name="T9" fmla="*/ 28 h 498"/>
                <a:gd name="T10" fmla="*/ 220 w 492"/>
                <a:gd name="T11" fmla="*/ 32 h 498"/>
                <a:gd name="T12" fmla="*/ 176 w 492"/>
                <a:gd name="T13" fmla="*/ 4 h 498"/>
                <a:gd name="T14" fmla="*/ 118 w 492"/>
                <a:gd name="T15" fmla="*/ 12 h 498"/>
                <a:gd name="T16" fmla="*/ 100 w 492"/>
                <a:gd name="T17" fmla="*/ 14 h 498"/>
                <a:gd name="T18" fmla="*/ 68 w 492"/>
                <a:gd name="T19" fmla="*/ 60 h 498"/>
                <a:gd name="T20" fmla="*/ 18 w 492"/>
                <a:gd name="T21" fmla="*/ 98 h 498"/>
                <a:gd name="T22" fmla="*/ 60 w 492"/>
                <a:gd name="T23" fmla="*/ 144 h 498"/>
                <a:gd name="T24" fmla="*/ 58 w 492"/>
                <a:gd name="T25" fmla="*/ 178 h 498"/>
                <a:gd name="T26" fmla="*/ 8 w 492"/>
                <a:gd name="T27" fmla="*/ 182 h 498"/>
                <a:gd name="T28" fmla="*/ 62 w 492"/>
                <a:gd name="T29" fmla="*/ 228 h 498"/>
                <a:gd name="T30" fmla="*/ 86 w 492"/>
                <a:gd name="T31" fmla="*/ 220 h 498"/>
                <a:gd name="T32" fmla="*/ 86 w 492"/>
                <a:gd name="T33" fmla="*/ 236 h 498"/>
                <a:gd name="T34" fmla="*/ 76 w 492"/>
                <a:gd name="T35" fmla="*/ 260 h 498"/>
                <a:gd name="T36" fmla="*/ 52 w 492"/>
                <a:gd name="T37" fmla="*/ 284 h 498"/>
                <a:gd name="T38" fmla="*/ 18 w 492"/>
                <a:gd name="T39" fmla="*/ 308 h 498"/>
                <a:gd name="T40" fmla="*/ 28 w 492"/>
                <a:gd name="T41" fmla="*/ 328 h 498"/>
                <a:gd name="T42" fmla="*/ 38 w 492"/>
                <a:gd name="T43" fmla="*/ 352 h 498"/>
                <a:gd name="T44" fmla="*/ 68 w 492"/>
                <a:gd name="T45" fmla="*/ 362 h 498"/>
                <a:gd name="T46" fmla="*/ 74 w 492"/>
                <a:gd name="T47" fmla="*/ 386 h 498"/>
                <a:gd name="T48" fmla="*/ 92 w 492"/>
                <a:gd name="T49" fmla="*/ 382 h 498"/>
                <a:gd name="T50" fmla="*/ 102 w 492"/>
                <a:gd name="T51" fmla="*/ 394 h 498"/>
                <a:gd name="T52" fmla="*/ 124 w 492"/>
                <a:gd name="T53" fmla="*/ 390 h 498"/>
                <a:gd name="T54" fmla="*/ 138 w 492"/>
                <a:gd name="T55" fmla="*/ 384 h 498"/>
                <a:gd name="T56" fmla="*/ 104 w 492"/>
                <a:gd name="T57" fmla="*/ 434 h 498"/>
                <a:gd name="T58" fmla="*/ 68 w 492"/>
                <a:gd name="T59" fmla="*/ 464 h 498"/>
                <a:gd name="T60" fmla="*/ 86 w 492"/>
                <a:gd name="T61" fmla="*/ 466 h 498"/>
                <a:gd name="T62" fmla="*/ 160 w 492"/>
                <a:gd name="T63" fmla="*/ 412 h 498"/>
                <a:gd name="T64" fmla="*/ 186 w 492"/>
                <a:gd name="T65" fmla="*/ 390 h 498"/>
                <a:gd name="T66" fmla="*/ 178 w 492"/>
                <a:gd name="T67" fmla="*/ 374 h 498"/>
                <a:gd name="T68" fmla="*/ 206 w 492"/>
                <a:gd name="T69" fmla="*/ 326 h 498"/>
                <a:gd name="T70" fmla="*/ 250 w 492"/>
                <a:gd name="T71" fmla="*/ 322 h 498"/>
                <a:gd name="T72" fmla="*/ 212 w 492"/>
                <a:gd name="T73" fmla="*/ 346 h 498"/>
                <a:gd name="T74" fmla="*/ 206 w 492"/>
                <a:gd name="T75" fmla="*/ 364 h 498"/>
                <a:gd name="T76" fmla="*/ 220 w 492"/>
                <a:gd name="T77" fmla="*/ 376 h 498"/>
                <a:gd name="T78" fmla="*/ 246 w 492"/>
                <a:gd name="T79" fmla="*/ 356 h 498"/>
                <a:gd name="T80" fmla="*/ 254 w 492"/>
                <a:gd name="T81" fmla="*/ 338 h 498"/>
                <a:gd name="T82" fmla="*/ 274 w 492"/>
                <a:gd name="T83" fmla="*/ 338 h 498"/>
                <a:gd name="T84" fmla="*/ 312 w 492"/>
                <a:gd name="T85" fmla="*/ 354 h 498"/>
                <a:gd name="T86" fmla="*/ 350 w 492"/>
                <a:gd name="T87" fmla="*/ 368 h 498"/>
                <a:gd name="T88" fmla="*/ 372 w 492"/>
                <a:gd name="T89" fmla="*/ 372 h 498"/>
                <a:gd name="T90" fmla="*/ 426 w 492"/>
                <a:gd name="T91" fmla="*/ 388 h 498"/>
                <a:gd name="T92" fmla="*/ 452 w 492"/>
                <a:gd name="T93" fmla="*/ 428 h 498"/>
                <a:gd name="T94" fmla="*/ 462 w 492"/>
                <a:gd name="T95" fmla="*/ 454 h 498"/>
                <a:gd name="T96" fmla="*/ 472 w 492"/>
                <a:gd name="T97" fmla="*/ 462 h 498"/>
                <a:gd name="T98" fmla="*/ 480 w 492"/>
                <a:gd name="T99" fmla="*/ 474 h 498"/>
                <a:gd name="T100" fmla="*/ 480 w 492"/>
                <a:gd name="T101" fmla="*/ 496 h 498"/>
                <a:gd name="T102" fmla="*/ 490 w 492"/>
                <a:gd name="T103" fmla="*/ 456 h 498"/>
                <a:gd name="T104" fmla="*/ 462 w 492"/>
                <a:gd name="T105" fmla="*/ 418 h 498"/>
                <a:gd name="T106" fmla="*/ 416 w 492"/>
                <a:gd name="T107" fmla="*/ 368 h 498"/>
                <a:gd name="T108" fmla="*/ 378 w 492"/>
                <a:gd name="T109" fmla="*/ 362 h 498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492"/>
                <a:gd name="T166" fmla="*/ 0 h 498"/>
                <a:gd name="T167" fmla="*/ 492 w 492"/>
                <a:gd name="T168" fmla="*/ 498 h 498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492" h="498">
                  <a:moveTo>
                    <a:pt x="338" y="50"/>
                  </a:moveTo>
                  <a:lnTo>
                    <a:pt x="336" y="48"/>
                  </a:lnTo>
                  <a:lnTo>
                    <a:pt x="334" y="46"/>
                  </a:lnTo>
                  <a:lnTo>
                    <a:pt x="332" y="46"/>
                  </a:lnTo>
                  <a:lnTo>
                    <a:pt x="328" y="44"/>
                  </a:lnTo>
                  <a:lnTo>
                    <a:pt x="324" y="44"/>
                  </a:lnTo>
                  <a:lnTo>
                    <a:pt x="318" y="44"/>
                  </a:lnTo>
                  <a:lnTo>
                    <a:pt x="310" y="48"/>
                  </a:lnTo>
                  <a:lnTo>
                    <a:pt x="306" y="48"/>
                  </a:lnTo>
                  <a:lnTo>
                    <a:pt x="300" y="48"/>
                  </a:lnTo>
                  <a:lnTo>
                    <a:pt x="294" y="46"/>
                  </a:lnTo>
                  <a:lnTo>
                    <a:pt x="288" y="44"/>
                  </a:lnTo>
                  <a:lnTo>
                    <a:pt x="282" y="40"/>
                  </a:lnTo>
                  <a:lnTo>
                    <a:pt x="280" y="40"/>
                  </a:lnTo>
                  <a:lnTo>
                    <a:pt x="276" y="40"/>
                  </a:lnTo>
                  <a:lnTo>
                    <a:pt x="272" y="40"/>
                  </a:lnTo>
                  <a:lnTo>
                    <a:pt x="268" y="38"/>
                  </a:lnTo>
                  <a:lnTo>
                    <a:pt x="264" y="36"/>
                  </a:lnTo>
                  <a:lnTo>
                    <a:pt x="262" y="32"/>
                  </a:lnTo>
                  <a:lnTo>
                    <a:pt x="260" y="30"/>
                  </a:lnTo>
                  <a:lnTo>
                    <a:pt x="258" y="30"/>
                  </a:lnTo>
                  <a:lnTo>
                    <a:pt x="254" y="28"/>
                  </a:lnTo>
                  <a:lnTo>
                    <a:pt x="250" y="26"/>
                  </a:lnTo>
                  <a:lnTo>
                    <a:pt x="246" y="26"/>
                  </a:lnTo>
                  <a:lnTo>
                    <a:pt x="244" y="26"/>
                  </a:lnTo>
                  <a:lnTo>
                    <a:pt x="242" y="24"/>
                  </a:lnTo>
                  <a:lnTo>
                    <a:pt x="240" y="24"/>
                  </a:lnTo>
                  <a:lnTo>
                    <a:pt x="236" y="22"/>
                  </a:lnTo>
                  <a:lnTo>
                    <a:pt x="234" y="20"/>
                  </a:lnTo>
                  <a:lnTo>
                    <a:pt x="230" y="22"/>
                  </a:lnTo>
                  <a:lnTo>
                    <a:pt x="228" y="26"/>
                  </a:lnTo>
                  <a:lnTo>
                    <a:pt x="230" y="28"/>
                  </a:lnTo>
                  <a:lnTo>
                    <a:pt x="230" y="30"/>
                  </a:lnTo>
                  <a:lnTo>
                    <a:pt x="230" y="34"/>
                  </a:lnTo>
                  <a:lnTo>
                    <a:pt x="230" y="36"/>
                  </a:lnTo>
                  <a:lnTo>
                    <a:pt x="228" y="36"/>
                  </a:lnTo>
                  <a:lnTo>
                    <a:pt x="224" y="36"/>
                  </a:lnTo>
                  <a:lnTo>
                    <a:pt x="220" y="32"/>
                  </a:lnTo>
                  <a:lnTo>
                    <a:pt x="216" y="28"/>
                  </a:lnTo>
                  <a:lnTo>
                    <a:pt x="212" y="24"/>
                  </a:lnTo>
                  <a:lnTo>
                    <a:pt x="208" y="20"/>
                  </a:lnTo>
                  <a:lnTo>
                    <a:pt x="198" y="16"/>
                  </a:lnTo>
                  <a:lnTo>
                    <a:pt x="188" y="10"/>
                  </a:lnTo>
                  <a:lnTo>
                    <a:pt x="180" y="6"/>
                  </a:lnTo>
                  <a:lnTo>
                    <a:pt x="176" y="4"/>
                  </a:lnTo>
                  <a:lnTo>
                    <a:pt x="172" y="4"/>
                  </a:lnTo>
                  <a:lnTo>
                    <a:pt x="164" y="0"/>
                  </a:lnTo>
                  <a:lnTo>
                    <a:pt x="150" y="0"/>
                  </a:lnTo>
                  <a:lnTo>
                    <a:pt x="134" y="4"/>
                  </a:lnTo>
                  <a:lnTo>
                    <a:pt x="128" y="8"/>
                  </a:lnTo>
                  <a:lnTo>
                    <a:pt x="122" y="10"/>
                  </a:lnTo>
                  <a:lnTo>
                    <a:pt x="118" y="12"/>
                  </a:lnTo>
                  <a:lnTo>
                    <a:pt x="116" y="12"/>
                  </a:lnTo>
                  <a:lnTo>
                    <a:pt x="114" y="12"/>
                  </a:lnTo>
                  <a:lnTo>
                    <a:pt x="112" y="12"/>
                  </a:lnTo>
                  <a:lnTo>
                    <a:pt x="110" y="12"/>
                  </a:lnTo>
                  <a:lnTo>
                    <a:pt x="108" y="12"/>
                  </a:lnTo>
                  <a:lnTo>
                    <a:pt x="104" y="12"/>
                  </a:lnTo>
                  <a:lnTo>
                    <a:pt x="100" y="14"/>
                  </a:lnTo>
                  <a:lnTo>
                    <a:pt x="94" y="16"/>
                  </a:lnTo>
                  <a:lnTo>
                    <a:pt x="88" y="20"/>
                  </a:lnTo>
                  <a:lnTo>
                    <a:pt x="86" y="22"/>
                  </a:lnTo>
                  <a:lnTo>
                    <a:pt x="84" y="28"/>
                  </a:lnTo>
                  <a:lnTo>
                    <a:pt x="80" y="36"/>
                  </a:lnTo>
                  <a:lnTo>
                    <a:pt x="74" y="48"/>
                  </a:lnTo>
                  <a:lnTo>
                    <a:pt x="68" y="60"/>
                  </a:lnTo>
                  <a:lnTo>
                    <a:pt x="58" y="70"/>
                  </a:lnTo>
                  <a:lnTo>
                    <a:pt x="50" y="74"/>
                  </a:lnTo>
                  <a:lnTo>
                    <a:pt x="38" y="76"/>
                  </a:lnTo>
                  <a:lnTo>
                    <a:pt x="28" y="78"/>
                  </a:lnTo>
                  <a:lnTo>
                    <a:pt x="20" y="84"/>
                  </a:lnTo>
                  <a:lnTo>
                    <a:pt x="18" y="92"/>
                  </a:lnTo>
                  <a:lnTo>
                    <a:pt x="18" y="98"/>
                  </a:lnTo>
                  <a:lnTo>
                    <a:pt x="20" y="102"/>
                  </a:lnTo>
                  <a:lnTo>
                    <a:pt x="22" y="106"/>
                  </a:lnTo>
                  <a:lnTo>
                    <a:pt x="26" y="110"/>
                  </a:lnTo>
                  <a:lnTo>
                    <a:pt x="32" y="114"/>
                  </a:lnTo>
                  <a:lnTo>
                    <a:pt x="38" y="120"/>
                  </a:lnTo>
                  <a:lnTo>
                    <a:pt x="48" y="130"/>
                  </a:lnTo>
                  <a:lnTo>
                    <a:pt x="60" y="144"/>
                  </a:lnTo>
                  <a:lnTo>
                    <a:pt x="70" y="156"/>
                  </a:lnTo>
                  <a:lnTo>
                    <a:pt x="76" y="168"/>
                  </a:lnTo>
                  <a:lnTo>
                    <a:pt x="72" y="178"/>
                  </a:lnTo>
                  <a:lnTo>
                    <a:pt x="68" y="180"/>
                  </a:lnTo>
                  <a:lnTo>
                    <a:pt x="64" y="180"/>
                  </a:lnTo>
                  <a:lnTo>
                    <a:pt x="62" y="180"/>
                  </a:lnTo>
                  <a:lnTo>
                    <a:pt x="58" y="178"/>
                  </a:lnTo>
                  <a:lnTo>
                    <a:pt x="54" y="176"/>
                  </a:lnTo>
                  <a:lnTo>
                    <a:pt x="52" y="172"/>
                  </a:lnTo>
                  <a:lnTo>
                    <a:pt x="50" y="170"/>
                  </a:lnTo>
                  <a:lnTo>
                    <a:pt x="46" y="168"/>
                  </a:lnTo>
                  <a:lnTo>
                    <a:pt x="34" y="168"/>
                  </a:lnTo>
                  <a:lnTo>
                    <a:pt x="20" y="172"/>
                  </a:lnTo>
                  <a:lnTo>
                    <a:pt x="8" y="182"/>
                  </a:lnTo>
                  <a:lnTo>
                    <a:pt x="2" y="192"/>
                  </a:lnTo>
                  <a:lnTo>
                    <a:pt x="0" y="200"/>
                  </a:lnTo>
                  <a:lnTo>
                    <a:pt x="0" y="208"/>
                  </a:lnTo>
                  <a:lnTo>
                    <a:pt x="8" y="216"/>
                  </a:lnTo>
                  <a:lnTo>
                    <a:pt x="26" y="226"/>
                  </a:lnTo>
                  <a:lnTo>
                    <a:pt x="44" y="232"/>
                  </a:lnTo>
                  <a:lnTo>
                    <a:pt x="62" y="228"/>
                  </a:lnTo>
                  <a:lnTo>
                    <a:pt x="64" y="228"/>
                  </a:lnTo>
                  <a:lnTo>
                    <a:pt x="66" y="226"/>
                  </a:lnTo>
                  <a:lnTo>
                    <a:pt x="70" y="224"/>
                  </a:lnTo>
                  <a:lnTo>
                    <a:pt x="74" y="222"/>
                  </a:lnTo>
                  <a:lnTo>
                    <a:pt x="78" y="222"/>
                  </a:lnTo>
                  <a:lnTo>
                    <a:pt x="82" y="220"/>
                  </a:lnTo>
                  <a:lnTo>
                    <a:pt x="86" y="220"/>
                  </a:lnTo>
                  <a:lnTo>
                    <a:pt x="88" y="222"/>
                  </a:lnTo>
                  <a:lnTo>
                    <a:pt x="90" y="224"/>
                  </a:lnTo>
                  <a:lnTo>
                    <a:pt x="88" y="226"/>
                  </a:lnTo>
                  <a:lnTo>
                    <a:pt x="86" y="228"/>
                  </a:lnTo>
                  <a:lnTo>
                    <a:pt x="86" y="230"/>
                  </a:lnTo>
                  <a:lnTo>
                    <a:pt x="84" y="234"/>
                  </a:lnTo>
                  <a:lnTo>
                    <a:pt x="86" y="236"/>
                  </a:lnTo>
                  <a:lnTo>
                    <a:pt x="88" y="240"/>
                  </a:lnTo>
                  <a:lnTo>
                    <a:pt x="90" y="242"/>
                  </a:lnTo>
                  <a:lnTo>
                    <a:pt x="92" y="246"/>
                  </a:lnTo>
                  <a:lnTo>
                    <a:pt x="92" y="248"/>
                  </a:lnTo>
                  <a:lnTo>
                    <a:pt x="90" y="252"/>
                  </a:lnTo>
                  <a:lnTo>
                    <a:pt x="86" y="256"/>
                  </a:lnTo>
                  <a:lnTo>
                    <a:pt x="76" y="260"/>
                  </a:lnTo>
                  <a:lnTo>
                    <a:pt x="64" y="266"/>
                  </a:lnTo>
                  <a:lnTo>
                    <a:pt x="56" y="274"/>
                  </a:lnTo>
                  <a:lnTo>
                    <a:pt x="52" y="284"/>
                  </a:lnTo>
                  <a:lnTo>
                    <a:pt x="54" y="284"/>
                  </a:lnTo>
                  <a:lnTo>
                    <a:pt x="52" y="284"/>
                  </a:lnTo>
                  <a:lnTo>
                    <a:pt x="52" y="286"/>
                  </a:lnTo>
                  <a:lnTo>
                    <a:pt x="48" y="288"/>
                  </a:lnTo>
                  <a:lnTo>
                    <a:pt x="44" y="290"/>
                  </a:lnTo>
                  <a:lnTo>
                    <a:pt x="36" y="296"/>
                  </a:lnTo>
                  <a:lnTo>
                    <a:pt x="28" y="300"/>
                  </a:lnTo>
                  <a:lnTo>
                    <a:pt x="22" y="304"/>
                  </a:lnTo>
                  <a:lnTo>
                    <a:pt x="18" y="308"/>
                  </a:lnTo>
                  <a:lnTo>
                    <a:pt x="16" y="312"/>
                  </a:lnTo>
                  <a:lnTo>
                    <a:pt x="14" y="316"/>
                  </a:lnTo>
                  <a:lnTo>
                    <a:pt x="16" y="320"/>
                  </a:lnTo>
                  <a:lnTo>
                    <a:pt x="22" y="324"/>
                  </a:lnTo>
                  <a:lnTo>
                    <a:pt x="22" y="326"/>
                  </a:lnTo>
                  <a:lnTo>
                    <a:pt x="24" y="326"/>
                  </a:lnTo>
                  <a:lnTo>
                    <a:pt x="28" y="328"/>
                  </a:lnTo>
                  <a:lnTo>
                    <a:pt x="34" y="330"/>
                  </a:lnTo>
                  <a:lnTo>
                    <a:pt x="38" y="332"/>
                  </a:lnTo>
                  <a:lnTo>
                    <a:pt x="38" y="336"/>
                  </a:lnTo>
                  <a:lnTo>
                    <a:pt x="38" y="340"/>
                  </a:lnTo>
                  <a:lnTo>
                    <a:pt x="38" y="346"/>
                  </a:lnTo>
                  <a:lnTo>
                    <a:pt x="38" y="352"/>
                  </a:lnTo>
                  <a:lnTo>
                    <a:pt x="42" y="358"/>
                  </a:lnTo>
                  <a:lnTo>
                    <a:pt x="48" y="362"/>
                  </a:lnTo>
                  <a:lnTo>
                    <a:pt x="50" y="362"/>
                  </a:lnTo>
                  <a:lnTo>
                    <a:pt x="54" y="362"/>
                  </a:lnTo>
                  <a:lnTo>
                    <a:pt x="58" y="362"/>
                  </a:lnTo>
                  <a:lnTo>
                    <a:pt x="64" y="362"/>
                  </a:lnTo>
                  <a:lnTo>
                    <a:pt x="68" y="362"/>
                  </a:lnTo>
                  <a:lnTo>
                    <a:pt x="68" y="364"/>
                  </a:lnTo>
                  <a:lnTo>
                    <a:pt x="70" y="366"/>
                  </a:lnTo>
                  <a:lnTo>
                    <a:pt x="70" y="370"/>
                  </a:lnTo>
                  <a:lnTo>
                    <a:pt x="72" y="374"/>
                  </a:lnTo>
                  <a:lnTo>
                    <a:pt x="74" y="380"/>
                  </a:lnTo>
                  <a:lnTo>
                    <a:pt x="74" y="386"/>
                  </a:lnTo>
                  <a:lnTo>
                    <a:pt x="76" y="388"/>
                  </a:lnTo>
                  <a:lnTo>
                    <a:pt x="80" y="388"/>
                  </a:lnTo>
                  <a:lnTo>
                    <a:pt x="82" y="388"/>
                  </a:lnTo>
                  <a:lnTo>
                    <a:pt x="86" y="386"/>
                  </a:lnTo>
                  <a:lnTo>
                    <a:pt x="90" y="382"/>
                  </a:lnTo>
                  <a:lnTo>
                    <a:pt x="92" y="382"/>
                  </a:lnTo>
                  <a:lnTo>
                    <a:pt x="94" y="382"/>
                  </a:lnTo>
                  <a:lnTo>
                    <a:pt x="96" y="382"/>
                  </a:lnTo>
                  <a:lnTo>
                    <a:pt x="98" y="384"/>
                  </a:lnTo>
                  <a:lnTo>
                    <a:pt x="98" y="388"/>
                  </a:lnTo>
                  <a:lnTo>
                    <a:pt x="100" y="390"/>
                  </a:lnTo>
                  <a:lnTo>
                    <a:pt x="100" y="392"/>
                  </a:lnTo>
                  <a:lnTo>
                    <a:pt x="102" y="394"/>
                  </a:lnTo>
                  <a:lnTo>
                    <a:pt x="104" y="396"/>
                  </a:lnTo>
                  <a:lnTo>
                    <a:pt x="106" y="398"/>
                  </a:lnTo>
                  <a:lnTo>
                    <a:pt x="110" y="398"/>
                  </a:lnTo>
                  <a:lnTo>
                    <a:pt x="116" y="396"/>
                  </a:lnTo>
                  <a:lnTo>
                    <a:pt x="120" y="392"/>
                  </a:lnTo>
                  <a:lnTo>
                    <a:pt x="122" y="392"/>
                  </a:lnTo>
                  <a:lnTo>
                    <a:pt x="124" y="390"/>
                  </a:lnTo>
                  <a:lnTo>
                    <a:pt x="126" y="388"/>
                  </a:lnTo>
                  <a:lnTo>
                    <a:pt x="128" y="384"/>
                  </a:lnTo>
                  <a:lnTo>
                    <a:pt x="130" y="382"/>
                  </a:lnTo>
                  <a:lnTo>
                    <a:pt x="134" y="380"/>
                  </a:lnTo>
                  <a:lnTo>
                    <a:pt x="136" y="380"/>
                  </a:lnTo>
                  <a:lnTo>
                    <a:pt x="138" y="380"/>
                  </a:lnTo>
                  <a:lnTo>
                    <a:pt x="138" y="384"/>
                  </a:lnTo>
                  <a:lnTo>
                    <a:pt x="138" y="388"/>
                  </a:lnTo>
                  <a:lnTo>
                    <a:pt x="136" y="396"/>
                  </a:lnTo>
                  <a:lnTo>
                    <a:pt x="132" y="408"/>
                  </a:lnTo>
                  <a:lnTo>
                    <a:pt x="126" y="418"/>
                  </a:lnTo>
                  <a:lnTo>
                    <a:pt x="122" y="420"/>
                  </a:lnTo>
                  <a:lnTo>
                    <a:pt x="114" y="426"/>
                  </a:lnTo>
                  <a:lnTo>
                    <a:pt x="104" y="434"/>
                  </a:lnTo>
                  <a:lnTo>
                    <a:pt x="94" y="444"/>
                  </a:lnTo>
                  <a:lnTo>
                    <a:pt x="86" y="454"/>
                  </a:lnTo>
                  <a:lnTo>
                    <a:pt x="84" y="456"/>
                  </a:lnTo>
                  <a:lnTo>
                    <a:pt x="82" y="456"/>
                  </a:lnTo>
                  <a:lnTo>
                    <a:pt x="78" y="458"/>
                  </a:lnTo>
                  <a:lnTo>
                    <a:pt x="74" y="462"/>
                  </a:lnTo>
                  <a:lnTo>
                    <a:pt x="68" y="464"/>
                  </a:lnTo>
                  <a:lnTo>
                    <a:pt x="64" y="470"/>
                  </a:lnTo>
                  <a:lnTo>
                    <a:pt x="62" y="474"/>
                  </a:lnTo>
                  <a:lnTo>
                    <a:pt x="64" y="474"/>
                  </a:lnTo>
                  <a:lnTo>
                    <a:pt x="66" y="472"/>
                  </a:lnTo>
                  <a:lnTo>
                    <a:pt x="72" y="470"/>
                  </a:lnTo>
                  <a:lnTo>
                    <a:pt x="78" y="468"/>
                  </a:lnTo>
                  <a:lnTo>
                    <a:pt x="86" y="466"/>
                  </a:lnTo>
                  <a:lnTo>
                    <a:pt x="94" y="464"/>
                  </a:lnTo>
                  <a:lnTo>
                    <a:pt x="106" y="458"/>
                  </a:lnTo>
                  <a:lnTo>
                    <a:pt x="120" y="450"/>
                  </a:lnTo>
                  <a:lnTo>
                    <a:pt x="134" y="436"/>
                  </a:lnTo>
                  <a:lnTo>
                    <a:pt x="148" y="424"/>
                  </a:lnTo>
                  <a:lnTo>
                    <a:pt x="160" y="412"/>
                  </a:lnTo>
                  <a:lnTo>
                    <a:pt x="164" y="410"/>
                  </a:lnTo>
                  <a:lnTo>
                    <a:pt x="168" y="408"/>
                  </a:lnTo>
                  <a:lnTo>
                    <a:pt x="172" y="404"/>
                  </a:lnTo>
                  <a:lnTo>
                    <a:pt x="176" y="402"/>
                  </a:lnTo>
                  <a:lnTo>
                    <a:pt x="180" y="398"/>
                  </a:lnTo>
                  <a:lnTo>
                    <a:pt x="184" y="394"/>
                  </a:lnTo>
                  <a:lnTo>
                    <a:pt x="186" y="390"/>
                  </a:lnTo>
                  <a:lnTo>
                    <a:pt x="184" y="386"/>
                  </a:lnTo>
                  <a:lnTo>
                    <a:pt x="182" y="382"/>
                  </a:lnTo>
                  <a:lnTo>
                    <a:pt x="180" y="382"/>
                  </a:lnTo>
                  <a:lnTo>
                    <a:pt x="178" y="380"/>
                  </a:lnTo>
                  <a:lnTo>
                    <a:pt x="178" y="378"/>
                  </a:lnTo>
                  <a:lnTo>
                    <a:pt x="176" y="376"/>
                  </a:lnTo>
                  <a:lnTo>
                    <a:pt x="178" y="374"/>
                  </a:lnTo>
                  <a:lnTo>
                    <a:pt x="182" y="372"/>
                  </a:lnTo>
                  <a:lnTo>
                    <a:pt x="184" y="368"/>
                  </a:lnTo>
                  <a:lnTo>
                    <a:pt x="188" y="360"/>
                  </a:lnTo>
                  <a:lnTo>
                    <a:pt x="194" y="350"/>
                  </a:lnTo>
                  <a:lnTo>
                    <a:pt x="200" y="340"/>
                  </a:lnTo>
                  <a:lnTo>
                    <a:pt x="204" y="328"/>
                  </a:lnTo>
                  <a:lnTo>
                    <a:pt x="206" y="326"/>
                  </a:lnTo>
                  <a:lnTo>
                    <a:pt x="214" y="322"/>
                  </a:lnTo>
                  <a:lnTo>
                    <a:pt x="226" y="318"/>
                  </a:lnTo>
                  <a:lnTo>
                    <a:pt x="244" y="318"/>
                  </a:lnTo>
                  <a:lnTo>
                    <a:pt x="246" y="320"/>
                  </a:lnTo>
                  <a:lnTo>
                    <a:pt x="248" y="322"/>
                  </a:lnTo>
                  <a:lnTo>
                    <a:pt x="250" y="322"/>
                  </a:lnTo>
                  <a:lnTo>
                    <a:pt x="252" y="324"/>
                  </a:lnTo>
                  <a:lnTo>
                    <a:pt x="252" y="326"/>
                  </a:lnTo>
                  <a:lnTo>
                    <a:pt x="248" y="328"/>
                  </a:lnTo>
                  <a:lnTo>
                    <a:pt x="244" y="328"/>
                  </a:lnTo>
                  <a:lnTo>
                    <a:pt x="232" y="332"/>
                  </a:lnTo>
                  <a:lnTo>
                    <a:pt x="220" y="336"/>
                  </a:lnTo>
                  <a:lnTo>
                    <a:pt x="212" y="346"/>
                  </a:lnTo>
                  <a:lnTo>
                    <a:pt x="212" y="348"/>
                  </a:lnTo>
                  <a:lnTo>
                    <a:pt x="212" y="350"/>
                  </a:lnTo>
                  <a:lnTo>
                    <a:pt x="210" y="354"/>
                  </a:lnTo>
                  <a:lnTo>
                    <a:pt x="208" y="358"/>
                  </a:lnTo>
                  <a:lnTo>
                    <a:pt x="206" y="360"/>
                  </a:lnTo>
                  <a:lnTo>
                    <a:pt x="206" y="362"/>
                  </a:lnTo>
                  <a:lnTo>
                    <a:pt x="206" y="364"/>
                  </a:lnTo>
                  <a:lnTo>
                    <a:pt x="206" y="366"/>
                  </a:lnTo>
                  <a:lnTo>
                    <a:pt x="206" y="370"/>
                  </a:lnTo>
                  <a:lnTo>
                    <a:pt x="208" y="372"/>
                  </a:lnTo>
                  <a:lnTo>
                    <a:pt x="208" y="376"/>
                  </a:lnTo>
                  <a:lnTo>
                    <a:pt x="212" y="376"/>
                  </a:lnTo>
                  <a:lnTo>
                    <a:pt x="214" y="376"/>
                  </a:lnTo>
                  <a:lnTo>
                    <a:pt x="220" y="376"/>
                  </a:lnTo>
                  <a:lnTo>
                    <a:pt x="220" y="374"/>
                  </a:lnTo>
                  <a:lnTo>
                    <a:pt x="224" y="372"/>
                  </a:lnTo>
                  <a:lnTo>
                    <a:pt x="228" y="370"/>
                  </a:lnTo>
                  <a:lnTo>
                    <a:pt x="232" y="368"/>
                  </a:lnTo>
                  <a:lnTo>
                    <a:pt x="236" y="364"/>
                  </a:lnTo>
                  <a:lnTo>
                    <a:pt x="242" y="360"/>
                  </a:lnTo>
                  <a:lnTo>
                    <a:pt x="246" y="356"/>
                  </a:lnTo>
                  <a:lnTo>
                    <a:pt x="248" y="354"/>
                  </a:lnTo>
                  <a:lnTo>
                    <a:pt x="250" y="350"/>
                  </a:lnTo>
                  <a:lnTo>
                    <a:pt x="250" y="348"/>
                  </a:lnTo>
                  <a:lnTo>
                    <a:pt x="250" y="346"/>
                  </a:lnTo>
                  <a:lnTo>
                    <a:pt x="252" y="344"/>
                  </a:lnTo>
                  <a:lnTo>
                    <a:pt x="252" y="340"/>
                  </a:lnTo>
                  <a:lnTo>
                    <a:pt x="254" y="338"/>
                  </a:lnTo>
                  <a:lnTo>
                    <a:pt x="256" y="334"/>
                  </a:lnTo>
                  <a:lnTo>
                    <a:pt x="258" y="334"/>
                  </a:lnTo>
                  <a:lnTo>
                    <a:pt x="262" y="332"/>
                  </a:lnTo>
                  <a:lnTo>
                    <a:pt x="266" y="334"/>
                  </a:lnTo>
                  <a:lnTo>
                    <a:pt x="270" y="338"/>
                  </a:lnTo>
                  <a:lnTo>
                    <a:pt x="272" y="338"/>
                  </a:lnTo>
                  <a:lnTo>
                    <a:pt x="274" y="338"/>
                  </a:lnTo>
                  <a:lnTo>
                    <a:pt x="280" y="338"/>
                  </a:lnTo>
                  <a:lnTo>
                    <a:pt x="284" y="340"/>
                  </a:lnTo>
                  <a:lnTo>
                    <a:pt x="290" y="342"/>
                  </a:lnTo>
                  <a:lnTo>
                    <a:pt x="294" y="346"/>
                  </a:lnTo>
                  <a:lnTo>
                    <a:pt x="296" y="350"/>
                  </a:lnTo>
                  <a:lnTo>
                    <a:pt x="300" y="352"/>
                  </a:lnTo>
                  <a:lnTo>
                    <a:pt x="312" y="354"/>
                  </a:lnTo>
                  <a:lnTo>
                    <a:pt x="330" y="358"/>
                  </a:lnTo>
                  <a:lnTo>
                    <a:pt x="332" y="358"/>
                  </a:lnTo>
                  <a:lnTo>
                    <a:pt x="336" y="358"/>
                  </a:lnTo>
                  <a:lnTo>
                    <a:pt x="340" y="362"/>
                  </a:lnTo>
                  <a:lnTo>
                    <a:pt x="344" y="364"/>
                  </a:lnTo>
                  <a:lnTo>
                    <a:pt x="348" y="370"/>
                  </a:lnTo>
                  <a:lnTo>
                    <a:pt x="350" y="368"/>
                  </a:lnTo>
                  <a:lnTo>
                    <a:pt x="350" y="366"/>
                  </a:lnTo>
                  <a:lnTo>
                    <a:pt x="354" y="364"/>
                  </a:lnTo>
                  <a:lnTo>
                    <a:pt x="356" y="362"/>
                  </a:lnTo>
                  <a:lnTo>
                    <a:pt x="360" y="362"/>
                  </a:lnTo>
                  <a:lnTo>
                    <a:pt x="364" y="362"/>
                  </a:lnTo>
                  <a:lnTo>
                    <a:pt x="366" y="366"/>
                  </a:lnTo>
                  <a:lnTo>
                    <a:pt x="372" y="372"/>
                  </a:lnTo>
                  <a:lnTo>
                    <a:pt x="380" y="382"/>
                  </a:lnTo>
                  <a:lnTo>
                    <a:pt x="390" y="392"/>
                  </a:lnTo>
                  <a:lnTo>
                    <a:pt x="398" y="402"/>
                  </a:lnTo>
                  <a:lnTo>
                    <a:pt x="406" y="408"/>
                  </a:lnTo>
                  <a:lnTo>
                    <a:pt x="408" y="410"/>
                  </a:lnTo>
                  <a:lnTo>
                    <a:pt x="424" y="386"/>
                  </a:lnTo>
                  <a:lnTo>
                    <a:pt x="426" y="388"/>
                  </a:lnTo>
                  <a:lnTo>
                    <a:pt x="432" y="398"/>
                  </a:lnTo>
                  <a:lnTo>
                    <a:pt x="438" y="408"/>
                  </a:lnTo>
                  <a:lnTo>
                    <a:pt x="442" y="418"/>
                  </a:lnTo>
                  <a:lnTo>
                    <a:pt x="444" y="418"/>
                  </a:lnTo>
                  <a:lnTo>
                    <a:pt x="446" y="420"/>
                  </a:lnTo>
                  <a:lnTo>
                    <a:pt x="448" y="424"/>
                  </a:lnTo>
                  <a:lnTo>
                    <a:pt x="452" y="428"/>
                  </a:lnTo>
                  <a:lnTo>
                    <a:pt x="456" y="432"/>
                  </a:lnTo>
                  <a:lnTo>
                    <a:pt x="458" y="436"/>
                  </a:lnTo>
                  <a:lnTo>
                    <a:pt x="458" y="440"/>
                  </a:lnTo>
                  <a:lnTo>
                    <a:pt x="458" y="444"/>
                  </a:lnTo>
                  <a:lnTo>
                    <a:pt x="460" y="450"/>
                  </a:lnTo>
                  <a:lnTo>
                    <a:pt x="462" y="454"/>
                  </a:lnTo>
                  <a:lnTo>
                    <a:pt x="466" y="458"/>
                  </a:lnTo>
                  <a:lnTo>
                    <a:pt x="466" y="460"/>
                  </a:lnTo>
                  <a:lnTo>
                    <a:pt x="466" y="462"/>
                  </a:lnTo>
                  <a:lnTo>
                    <a:pt x="468" y="462"/>
                  </a:lnTo>
                  <a:lnTo>
                    <a:pt x="470" y="462"/>
                  </a:lnTo>
                  <a:lnTo>
                    <a:pt x="472" y="462"/>
                  </a:lnTo>
                  <a:lnTo>
                    <a:pt x="476" y="458"/>
                  </a:lnTo>
                  <a:lnTo>
                    <a:pt x="476" y="460"/>
                  </a:lnTo>
                  <a:lnTo>
                    <a:pt x="478" y="460"/>
                  </a:lnTo>
                  <a:lnTo>
                    <a:pt x="478" y="464"/>
                  </a:lnTo>
                  <a:lnTo>
                    <a:pt x="478" y="468"/>
                  </a:lnTo>
                  <a:lnTo>
                    <a:pt x="480" y="474"/>
                  </a:lnTo>
                  <a:lnTo>
                    <a:pt x="478" y="474"/>
                  </a:lnTo>
                  <a:lnTo>
                    <a:pt x="478" y="476"/>
                  </a:lnTo>
                  <a:lnTo>
                    <a:pt x="476" y="480"/>
                  </a:lnTo>
                  <a:lnTo>
                    <a:pt x="476" y="484"/>
                  </a:lnTo>
                  <a:lnTo>
                    <a:pt x="476" y="488"/>
                  </a:lnTo>
                  <a:lnTo>
                    <a:pt x="478" y="494"/>
                  </a:lnTo>
                  <a:lnTo>
                    <a:pt x="480" y="496"/>
                  </a:lnTo>
                  <a:lnTo>
                    <a:pt x="484" y="498"/>
                  </a:lnTo>
                  <a:lnTo>
                    <a:pt x="486" y="494"/>
                  </a:lnTo>
                  <a:lnTo>
                    <a:pt x="488" y="486"/>
                  </a:lnTo>
                  <a:lnTo>
                    <a:pt x="490" y="474"/>
                  </a:lnTo>
                  <a:lnTo>
                    <a:pt x="492" y="464"/>
                  </a:lnTo>
                  <a:lnTo>
                    <a:pt x="492" y="456"/>
                  </a:lnTo>
                  <a:lnTo>
                    <a:pt x="490" y="456"/>
                  </a:lnTo>
                  <a:lnTo>
                    <a:pt x="488" y="454"/>
                  </a:lnTo>
                  <a:lnTo>
                    <a:pt x="484" y="450"/>
                  </a:lnTo>
                  <a:lnTo>
                    <a:pt x="478" y="444"/>
                  </a:lnTo>
                  <a:lnTo>
                    <a:pt x="474" y="438"/>
                  </a:lnTo>
                  <a:lnTo>
                    <a:pt x="470" y="430"/>
                  </a:lnTo>
                  <a:lnTo>
                    <a:pt x="468" y="426"/>
                  </a:lnTo>
                  <a:lnTo>
                    <a:pt x="462" y="418"/>
                  </a:lnTo>
                  <a:lnTo>
                    <a:pt x="454" y="406"/>
                  </a:lnTo>
                  <a:lnTo>
                    <a:pt x="444" y="392"/>
                  </a:lnTo>
                  <a:lnTo>
                    <a:pt x="434" y="380"/>
                  </a:lnTo>
                  <a:lnTo>
                    <a:pt x="426" y="370"/>
                  </a:lnTo>
                  <a:lnTo>
                    <a:pt x="420" y="366"/>
                  </a:lnTo>
                  <a:lnTo>
                    <a:pt x="418" y="366"/>
                  </a:lnTo>
                  <a:lnTo>
                    <a:pt x="416" y="368"/>
                  </a:lnTo>
                  <a:lnTo>
                    <a:pt x="412" y="372"/>
                  </a:lnTo>
                  <a:lnTo>
                    <a:pt x="408" y="374"/>
                  </a:lnTo>
                  <a:lnTo>
                    <a:pt x="402" y="378"/>
                  </a:lnTo>
                  <a:lnTo>
                    <a:pt x="398" y="378"/>
                  </a:lnTo>
                  <a:lnTo>
                    <a:pt x="396" y="376"/>
                  </a:lnTo>
                  <a:lnTo>
                    <a:pt x="388" y="370"/>
                  </a:lnTo>
                  <a:lnTo>
                    <a:pt x="378" y="362"/>
                  </a:lnTo>
                  <a:lnTo>
                    <a:pt x="368" y="354"/>
                  </a:lnTo>
                  <a:lnTo>
                    <a:pt x="358" y="348"/>
                  </a:lnTo>
                  <a:lnTo>
                    <a:pt x="350" y="342"/>
                  </a:lnTo>
                  <a:lnTo>
                    <a:pt x="338" y="342"/>
                  </a:lnTo>
                  <a:lnTo>
                    <a:pt x="338" y="50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211" name="Freeform 373"/>
            <p:cNvSpPr>
              <a:spLocks/>
            </p:cNvSpPr>
            <p:nvPr/>
          </p:nvSpPr>
          <p:spPr bwMode="gray">
            <a:xfrm>
              <a:off x="3863" y="2400"/>
              <a:ext cx="738" cy="404"/>
            </a:xfrm>
            <a:custGeom>
              <a:avLst/>
              <a:gdLst>
                <a:gd name="T0" fmla="*/ 704 w 738"/>
                <a:gd name="T1" fmla="*/ 42 h 404"/>
                <a:gd name="T2" fmla="*/ 724 w 738"/>
                <a:gd name="T3" fmla="*/ 30 h 404"/>
                <a:gd name="T4" fmla="*/ 724 w 738"/>
                <a:gd name="T5" fmla="*/ 64 h 404"/>
                <a:gd name="T6" fmla="*/ 738 w 738"/>
                <a:gd name="T7" fmla="*/ 74 h 404"/>
                <a:gd name="T8" fmla="*/ 726 w 738"/>
                <a:gd name="T9" fmla="*/ 82 h 404"/>
                <a:gd name="T10" fmla="*/ 702 w 738"/>
                <a:gd name="T11" fmla="*/ 96 h 404"/>
                <a:gd name="T12" fmla="*/ 684 w 738"/>
                <a:gd name="T13" fmla="*/ 114 h 404"/>
                <a:gd name="T14" fmla="*/ 688 w 738"/>
                <a:gd name="T15" fmla="*/ 126 h 404"/>
                <a:gd name="T16" fmla="*/ 696 w 738"/>
                <a:gd name="T17" fmla="*/ 136 h 404"/>
                <a:gd name="T18" fmla="*/ 668 w 738"/>
                <a:gd name="T19" fmla="*/ 140 h 404"/>
                <a:gd name="T20" fmla="*/ 644 w 738"/>
                <a:gd name="T21" fmla="*/ 142 h 404"/>
                <a:gd name="T22" fmla="*/ 646 w 738"/>
                <a:gd name="T23" fmla="*/ 162 h 404"/>
                <a:gd name="T24" fmla="*/ 642 w 738"/>
                <a:gd name="T25" fmla="*/ 192 h 404"/>
                <a:gd name="T26" fmla="*/ 630 w 738"/>
                <a:gd name="T27" fmla="*/ 184 h 404"/>
                <a:gd name="T28" fmla="*/ 622 w 738"/>
                <a:gd name="T29" fmla="*/ 186 h 404"/>
                <a:gd name="T30" fmla="*/ 626 w 738"/>
                <a:gd name="T31" fmla="*/ 204 h 404"/>
                <a:gd name="T32" fmla="*/ 616 w 738"/>
                <a:gd name="T33" fmla="*/ 218 h 404"/>
                <a:gd name="T34" fmla="*/ 624 w 738"/>
                <a:gd name="T35" fmla="*/ 234 h 404"/>
                <a:gd name="T36" fmla="*/ 610 w 738"/>
                <a:gd name="T37" fmla="*/ 240 h 404"/>
                <a:gd name="T38" fmla="*/ 556 w 738"/>
                <a:gd name="T39" fmla="*/ 296 h 404"/>
                <a:gd name="T40" fmla="*/ 550 w 738"/>
                <a:gd name="T41" fmla="*/ 320 h 404"/>
                <a:gd name="T42" fmla="*/ 572 w 738"/>
                <a:gd name="T43" fmla="*/ 368 h 404"/>
                <a:gd name="T44" fmla="*/ 566 w 738"/>
                <a:gd name="T45" fmla="*/ 404 h 404"/>
                <a:gd name="T46" fmla="*/ 528 w 738"/>
                <a:gd name="T47" fmla="*/ 348 h 404"/>
                <a:gd name="T48" fmla="*/ 516 w 738"/>
                <a:gd name="T49" fmla="*/ 326 h 404"/>
                <a:gd name="T50" fmla="*/ 446 w 738"/>
                <a:gd name="T51" fmla="*/ 324 h 404"/>
                <a:gd name="T52" fmla="*/ 382 w 738"/>
                <a:gd name="T53" fmla="*/ 334 h 404"/>
                <a:gd name="T54" fmla="*/ 344 w 738"/>
                <a:gd name="T55" fmla="*/ 376 h 404"/>
                <a:gd name="T56" fmla="*/ 308 w 738"/>
                <a:gd name="T57" fmla="*/ 350 h 404"/>
                <a:gd name="T58" fmla="*/ 288 w 738"/>
                <a:gd name="T59" fmla="*/ 336 h 404"/>
                <a:gd name="T60" fmla="*/ 262 w 738"/>
                <a:gd name="T61" fmla="*/ 334 h 404"/>
                <a:gd name="T62" fmla="*/ 228 w 738"/>
                <a:gd name="T63" fmla="*/ 296 h 404"/>
                <a:gd name="T64" fmla="*/ 176 w 738"/>
                <a:gd name="T65" fmla="*/ 306 h 404"/>
                <a:gd name="T66" fmla="*/ 112 w 738"/>
                <a:gd name="T67" fmla="*/ 288 h 404"/>
                <a:gd name="T68" fmla="*/ 84 w 738"/>
                <a:gd name="T69" fmla="*/ 272 h 404"/>
                <a:gd name="T70" fmla="*/ 52 w 738"/>
                <a:gd name="T71" fmla="*/ 252 h 404"/>
                <a:gd name="T72" fmla="*/ 2 w 738"/>
                <a:gd name="T73" fmla="*/ 156 h 404"/>
                <a:gd name="T74" fmla="*/ 6 w 738"/>
                <a:gd name="T75" fmla="*/ 102 h 404"/>
                <a:gd name="T76" fmla="*/ 6 w 738"/>
                <a:gd name="T77" fmla="*/ 62 h 404"/>
                <a:gd name="T78" fmla="*/ 14 w 738"/>
                <a:gd name="T79" fmla="*/ 22 h 404"/>
                <a:gd name="T80" fmla="*/ 416 w 738"/>
                <a:gd name="T81" fmla="*/ 12 h 404"/>
                <a:gd name="T82" fmla="*/ 432 w 738"/>
                <a:gd name="T83" fmla="*/ 22 h 404"/>
                <a:gd name="T84" fmla="*/ 416 w 738"/>
                <a:gd name="T85" fmla="*/ 40 h 404"/>
                <a:gd name="T86" fmla="*/ 454 w 738"/>
                <a:gd name="T87" fmla="*/ 42 h 404"/>
                <a:gd name="T88" fmla="*/ 484 w 738"/>
                <a:gd name="T89" fmla="*/ 42 h 404"/>
                <a:gd name="T90" fmla="*/ 502 w 738"/>
                <a:gd name="T91" fmla="*/ 44 h 404"/>
                <a:gd name="T92" fmla="*/ 490 w 738"/>
                <a:gd name="T93" fmla="*/ 60 h 404"/>
                <a:gd name="T94" fmla="*/ 472 w 738"/>
                <a:gd name="T95" fmla="*/ 66 h 404"/>
                <a:gd name="T96" fmla="*/ 476 w 738"/>
                <a:gd name="T97" fmla="*/ 84 h 404"/>
                <a:gd name="T98" fmla="*/ 472 w 738"/>
                <a:gd name="T99" fmla="*/ 134 h 404"/>
                <a:gd name="T100" fmla="*/ 490 w 738"/>
                <a:gd name="T101" fmla="*/ 108 h 404"/>
                <a:gd name="T102" fmla="*/ 504 w 738"/>
                <a:gd name="T103" fmla="*/ 64 h 404"/>
                <a:gd name="T104" fmla="*/ 520 w 738"/>
                <a:gd name="T105" fmla="*/ 64 h 404"/>
                <a:gd name="T106" fmla="*/ 518 w 738"/>
                <a:gd name="T107" fmla="*/ 90 h 404"/>
                <a:gd name="T108" fmla="*/ 530 w 738"/>
                <a:gd name="T109" fmla="*/ 92 h 404"/>
                <a:gd name="T110" fmla="*/ 536 w 738"/>
                <a:gd name="T111" fmla="*/ 120 h 404"/>
                <a:gd name="T112" fmla="*/ 546 w 738"/>
                <a:gd name="T113" fmla="*/ 128 h 404"/>
                <a:gd name="T114" fmla="*/ 586 w 738"/>
                <a:gd name="T115" fmla="*/ 114 h 404"/>
                <a:gd name="T116" fmla="*/ 596 w 738"/>
                <a:gd name="T117" fmla="*/ 94 h 404"/>
                <a:gd name="T118" fmla="*/ 634 w 738"/>
                <a:gd name="T119" fmla="*/ 82 h 404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738"/>
                <a:gd name="T181" fmla="*/ 0 h 404"/>
                <a:gd name="T182" fmla="*/ 738 w 738"/>
                <a:gd name="T183" fmla="*/ 404 h 404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738" h="404">
                  <a:moveTo>
                    <a:pt x="640" y="76"/>
                  </a:moveTo>
                  <a:lnTo>
                    <a:pt x="650" y="64"/>
                  </a:lnTo>
                  <a:lnTo>
                    <a:pt x="664" y="58"/>
                  </a:lnTo>
                  <a:lnTo>
                    <a:pt x="680" y="54"/>
                  </a:lnTo>
                  <a:lnTo>
                    <a:pt x="694" y="52"/>
                  </a:lnTo>
                  <a:lnTo>
                    <a:pt x="698" y="52"/>
                  </a:lnTo>
                  <a:lnTo>
                    <a:pt x="704" y="42"/>
                  </a:lnTo>
                  <a:lnTo>
                    <a:pt x="708" y="36"/>
                  </a:lnTo>
                  <a:lnTo>
                    <a:pt x="712" y="32"/>
                  </a:lnTo>
                  <a:lnTo>
                    <a:pt x="716" y="30"/>
                  </a:lnTo>
                  <a:lnTo>
                    <a:pt x="720" y="28"/>
                  </a:lnTo>
                  <a:lnTo>
                    <a:pt x="722" y="28"/>
                  </a:lnTo>
                  <a:lnTo>
                    <a:pt x="724" y="30"/>
                  </a:lnTo>
                  <a:lnTo>
                    <a:pt x="726" y="30"/>
                  </a:lnTo>
                  <a:lnTo>
                    <a:pt x="732" y="32"/>
                  </a:lnTo>
                  <a:lnTo>
                    <a:pt x="734" y="40"/>
                  </a:lnTo>
                  <a:lnTo>
                    <a:pt x="732" y="48"/>
                  </a:lnTo>
                  <a:lnTo>
                    <a:pt x="728" y="56"/>
                  </a:lnTo>
                  <a:lnTo>
                    <a:pt x="726" y="62"/>
                  </a:lnTo>
                  <a:lnTo>
                    <a:pt x="724" y="64"/>
                  </a:lnTo>
                  <a:lnTo>
                    <a:pt x="726" y="66"/>
                  </a:lnTo>
                  <a:lnTo>
                    <a:pt x="728" y="68"/>
                  </a:lnTo>
                  <a:lnTo>
                    <a:pt x="732" y="70"/>
                  </a:lnTo>
                  <a:lnTo>
                    <a:pt x="734" y="72"/>
                  </a:lnTo>
                  <a:lnTo>
                    <a:pt x="738" y="74"/>
                  </a:lnTo>
                  <a:lnTo>
                    <a:pt x="738" y="76"/>
                  </a:lnTo>
                  <a:lnTo>
                    <a:pt x="736" y="76"/>
                  </a:lnTo>
                  <a:lnTo>
                    <a:pt x="734" y="78"/>
                  </a:lnTo>
                  <a:lnTo>
                    <a:pt x="730" y="80"/>
                  </a:lnTo>
                  <a:lnTo>
                    <a:pt x="730" y="82"/>
                  </a:lnTo>
                  <a:lnTo>
                    <a:pt x="726" y="82"/>
                  </a:lnTo>
                  <a:lnTo>
                    <a:pt x="722" y="84"/>
                  </a:lnTo>
                  <a:lnTo>
                    <a:pt x="718" y="86"/>
                  </a:lnTo>
                  <a:lnTo>
                    <a:pt x="712" y="86"/>
                  </a:lnTo>
                  <a:lnTo>
                    <a:pt x="708" y="88"/>
                  </a:lnTo>
                  <a:lnTo>
                    <a:pt x="706" y="90"/>
                  </a:lnTo>
                  <a:lnTo>
                    <a:pt x="704" y="92"/>
                  </a:lnTo>
                  <a:lnTo>
                    <a:pt x="702" y="96"/>
                  </a:lnTo>
                  <a:lnTo>
                    <a:pt x="698" y="100"/>
                  </a:lnTo>
                  <a:lnTo>
                    <a:pt x="696" y="104"/>
                  </a:lnTo>
                  <a:lnTo>
                    <a:pt x="692" y="106"/>
                  </a:lnTo>
                  <a:lnTo>
                    <a:pt x="692" y="108"/>
                  </a:lnTo>
                  <a:lnTo>
                    <a:pt x="690" y="108"/>
                  </a:lnTo>
                  <a:lnTo>
                    <a:pt x="688" y="110"/>
                  </a:lnTo>
                  <a:lnTo>
                    <a:pt x="684" y="114"/>
                  </a:lnTo>
                  <a:lnTo>
                    <a:pt x="682" y="116"/>
                  </a:lnTo>
                  <a:lnTo>
                    <a:pt x="680" y="118"/>
                  </a:lnTo>
                  <a:lnTo>
                    <a:pt x="680" y="122"/>
                  </a:lnTo>
                  <a:lnTo>
                    <a:pt x="680" y="124"/>
                  </a:lnTo>
                  <a:lnTo>
                    <a:pt x="684" y="124"/>
                  </a:lnTo>
                  <a:lnTo>
                    <a:pt x="686" y="124"/>
                  </a:lnTo>
                  <a:lnTo>
                    <a:pt x="688" y="126"/>
                  </a:lnTo>
                  <a:lnTo>
                    <a:pt x="692" y="126"/>
                  </a:lnTo>
                  <a:lnTo>
                    <a:pt x="694" y="126"/>
                  </a:lnTo>
                  <a:lnTo>
                    <a:pt x="698" y="128"/>
                  </a:lnTo>
                  <a:lnTo>
                    <a:pt x="700" y="130"/>
                  </a:lnTo>
                  <a:lnTo>
                    <a:pt x="702" y="132"/>
                  </a:lnTo>
                  <a:lnTo>
                    <a:pt x="700" y="134"/>
                  </a:lnTo>
                  <a:lnTo>
                    <a:pt x="696" y="136"/>
                  </a:lnTo>
                  <a:lnTo>
                    <a:pt x="692" y="138"/>
                  </a:lnTo>
                  <a:lnTo>
                    <a:pt x="688" y="138"/>
                  </a:lnTo>
                  <a:lnTo>
                    <a:pt x="682" y="138"/>
                  </a:lnTo>
                  <a:lnTo>
                    <a:pt x="676" y="138"/>
                  </a:lnTo>
                  <a:lnTo>
                    <a:pt x="672" y="138"/>
                  </a:lnTo>
                  <a:lnTo>
                    <a:pt x="668" y="140"/>
                  </a:lnTo>
                  <a:lnTo>
                    <a:pt x="662" y="142"/>
                  </a:lnTo>
                  <a:lnTo>
                    <a:pt x="656" y="142"/>
                  </a:lnTo>
                  <a:lnTo>
                    <a:pt x="650" y="142"/>
                  </a:lnTo>
                  <a:lnTo>
                    <a:pt x="646" y="140"/>
                  </a:lnTo>
                  <a:lnTo>
                    <a:pt x="646" y="142"/>
                  </a:lnTo>
                  <a:lnTo>
                    <a:pt x="644" y="142"/>
                  </a:lnTo>
                  <a:lnTo>
                    <a:pt x="642" y="144"/>
                  </a:lnTo>
                  <a:lnTo>
                    <a:pt x="642" y="146"/>
                  </a:lnTo>
                  <a:lnTo>
                    <a:pt x="642" y="150"/>
                  </a:lnTo>
                  <a:lnTo>
                    <a:pt x="646" y="152"/>
                  </a:lnTo>
                  <a:lnTo>
                    <a:pt x="646" y="154"/>
                  </a:lnTo>
                  <a:lnTo>
                    <a:pt x="646" y="158"/>
                  </a:lnTo>
                  <a:lnTo>
                    <a:pt x="646" y="162"/>
                  </a:lnTo>
                  <a:lnTo>
                    <a:pt x="646" y="168"/>
                  </a:lnTo>
                  <a:lnTo>
                    <a:pt x="646" y="174"/>
                  </a:lnTo>
                  <a:lnTo>
                    <a:pt x="646" y="178"/>
                  </a:lnTo>
                  <a:lnTo>
                    <a:pt x="646" y="182"/>
                  </a:lnTo>
                  <a:lnTo>
                    <a:pt x="644" y="186"/>
                  </a:lnTo>
                  <a:lnTo>
                    <a:pt x="644" y="190"/>
                  </a:lnTo>
                  <a:lnTo>
                    <a:pt x="642" y="192"/>
                  </a:lnTo>
                  <a:lnTo>
                    <a:pt x="640" y="194"/>
                  </a:lnTo>
                  <a:lnTo>
                    <a:pt x="638" y="192"/>
                  </a:lnTo>
                  <a:lnTo>
                    <a:pt x="638" y="188"/>
                  </a:lnTo>
                  <a:lnTo>
                    <a:pt x="638" y="184"/>
                  </a:lnTo>
                  <a:lnTo>
                    <a:pt x="634" y="176"/>
                  </a:lnTo>
                  <a:lnTo>
                    <a:pt x="630" y="184"/>
                  </a:lnTo>
                  <a:lnTo>
                    <a:pt x="620" y="176"/>
                  </a:lnTo>
                  <a:lnTo>
                    <a:pt x="620" y="178"/>
                  </a:lnTo>
                  <a:lnTo>
                    <a:pt x="620" y="180"/>
                  </a:lnTo>
                  <a:lnTo>
                    <a:pt x="620" y="182"/>
                  </a:lnTo>
                  <a:lnTo>
                    <a:pt x="622" y="186"/>
                  </a:lnTo>
                  <a:lnTo>
                    <a:pt x="624" y="188"/>
                  </a:lnTo>
                  <a:lnTo>
                    <a:pt x="626" y="192"/>
                  </a:lnTo>
                  <a:lnTo>
                    <a:pt x="628" y="196"/>
                  </a:lnTo>
                  <a:lnTo>
                    <a:pt x="628" y="202"/>
                  </a:lnTo>
                  <a:lnTo>
                    <a:pt x="626" y="202"/>
                  </a:lnTo>
                  <a:lnTo>
                    <a:pt x="626" y="204"/>
                  </a:lnTo>
                  <a:lnTo>
                    <a:pt x="624" y="204"/>
                  </a:lnTo>
                  <a:lnTo>
                    <a:pt x="620" y="206"/>
                  </a:lnTo>
                  <a:lnTo>
                    <a:pt x="612" y="206"/>
                  </a:lnTo>
                  <a:lnTo>
                    <a:pt x="612" y="208"/>
                  </a:lnTo>
                  <a:lnTo>
                    <a:pt x="614" y="210"/>
                  </a:lnTo>
                  <a:lnTo>
                    <a:pt x="614" y="214"/>
                  </a:lnTo>
                  <a:lnTo>
                    <a:pt x="616" y="218"/>
                  </a:lnTo>
                  <a:lnTo>
                    <a:pt x="618" y="226"/>
                  </a:lnTo>
                  <a:lnTo>
                    <a:pt x="620" y="228"/>
                  </a:lnTo>
                  <a:lnTo>
                    <a:pt x="622" y="228"/>
                  </a:lnTo>
                  <a:lnTo>
                    <a:pt x="624" y="230"/>
                  </a:lnTo>
                  <a:lnTo>
                    <a:pt x="624" y="232"/>
                  </a:lnTo>
                  <a:lnTo>
                    <a:pt x="624" y="234"/>
                  </a:lnTo>
                  <a:lnTo>
                    <a:pt x="622" y="234"/>
                  </a:lnTo>
                  <a:lnTo>
                    <a:pt x="618" y="236"/>
                  </a:lnTo>
                  <a:lnTo>
                    <a:pt x="616" y="236"/>
                  </a:lnTo>
                  <a:lnTo>
                    <a:pt x="614" y="236"/>
                  </a:lnTo>
                  <a:lnTo>
                    <a:pt x="612" y="238"/>
                  </a:lnTo>
                  <a:lnTo>
                    <a:pt x="610" y="240"/>
                  </a:lnTo>
                  <a:lnTo>
                    <a:pt x="610" y="246"/>
                  </a:lnTo>
                  <a:lnTo>
                    <a:pt x="606" y="250"/>
                  </a:lnTo>
                  <a:lnTo>
                    <a:pt x="602" y="252"/>
                  </a:lnTo>
                  <a:lnTo>
                    <a:pt x="594" y="260"/>
                  </a:lnTo>
                  <a:lnTo>
                    <a:pt x="582" y="270"/>
                  </a:lnTo>
                  <a:lnTo>
                    <a:pt x="570" y="284"/>
                  </a:lnTo>
                  <a:lnTo>
                    <a:pt x="556" y="296"/>
                  </a:lnTo>
                  <a:lnTo>
                    <a:pt x="554" y="300"/>
                  </a:lnTo>
                  <a:lnTo>
                    <a:pt x="552" y="304"/>
                  </a:lnTo>
                  <a:lnTo>
                    <a:pt x="552" y="308"/>
                  </a:lnTo>
                  <a:lnTo>
                    <a:pt x="550" y="316"/>
                  </a:lnTo>
                  <a:lnTo>
                    <a:pt x="550" y="320"/>
                  </a:lnTo>
                  <a:lnTo>
                    <a:pt x="550" y="324"/>
                  </a:lnTo>
                  <a:lnTo>
                    <a:pt x="552" y="332"/>
                  </a:lnTo>
                  <a:lnTo>
                    <a:pt x="554" y="338"/>
                  </a:lnTo>
                  <a:lnTo>
                    <a:pt x="558" y="346"/>
                  </a:lnTo>
                  <a:lnTo>
                    <a:pt x="560" y="348"/>
                  </a:lnTo>
                  <a:lnTo>
                    <a:pt x="566" y="356"/>
                  </a:lnTo>
                  <a:lnTo>
                    <a:pt x="572" y="368"/>
                  </a:lnTo>
                  <a:lnTo>
                    <a:pt x="574" y="382"/>
                  </a:lnTo>
                  <a:lnTo>
                    <a:pt x="572" y="398"/>
                  </a:lnTo>
                  <a:lnTo>
                    <a:pt x="572" y="400"/>
                  </a:lnTo>
                  <a:lnTo>
                    <a:pt x="570" y="400"/>
                  </a:lnTo>
                  <a:lnTo>
                    <a:pt x="570" y="402"/>
                  </a:lnTo>
                  <a:lnTo>
                    <a:pt x="568" y="404"/>
                  </a:lnTo>
                  <a:lnTo>
                    <a:pt x="566" y="404"/>
                  </a:lnTo>
                  <a:lnTo>
                    <a:pt x="562" y="404"/>
                  </a:lnTo>
                  <a:lnTo>
                    <a:pt x="558" y="400"/>
                  </a:lnTo>
                  <a:lnTo>
                    <a:pt x="554" y="394"/>
                  </a:lnTo>
                  <a:lnTo>
                    <a:pt x="550" y="392"/>
                  </a:lnTo>
                  <a:lnTo>
                    <a:pt x="542" y="384"/>
                  </a:lnTo>
                  <a:lnTo>
                    <a:pt x="532" y="368"/>
                  </a:lnTo>
                  <a:lnTo>
                    <a:pt x="528" y="348"/>
                  </a:lnTo>
                  <a:lnTo>
                    <a:pt x="528" y="346"/>
                  </a:lnTo>
                  <a:lnTo>
                    <a:pt x="528" y="344"/>
                  </a:lnTo>
                  <a:lnTo>
                    <a:pt x="528" y="340"/>
                  </a:lnTo>
                  <a:lnTo>
                    <a:pt x="526" y="336"/>
                  </a:lnTo>
                  <a:lnTo>
                    <a:pt x="524" y="332"/>
                  </a:lnTo>
                  <a:lnTo>
                    <a:pt x="520" y="330"/>
                  </a:lnTo>
                  <a:lnTo>
                    <a:pt x="516" y="326"/>
                  </a:lnTo>
                  <a:lnTo>
                    <a:pt x="510" y="326"/>
                  </a:lnTo>
                  <a:lnTo>
                    <a:pt x="504" y="324"/>
                  </a:lnTo>
                  <a:lnTo>
                    <a:pt x="490" y="324"/>
                  </a:lnTo>
                  <a:lnTo>
                    <a:pt x="472" y="322"/>
                  </a:lnTo>
                  <a:lnTo>
                    <a:pt x="456" y="322"/>
                  </a:lnTo>
                  <a:lnTo>
                    <a:pt x="446" y="324"/>
                  </a:lnTo>
                  <a:lnTo>
                    <a:pt x="444" y="328"/>
                  </a:lnTo>
                  <a:lnTo>
                    <a:pt x="438" y="330"/>
                  </a:lnTo>
                  <a:lnTo>
                    <a:pt x="426" y="332"/>
                  </a:lnTo>
                  <a:lnTo>
                    <a:pt x="406" y="332"/>
                  </a:lnTo>
                  <a:lnTo>
                    <a:pt x="402" y="332"/>
                  </a:lnTo>
                  <a:lnTo>
                    <a:pt x="394" y="332"/>
                  </a:lnTo>
                  <a:lnTo>
                    <a:pt x="382" y="334"/>
                  </a:lnTo>
                  <a:lnTo>
                    <a:pt x="372" y="340"/>
                  </a:lnTo>
                  <a:lnTo>
                    <a:pt x="354" y="348"/>
                  </a:lnTo>
                  <a:lnTo>
                    <a:pt x="342" y="366"/>
                  </a:lnTo>
                  <a:lnTo>
                    <a:pt x="342" y="368"/>
                  </a:lnTo>
                  <a:lnTo>
                    <a:pt x="344" y="370"/>
                  </a:lnTo>
                  <a:lnTo>
                    <a:pt x="344" y="372"/>
                  </a:lnTo>
                  <a:lnTo>
                    <a:pt x="344" y="376"/>
                  </a:lnTo>
                  <a:lnTo>
                    <a:pt x="344" y="378"/>
                  </a:lnTo>
                  <a:lnTo>
                    <a:pt x="344" y="382"/>
                  </a:lnTo>
                  <a:lnTo>
                    <a:pt x="340" y="382"/>
                  </a:lnTo>
                  <a:lnTo>
                    <a:pt x="338" y="382"/>
                  </a:lnTo>
                  <a:lnTo>
                    <a:pt x="330" y="376"/>
                  </a:lnTo>
                  <a:lnTo>
                    <a:pt x="320" y="366"/>
                  </a:lnTo>
                  <a:lnTo>
                    <a:pt x="308" y="350"/>
                  </a:lnTo>
                  <a:lnTo>
                    <a:pt x="306" y="348"/>
                  </a:lnTo>
                  <a:lnTo>
                    <a:pt x="304" y="344"/>
                  </a:lnTo>
                  <a:lnTo>
                    <a:pt x="300" y="342"/>
                  </a:lnTo>
                  <a:lnTo>
                    <a:pt x="296" y="338"/>
                  </a:lnTo>
                  <a:lnTo>
                    <a:pt x="292" y="336"/>
                  </a:lnTo>
                  <a:lnTo>
                    <a:pt x="288" y="336"/>
                  </a:lnTo>
                  <a:lnTo>
                    <a:pt x="286" y="338"/>
                  </a:lnTo>
                  <a:lnTo>
                    <a:pt x="284" y="338"/>
                  </a:lnTo>
                  <a:lnTo>
                    <a:pt x="282" y="340"/>
                  </a:lnTo>
                  <a:lnTo>
                    <a:pt x="278" y="340"/>
                  </a:lnTo>
                  <a:lnTo>
                    <a:pt x="272" y="340"/>
                  </a:lnTo>
                  <a:lnTo>
                    <a:pt x="266" y="336"/>
                  </a:lnTo>
                  <a:lnTo>
                    <a:pt x="262" y="334"/>
                  </a:lnTo>
                  <a:lnTo>
                    <a:pt x="254" y="328"/>
                  </a:lnTo>
                  <a:lnTo>
                    <a:pt x="246" y="316"/>
                  </a:lnTo>
                  <a:lnTo>
                    <a:pt x="242" y="300"/>
                  </a:lnTo>
                  <a:lnTo>
                    <a:pt x="240" y="298"/>
                  </a:lnTo>
                  <a:lnTo>
                    <a:pt x="238" y="298"/>
                  </a:lnTo>
                  <a:lnTo>
                    <a:pt x="234" y="296"/>
                  </a:lnTo>
                  <a:lnTo>
                    <a:pt x="228" y="296"/>
                  </a:lnTo>
                  <a:lnTo>
                    <a:pt x="224" y="296"/>
                  </a:lnTo>
                  <a:lnTo>
                    <a:pt x="218" y="296"/>
                  </a:lnTo>
                  <a:lnTo>
                    <a:pt x="214" y="300"/>
                  </a:lnTo>
                  <a:lnTo>
                    <a:pt x="210" y="302"/>
                  </a:lnTo>
                  <a:lnTo>
                    <a:pt x="198" y="306"/>
                  </a:lnTo>
                  <a:lnTo>
                    <a:pt x="180" y="306"/>
                  </a:lnTo>
                  <a:lnTo>
                    <a:pt x="176" y="306"/>
                  </a:lnTo>
                  <a:lnTo>
                    <a:pt x="166" y="304"/>
                  </a:lnTo>
                  <a:lnTo>
                    <a:pt x="152" y="300"/>
                  </a:lnTo>
                  <a:lnTo>
                    <a:pt x="140" y="296"/>
                  </a:lnTo>
                  <a:lnTo>
                    <a:pt x="130" y="290"/>
                  </a:lnTo>
                  <a:lnTo>
                    <a:pt x="128" y="288"/>
                  </a:lnTo>
                  <a:lnTo>
                    <a:pt x="124" y="286"/>
                  </a:lnTo>
                  <a:lnTo>
                    <a:pt x="112" y="288"/>
                  </a:lnTo>
                  <a:lnTo>
                    <a:pt x="98" y="296"/>
                  </a:lnTo>
                  <a:lnTo>
                    <a:pt x="96" y="294"/>
                  </a:lnTo>
                  <a:lnTo>
                    <a:pt x="96" y="292"/>
                  </a:lnTo>
                  <a:lnTo>
                    <a:pt x="94" y="288"/>
                  </a:lnTo>
                  <a:lnTo>
                    <a:pt x="90" y="282"/>
                  </a:lnTo>
                  <a:lnTo>
                    <a:pt x="88" y="276"/>
                  </a:lnTo>
                  <a:lnTo>
                    <a:pt x="84" y="272"/>
                  </a:lnTo>
                  <a:lnTo>
                    <a:pt x="80" y="268"/>
                  </a:lnTo>
                  <a:lnTo>
                    <a:pt x="74" y="266"/>
                  </a:lnTo>
                  <a:lnTo>
                    <a:pt x="70" y="264"/>
                  </a:lnTo>
                  <a:lnTo>
                    <a:pt x="66" y="262"/>
                  </a:lnTo>
                  <a:lnTo>
                    <a:pt x="60" y="258"/>
                  </a:lnTo>
                  <a:lnTo>
                    <a:pt x="52" y="252"/>
                  </a:lnTo>
                  <a:lnTo>
                    <a:pt x="46" y="242"/>
                  </a:lnTo>
                  <a:lnTo>
                    <a:pt x="42" y="240"/>
                  </a:lnTo>
                  <a:lnTo>
                    <a:pt x="36" y="230"/>
                  </a:lnTo>
                  <a:lnTo>
                    <a:pt x="26" y="216"/>
                  </a:lnTo>
                  <a:lnTo>
                    <a:pt x="16" y="200"/>
                  </a:lnTo>
                  <a:lnTo>
                    <a:pt x="8" y="180"/>
                  </a:lnTo>
                  <a:lnTo>
                    <a:pt x="2" y="156"/>
                  </a:lnTo>
                  <a:lnTo>
                    <a:pt x="2" y="152"/>
                  </a:lnTo>
                  <a:lnTo>
                    <a:pt x="0" y="140"/>
                  </a:lnTo>
                  <a:lnTo>
                    <a:pt x="0" y="124"/>
                  </a:lnTo>
                  <a:lnTo>
                    <a:pt x="0" y="110"/>
                  </a:lnTo>
                  <a:lnTo>
                    <a:pt x="4" y="104"/>
                  </a:lnTo>
                  <a:lnTo>
                    <a:pt x="6" y="102"/>
                  </a:lnTo>
                  <a:lnTo>
                    <a:pt x="8" y="100"/>
                  </a:lnTo>
                  <a:lnTo>
                    <a:pt x="10" y="96"/>
                  </a:lnTo>
                  <a:lnTo>
                    <a:pt x="10" y="92"/>
                  </a:lnTo>
                  <a:lnTo>
                    <a:pt x="10" y="86"/>
                  </a:lnTo>
                  <a:lnTo>
                    <a:pt x="8" y="80"/>
                  </a:lnTo>
                  <a:lnTo>
                    <a:pt x="8" y="76"/>
                  </a:lnTo>
                  <a:lnTo>
                    <a:pt x="6" y="62"/>
                  </a:lnTo>
                  <a:lnTo>
                    <a:pt x="6" y="46"/>
                  </a:lnTo>
                  <a:lnTo>
                    <a:pt x="4" y="30"/>
                  </a:lnTo>
                  <a:lnTo>
                    <a:pt x="4" y="20"/>
                  </a:lnTo>
                  <a:lnTo>
                    <a:pt x="6" y="20"/>
                  </a:lnTo>
                  <a:lnTo>
                    <a:pt x="8" y="20"/>
                  </a:lnTo>
                  <a:lnTo>
                    <a:pt x="10" y="22"/>
                  </a:lnTo>
                  <a:lnTo>
                    <a:pt x="14" y="22"/>
                  </a:lnTo>
                  <a:lnTo>
                    <a:pt x="16" y="20"/>
                  </a:lnTo>
                  <a:lnTo>
                    <a:pt x="18" y="18"/>
                  </a:lnTo>
                  <a:lnTo>
                    <a:pt x="18" y="14"/>
                  </a:lnTo>
                  <a:lnTo>
                    <a:pt x="18" y="0"/>
                  </a:lnTo>
                  <a:lnTo>
                    <a:pt x="380" y="0"/>
                  </a:lnTo>
                  <a:lnTo>
                    <a:pt x="392" y="10"/>
                  </a:lnTo>
                  <a:lnTo>
                    <a:pt x="416" y="12"/>
                  </a:lnTo>
                  <a:lnTo>
                    <a:pt x="418" y="16"/>
                  </a:lnTo>
                  <a:lnTo>
                    <a:pt x="422" y="18"/>
                  </a:lnTo>
                  <a:lnTo>
                    <a:pt x="426" y="20"/>
                  </a:lnTo>
                  <a:lnTo>
                    <a:pt x="430" y="20"/>
                  </a:lnTo>
                  <a:lnTo>
                    <a:pt x="432" y="20"/>
                  </a:lnTo>
                  <a:lnTo>
                    <a:pt x="434" y="20"/>
                  </a:lnTo>
                  <a:lnTo>
                    <a:pt x="432" y="22"/>
                  </a:lnTo>
                  <a:lnTo>
                    <a:pt x="432" y="24"/>
                  </a:lnTo>
                  <a:lnTo>
                    <a:pt x="428" y="28"/>
                  </a:lnTo>
                  <a:lnTo>
                    <a:pt x="424" y="32"/>
                  </a:lnTo>
                  <a:lnTo>
                    <a:pt x="422" y="34"/>
                  </a:lnTo>
                  <a:lnTo>
                    <a:pt x="420" y="36"/>
                  </a:lnTo>
                  <a:lnTo>
                    <a:pt x="416" y="38"/>
                  </a:lnTo>
                  <a:lnTo>
                    <a:pt x="416" y="40"/>
                  </a:lnTo>
                  <a:lnTo>
                    <a:pt x="416" y="42"/>
                  </a:lnTo>
                  <a:lnTo>
                    <a:pt x="418" y="42"/>
                  </a:lnTo>
                  <a:lnTo>
                    <a:pt x="422" y="44"/>
                  </a:lnTo>
                  <a:lnTo>
                    <a:pt x="428" y="44"/>
                  </a:lnTo>
                  <a:lnTo>
                    <a:pt x="432" y="44"/>
                  </a:lnTo>
                  <a:lnTo>
                    <a:pt x="442" y="44"/>
                  </a:lnTo>
                  <a:lnTo>
                    <a:pt x="454" y="42"/>
                  </a:lnTo>
                  <a:lnTo>
                    <a:pt x="464" y="38"/>
                  </a:lnTo>
                  <a:lnTo>
                    <a:pt x="466" y="40"/>
                  </a:lnTo>
                  <a:lnTo>
                    <a:pt x="468" y="40"/>
                  </a:lnTo>
                  <a:lnTo>
                    <a:pt x="470" y="42"/>
                  </a:lnTo>
                  <a:lnTo>
                    <a:pt x="476" y="42"/>
                  </a:lnTo>
                  <a:lnTo>
                    <a:pt x="484" y="42"/>
                  </a:lnTo>
                  <a:lnTo>
                    <a:pt x="486" y="42"/>
                  </a:lnTo>
                  <a:lnTo>
                    <a:pt x="490" y="40"/>
                  </a:lnTo>
                  <a:lnTo>
                    <a:pt x="492" y="40"/>
                  </a:lnTo>
                  <a:lnTo>
                    <a:pt x="496" y="40"/>
                  </a:lnTo>
                  <a:lnTo>
                    <a:pt x="500" y="42"/>
                  </a:lnTo>
                  <a:lnTo>
                    <a:pt x="502" y="44"/>
                  </a:lnTo>
                  <a:lnTo>
                    <a:pt x="502" y="46"/>
                  </a:lnTo>
                  <a:lnTo>
                    <a:pt x="502" y="48"/>
                  </a:lnTo>
                  <a:lnTo>
                    <a:pt x="502" y="50"/>
                  </a:lnTo>
                  <a:lnTo>
                    <a:pt x="502" y="52"/>
                  </a:lnTo>
                  <a:lnTo>
                    <a:pt x="498" y="56"/>
                  </a:lnTo>
                  <a:lnTo>
                    <a:pt x="496" y="58"/>
                  </a:lnTo>
                  <a:lnTo>
                    <a:pt x="490" y="60"/>
                  </a:lnTo>
                  <a:lnTo>
                    <a:pt x="490" y="58"/>
                  </a:lnTo>
                  <a:lnTo>
                    <a:pt x="488" y="58"/>
                  </a:lnTo>
                  <a:lnTo>
                    <a:pt x="484" y="58"/>
                  </a:lnTo>
                  <a:lnTo>
                    <a:pt x="482" y="58"/>
                  </a:lnTo>
                  <a:lnTo>
                    <a:pt x="478" y="58"/>
                  </a:lnTo>
                  <a:lnTo>
                    <a:pt x="476" y="62"/>
                  </a:lnTo>
                  <a:lnTo>
                    <a:pt x="472" y="66"/>
                  </a:lnTo>
                  <a:lnTo>
                    <a:pt x="470" y="72"/>
                  </a:lnTo>
                  <a:lnTo>
                    <a:pt x="472" y="72"/>
                  </a:lnTo>
                  <a:lnTo>
                    <a:pt x="474" y="74"/>
                  </a:lnTo>
                  <a:lnTo>
                    <a:pt x="476" y="76"/>
                  </a:lnTo>
                  <a:lnTo>
                    <a:pt x="476" y="80"/>
                  </a:lnTo>
                  <a:lnTo>
                    <a:pt x="476" y="84"/>
                  </a:lnTo>
                  <a:lnTo>
                    <a:pt x="474" y="90"/>
                  </a:lnTo>
                  <a:lnTo>
                    <a:pt x="472" y="92"/>
                  </a:lnTo>
                  <a:lnTo>
                    <a:pt x="470" y="102"/>
                  </a:lnTo>
                  <a:lnTo>
                    <a:pt x="468" y="114"/>
                  </a:lnTo>
                  <a:lnTo>
                    <a:pt x="468" y="126"/>
                  </a:lnTo>
                  <a:lnTo>
                    <a:pt x="472" y="134"/>
                  </a:lnTo>
                  <a:lnTo>
                    <a:pt x="474" y="134"/>
                  </a:lnTo>
                  <a:lnTo>
                    <a:pt x="478" y="132"/>
                  </a:lnTo>
                  <a:lnTo>
                    <a:pt x="480" y="130"/>
                  </a:lnTo>
                  <a:lnTo>
                    <a:pt x="484" y="126"/>
                  </a:lnTo>
                  <a:lnTo>
                    <a:pt x="486" y="122"/>
                  </a:lnTo>
                  <a:lnTo>
                    <a:pt x="488" y="116"/>
                  </a:lnTo>
                  <a:lnTo>
                    <a:pt x="490" y="108"/>
                  </a:lnTo>
                  <a:lnTo>
                    <a:pt x="494" y="82"/>
                  </a:lnTo>
                  <a:lnTo>
                    <a:pt x="500" y="78"/>
                  </a:lnTo>
                  <a:lnTo>
                    <a:pt x="500" y="74"/>
                  </a:lnTo>
                  <a:lnTo>
                    <a:pt x="500" y="72"/>
                  </a:lnTo>
                  <a:lnTo>
                    <a:pt x="502" y="68"/>
                  </a:lnTo>
                  <a:lnTo>
                    <a:pt x="504" y="64"/>
                  </a:lnTo>
                  <a:lnTo>
                    <a:pt x="506" y="62"/>
                  </a:lnTo>
                  <a:lnTo>
                    <a:pt x="508" y="62"/>
                  </a:lnTo>
                  <a:lnTo>
                    <a:pt x="510" y="62"/>
                  </a:lnTo>
                  <a:lnTo>
                    <a:pt x="514" y="62"/>
                  </a:lnTo>
                  <a:lnTo>
                    <a:pt x="516" y="64"/>
                  </a:lnTo>
                  <a:lnTo>
                    <a:pt x="520" y="64"/>
                  </a:lnTo>
                  <a:lnTo>
                    <a:pt x="522" y="68"/>
                  </a:lnTo>
                  <a:lnTo>
                    <a:pt x="524" y="72"/>
                  </a:lnTo>
                  <a:lnTo>
                    <a:pt x="524" y="76"/>
                  </a:lnTo>
                  <a:lnTo>
                    <a:pt x="520" y="86"/>
                  </a:lnTo>
                  <a:lnTo>
                    <a:pt x="520" y="88"/>
                  </a:lnTo>
                  <a:lnTo>
                    <a:pt x="518" y="90"/>
                  </a:lnTo>
                  <a:lnTo>
                    <a:pt x="518" y="92"/>
                  </a:lnTo>
                  <a:lnTo>
                    <a:pt x="520" y="92"/>
                  </a:lnTo>
                  <a:lnTo>
                    <a:pt x="524" y="92"/>
                  </a:lnTo>
                  <a:lnTo>
                    <a:pt x="526" y="90"/>
                  </a:lnTo>
                  <a:lnTo>
                    <a:pt x="528" y="88"/>
                  </a:lnTo>
                  <a:lnTo>
                    <a:pt x="528" y="90"/>
                  </a:lnTo>
                  <a:lnTo>
                    <a:pt x="530" y="92"/>
                  </a:lnTo>
                  <a:lnTo>
                    <a:pt x="534" y="96"/>
                  </a:lnTo>
                  <a:lnTo>
                    <a:pt x="536" y="100"/>
                  </a:lnTo>
                  <a:lnTo>
                    <a:pt x="536" y="104"/>
                  </a:lnTo>
                  <a:lnTo>
                    <a:pt x="536" y="108"/>
                  </a:lnTo>
                  <a:lnTo>
                    <a:pt x="536" y="114"/>
                  </a:lnTo>
                  <a:lnTo>
                    <a:pt x="536" y="118"/>
                  </a:lnTo>
                  <a:lnTo>
                    <a:pt x="536" y="120"/>
                  </a:lnTo>
                  <a:lnTo>
                    <a:pt x="534" y="122"/>
                  </a:lnTo>
                  <a:lnTo>
                    <a:pt x="534" y="124"/>
                  </a:lnTo>
                  <a:lnTo>
                    <a:pt x="534" y="126"/>
                  </a:lnTo>
                  <a:lnTo>
                    <a:pt x="536" y="126"/>
                  </a:lnTo>
                  <a:lnTo>
                    <a:pt x="536" y="128"/>
                  </a:lnTo>
                  <a:lnTo>
                    <a:pt x="540" y="128"/>
                  </a:lnTo>
                  <a:lnTo>
                    <a:pt x="546" y="128"/>
                  </a:lnTo>
                  <a:lnTo>
                    <a:pt x="554" y="128"/>
                  </a:lnTo>
                  <a:lnTo>
                    <a:pt x="560" y="128"/>
                  </a:lnTo>
                  <a:lnTo>
                    <a:pt x="568" y="126"/>
                  </a:lnTo>
                  <a:lnTo>
                    <a:pt x="572" y="124"/>
                  </a:lnTo>
                  <a:lnTo>
                    <a:pt x="576" y="122"/>
                  </a:lnTo>
                  <a:lnTo>
                    <a:pt x="582" y="118"/>
                  </a:lnTo>
                  <a:lnTo>
                    <a:pt x="586" y="114"/>
                  </a:lnTo>
                  <a:lnTo>
                    <a:pt x="590" y="110"/>
                  </a:lnTo>
                  <a:lnTo>
                    <a:pt x="592" y="106"/>
                  </a:lnTo>
                  <a:lnTo>
                    <a:pt x="594" y="104"/>
                  </a:lnTo>
                  <a:lnTo>
                    <a:pt x="592" y="102"/>
                  </a:lnTo>
                  <a:lnTo>
                    <a:pt x="592" y="98"/>
                  </a:lnTo>
                  <a:lnTo>
                    <a:pt x="594" y="96"/>
                  </a:lnTo>
                  <a:lnTo>
                    <a:pt x="596" y="94"/>
                  </a:lnTo>
                  <a:lnTo>
                    <a:pt x="600" y="92"/>
                  </a:lnTo>
                  <a:lnTo>
                    <a:pt x="606" y="90"/>
                  </a:lnTo>
                  <a:lnTo>
                    <a:pt x="614" y="90"/>
                  </a:lnTo>
                  <a:lnTo>
                    <a:pt x="620" y="90"/>
                  </a:lnTo>
                  <a:lnTo>
                    <a:pt x="626" y="88"/>
                  </a:lnTo>
                  <a:lnTo>
                    <a:pt x="630" y="86"/>
                  </a:lnTo>
                  <a:lnTo>
                    <a:pt x="634" y="82"/>
                  </a:lnTo>
                  <a:lnTo>
                    <a:pt x="638" y="78"/>
                  </a:lnTo>
                  <a:lnTo>
                    <a:pt x="640" y="76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  <p:sp>
          <p:nvSpPr>
            <p:cNvPr id="212" name="Freeform 374"/>
            <p:cNvSpPr>
              <a:spLocks/>
            </p:cNvSpPr>
            <p:nvPr/>
          </p:nvSpPr>
          <p:spPr bwMode="gray">
            <a:xfrm>
              <a:off x="5012" y="2016"/>
              <a:ext cx="136" cy="98"/>
            </a:xfrm>
            <a:custGeom>
              <a:avLst/>
              <a:gdLst>
                <a:gd name="T0" fmla="*/ 0 w 136"/>
                <a:gd name="T1" fmla="*/ 32 h 98"/>
                <a:gd name="T2" fmla="*/ 22 w 136"/>
                <a:gd name="T3" fmla="*/ 48 h 98"/>
                <a:gd name="T4" fmla="*/ 6 w 136"/>
                <a:gd name="T5" fmla="*/ 54 h 98"/>
                <a:gd name="T6" fmla="*/ 2 w 136"/>
                <a:gd name="T7" fmla="*/ 54 h 98"/>
                <a:gd name="T8" fmla="*/ 0 w 136"/>
                <a:gd name="T9" fmla="*/ 58 h 98"/>
                <a:gd name="T10" fmla="*/ 2 w 136"/>
                <a:gd name="T11" fmla="*/ 64 h 98"/>
                <a:gd name="T12" fmla="*/ 20 w 136"/>
                <a:gd name="T13" fmla="*/ 68 h 98"/>
                <a:gd name="T14" fmla="*/ 56 w 136"/>
                <a:gd name="T15" fmla="*/ 98 h 98"/>
                <a:gd name="T16" fmla="*/ 60 w 136"/>
                <a:gd name="T17" fmla="*/ 96 h 98"/>
                <a:gd name="T18" fmla="*/ 70 w 136"/>
                <a:gd name="T19" fmla="*/ 92 h 98"/>
                <a:gd name="T20" fmla="*/ 76 w 136"/>
                <a:gd name="T21" fmla="*/ 88 h 98"/>
                <a:gd name="T22" fmla="*/ 86 w 136"/>
                <a:gd name="T23" fmla="*/ 86 h 98"/>
                <a:gd name="T24" fmla="*/ 94 w 136"/>
                <a:gd name="T25" fmla="*/ 88 h 98"/>
                <a:gd name="T26" fmla="*/ 100 w 136"/>
                <a:gd name="T27" fmla="*/ 86 h 98"/>
                <a:gd name="T28" fmla="*/ 122 w 136"/>
                <a:gd name="T29" fmla="*/ 72 h 98"/>
                <a:gd name="T30" fmla="*/ 136 w 136"/>
                <a:gd name="T31" fmla="*/ 44 h 98"/>
                <a:gd name="T32" fmla="*/ 134 w 136"/>
                <a:gd name="T33" fmla="*/ 40 h 98"/>
                <a:gd name="T34" fmla="*/ 130 w 136"/>
                <a:gd name="T35" fmla="*/ 32 h 98"/>
                <a:gd name="T36" fmla="*/ 124 w 136"/>
                <a:gd name="T37" fmla="*/ 24 h 98"/>
                <a:gd name="T38" fmla="*/ 118 w 136"/>
                <a:gd name="T39" fmla="*/ 22 h 98"/>
                <a:gd name="T40" fmla="*/ 118 w 136"/>
                <a:gd name="T41" fmla="*/ 20 h 98"/>
                <a:gd name="T42" fmla="*/ 118 w 136"/>
                <a:gd name="T43" fmla="*/ 16 h 98"/>
                <a:gd name="T44" fmla="*/ 114 w 136"/>
                <a:gd name="T45" fmla="*/ 10 h 98"/>
                <a:gd name="T46" fmla="*/ 106 w 136"/>
                <a:gd name="T47" fmla="*/ 8 h 98"/>
                <a:gd name="T48" fmla="*/ 102 w 136"/>
                <a:gd name="T49" fmla="*/ 10 h 98"/>
                <a:gd name="T50" fmla="*/ 94 w 136"/>
                <a:gd name="T51" fmla="*/ 14 h 98"/>
                <a:gd name="T52" fmla="*/ 86 w 136"/>
                <a:gd name="T53" fmla="*/ 18 h 98"/>
                <a:gd name="T54" fmla="*/ 82 w 136"/>
                <a:gd name="T55" fmla="*/ 22 h 98"/>
                <a:gd name="T56" fmla="*/ 76 w 136"/>
                <a:gd name="T57" fmla="*/ 20 h 98"/>
                <a:gd name="T58" fmla="*/ 70 w 136"/>
                <a:gd name="T59" fmla="*/ 16 h 98"/>
                <a:gd name="T60" fmla="*/ 68 w 136"/>
                <a:gd name="T61" fmla="*/ 12 h 98"/>
                <a:gd name="T62" fmla="*/ 60 w 136"/>
                <a:gd name="T63" fmla="*/ 6 h 98"/>
                <a:gd name="T64" fmla="*/ 50 w 136"/>
                <a:gd name="T65" fmla="*/ 8 h 98"/>
                <a:gd name="T66" fmla="*/ 44 w 136"/>
                <a:gd name="T67" fmla="*/ 16 h 98"/>
                <a:gd name="T68" fmla="*/ 44 w 136"/>
                <a:gd name="T69" fmla="*/ 24 h 98"/>
                <a:gd name="T70" fmla="*/ 44 w 136"/>
                <a:gd name="T71" fmla="*/ 28 h 98"/>
                <a:gd name="T72" fmla="*/ 40 w 136"/>
                <a:gd name="T73" fmla="*/ 28 h 98"/>
                <a:gd name="T74" fmla="*/ 34 w 136"/>
                <a:gd name="T75" fmla="*/ 22 h 98"/>
                <a:gd name="T76" fmla="*/ 32 w 136"/>
                <a:gd name="T77" fmla="*/ 16 h 98"/>
                <a:gd name="T78" fmla="*/ 26 w 136"/>
                <a:gd name="T79" fmla="*/ 8 h 98"/>
                <a:gd name="T80" fmla="*/ 18 w 136"/>
                <a:gd name="T81" fmla="*/ 0 h 98"/>
                <a:gd name="T82" fmla="*/ 14 w 136"/>
                <a:gd name="T83" fmla="*/ 0 h 9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36"/>
                <a:gd name="T127" fmla="*/ 0 h 98"/>
                <a:gd name="T128" fmla="*/ 136 w 136"/>
                <a:gd name="T129" fmla="*/ 98 h 9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36" h="98">
                  <a:moveTo>
                    <a:pt x="12" y="4"/>
                  </a:moveTo>
                  <a:lnTo>
                    <a:pt x="0" y="32"/>
                  </a:lnTo>
                  <a:lnTo>
                    <a:pt x="16" y="36"/>
                  </a:lnTo>
                  <a:lnTo>
                    <a:pt x="22" y="48"/>
                  </a:lnTo>
                  <a:lnTo>
                    <a:pt x="6" y="54"/>
                  </a:lnTo>
                  <a:lnTo>
                    <a:pt x="4" y="54"/>
                  </a:lnTo>
                  <a:lnTo>
                    <a:pt x="2" y="54"/>
                  </a:lnTo>
                  <a:lnTo>
                    <a:pt x="2" y="56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2" y="64"/>
                  </a:lnTo>
                  <a:lnTo>
                    <a:pt x="6" y="68"/>
                  </a:lnTo>
                  <a:lnTo>
                    <a:pt x="20" y="68"/>
                  </a:lnTo>
                  <a:lnTo>
                    <a:pt x="38" y="86"/>
                  </a:lnTo>
                  <a:lnTo>
                    <a:pt x="56" y="98"/>
                  </a:lnTo>
                  <a:lnTo>
                    <a:pt x="58" y="98"/>
                  </a:lnTo>
                  <a:lnTo>
                    <a:pt x="60" y="96"/>
                  </a:lnTo>
                  <a:lnTo>
                    <a:pt x="66" y="94"/>
                  </a:lnTo>
                  <a:lnTo>
                    <a:pt x="70" y="92"/>
                  </a:lnTo>
                  <a:lnTo>
                    <a:pt x="74" y="90"/>
                  </a:lnTo>
                  <a:lnTo>
                    <a:pt x="76" y="88"/>
                  </a:lnTo>
                  <a:lnTo>
                    <a:pt x="82" y="86"/>
                  </a:lnTo>
                  <a:lnTo>
                    <a:pt x="86" y="86"/>
                  </a:lnTo>
                  <a:lnTo>
                    <a:pt x="90" y="86"/>
                  </a:lnTo>
                  <a:lnTo>
                    <a:pt x="94" y="88"/>
                  </a:lnTo>
                  <a:lnTo>
                    <a:pt x="96" y="88"/>
                  </a:lnTo>
                  <a:lnTo>
                    <a:pt x="100" y="86"/>
                  </a:lnTo>
                  <a:lnTo>
                    <a:pt x="110" y="80"/>
                  </a:lnTo>
                  <a:lnTo>
                    <a:pt x="122" y="72"/>
                  </a:lnTo>
                  <a:lnTo>
                    <a:pt x="132" y="58"/>
                  </a:lnTo>
                  <a:lnTo>
                    <a:pt x="136" y="44"/>
                  </a:lnTo>
                  <a:lnTo>
                    <a:pt x="136" y="42"/>
                  </a:lnTo>
                  <a:lnTo>
                    <a:pt x="134" y="40"/>
                  </a:lnTo>
                  <a:lnTo>
                    <a:pt x="132" y="36"/>
                  </a:lnTo>
                  <a:lnTo>
                    <a:pt x="130" y="32"/>
                  </a:lnTo>
                  <a:lnTo>
                    <a:pt x="126" y="28"/>
                  </a:lnTo>
                  <a:lnTo>
                    <a:pt x="124" y="24"/>
                  </a:lnTo>
                  <a:lnTo>
                    <a:pt x="120" y="22"/>
                  </a:lnTo>
                  <a:lnTo>
                    <a:pt x="118" y="22"/>
                  </a:lnTo>
                  <a:lnTo>
                    <a:pt x="118" y="20"/>
                  </a:lnTo>
                  <a:lnTo>
                    <a:pt x="118" y="18"/>
                  </a:lnTo>
                  <a:lnTo>
                    <a:pt x="118" y="16"/>
                  </a:lnTo>
                  <a:lnTo>
                    <a:pt x="118" y="12"/>
                  </a:lnTo>
                  <a:lnTo>
                    <a:pt x="114" y="10"/>
                  </a:lnTo>
                  <a:lnTo>
                    <a:pt x="112" y="10"/>
                  </a:lnTo>
                  <a:lnTo>
                    <a:pt x="106" y="8"/>
                  </a:lnTo>
                  <a:lnTo>
                    <a:pt x="104" y="10"/>
                  </a:lnTo>
                  <a:lnTo>
                    <a:pt x="102" y="10"/>
                  </a:lnTo>
                  <a:lnTo>
                    <a:pt x="98" y="12"/>
                  </a:lnTo>
                  <a:lnTo>
                    <a:pt x="94" y="14"/>
                  </a:lnTo>
                  <a:lnTo>
                    <a:pt x="90" y="16"/>
                  </a:lnTo>
                  <a:lnTo>
                    <a:pt x="86" y="18"/>
                  </a:lnTo>
                  <a:lnTo>
                    <a:pt x="84" y="20"/>
                  </a:lnTo>
                  <a:lnTo>
                    <a:pt x="82" y="22"/>
                  </a:lnTo>
                  <a:lnTo>
                    <a:pt x="78" y="22"/>
                  </a:lnTo>
                  <a:lnTo>
                    <a:pt x="76" y="20"/>
                  </a:lnTo>
                  <a:lnTo>
                    <a:pt x="72" y="18"/>
                  </a:lnTo>
                  <a:lnTo>
                    <a:pt x="70" y="16"/>
                  </a:lnTo>
                  <a:lnTo>
                    <a:pt x="70" y="14"/>
                  </a:lnTo>
                  <a:lnTo>
                    <a:pt x="68" y="12"/>
                  </a:lnTo>
                  <a:lnTo>
                    <a:pt x="64" y="8"/>
                  </a:lnTo>
                  <a:lnTo>
                    <a:pt x="60" y="6"/>
                  </a:lnTo>
                  <a:lnTo>
                    <a:pt x="56" y="6"/>
                  </a:lnTo>
                  <a:lnTo>
                    <a:pt x="50" y="8"/>
                  </a:lnTo>
                  <a:lnTo>
                    <a:pt x="46" y="12"/>
                  </a:lnTo>
                  <a:lnTo>
                    <a:pt x="44" y="16"/>
                  </a:lnTo>
                  <a:lnTo>
                    <a:pt x="44" y="20"/>
                  </a:lnTo>
                  <a:lnTo>
                    <a:pt x="44" y="24"/>
                  </a:lnTo>
                  <a:lnTo>
                    <a:pt x="44" y="26"/>
                  </a:lnTo>
                  <a:lnTo>
                    <a:pt x="44" y="28"/>
                  </a:lnTo>
                  <a:lnTo>
                    <a:pt x="42" y="28"/>
                  </a:lnTo>
                  <a:lnTo>
                    <a:pt x="40" y="28"/>
                  </a:lnTo>
                  <a:lnTo>
                    <a:pt x="38" y="24"/>
                  </a:lnTo>
                  <a:lnTo>
                    <a:pt x="34" y="22"/>
                  </a:lnTo>
                  <a:lnTo>
                    <a:pt x="34" y="18"/>
                  </a:lnTo>
                  <a:lnTo>
                    <a:pt x="32" y="16"/>
                  </a:lnTo>
                  <a:lnTo>
                    <a:pt x="28" y="12"/>
                  </a:lnTo>
                  <a:lnTo>
                    <a:pt x="26" y="8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4"/>
                  </a:lnTo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1013">
                <a:ea typeface="宋体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2238140"/>
      </p:ext>
    </p:extLst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3588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H="1" flipV="1">
            <a:off x="1695672" y="3"/>
            <a:ext cx="4401124" cy="4381980"/>
          </a:xfrm>
          <a:prstGeom prst="line">
            <a:avLst/>
          </a:prstGeom>
          <a:ln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4523991" y="2476023"/>
            <a:ext cx="4401124" cy="4381980"/>
          </a:xfrm>
          <a:prstGeom prst="line">
            <a:avLst/>
          </a:prstGeom>
          <a:ln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05433"/>
      </p:ext>
    </p:extLst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762B1809-9A53-4805-8C17-82B1FE5014C2}"/>
              </a:ext>
            </a:extLst>
          </p:cNvPr>
          <p:cNvSpPr/>
          <p:nvPr userDrawn="1"/>
        </p:nvSpPr>
        <p:spPr>
          <a:xfrm>
            <a:off x="-1" y="6458861"/>
            <a:ext cx="12193589" cy="399143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 w="38100" cap="rnd">
            <a:noFill/>
            <a:prstDash val="sysDot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zh-CN" altLang="en-US" sz="1013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55BEBF7-01CE-47D6-9A63-7F4A99766B8C}"/>
              </a:ext>
            </a:extLst>
          </p:cNvPr>
          <p:cNvSpPr/>
          <p:nvPr userDrawn="1"/>
        </p:nvSpPr>
        <p:spPr>
          <a:xfrm>
            <a:off x="312361" y="6537351"/>
            <a:ext cx="4331604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82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中建材信息技术股份有限公司  </a:t>
            </a:r>
            <a:r>
              <a:rPr lang="en-US" altLang="zh-CN" sz="82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CNBM TECHNOLOGY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4BB4E19-5C02-4EBC-8035-2F98E05560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8024" y="6534952"/>
            <a:ext cx="905553" cy="2469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HK" altLang="en-US" sz="825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fld id="{8592E714-8771-4256-B120-A1444CD7D5F3}" type="slidenum">
              <a:rPr lang="en-US" altLang="zh-CN" smtClean="0"/>
              <a:pPr/>
              <a:t>‹#›</a:t>
            </a:fld>
            <a:endParaRPr lang="zh-CN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E56A9591-B144-4E25-8386-497654625EE4}"/>
              </a:ext>
            </a:extLst>
          </p:cNvPr>
          <p:cNvGrpSpPr/>
          <p:nvPr userDrawn="1"/>
        </p:nvGrpSpPr>
        <p:grpSpPr>
          <a:xfrm>
            <a:off x="326881" y="283267"/>
            <a:ext cx="1236930" cy="377407"/>
            <a:chOff x="417376" y="845647"/>
            <a:chExt cx="4231680" cy="1291317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0D542AD6-B8B9-4C9A-BAE2-95C5CC5026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7376" y="845647"/>
              <a:ext cx="1294894" cy="1291317"/>
            </a:xfrm>
            <a:custGeom>
              <a:avLst/>
              <a:gdLst/>
              <a:ahLst/>
              <a:cxnLst>
                <a:cxn ang="0">
                  <a:pos x="216" y="0"/>
                </a:cxn>
                <a:cxn ang="0">
                  <a:pos x="90" y="0"/>
                </a:cxn>
                <a:cxn ang="0">
                  <a:pos x="0" y="90"/>
                </a:cxn>
                <a:cxn ang="0">
                  <a:pos x="0" y="216"/>
                </a:cxn>
                <a:cxn ang="0">
                  <a:pos x="90" y="305"/>
                </a:cxn>
                <a:cxn ang="0">
                  <a:pos x="216" y="305"/>
                </a:cxn>
                <a:cxn ang="0">
                  <a:pos x="306" y="216"/>
                </a:cxn>
                <a:cxn ang="0">
                  <a:pos x="306" y="90"/>
                </a:cxn>
                <a:cxn ang="0">
                  <a:pos x="216" y="0"/>
                </a:cxn>
                <a:cxn ang="0">
                  <a:pos x="216" y="0"/>
                </a:cxn>
                <a:cxn ang="0">
                  <a:pos x="222" y="181"/>
                </a:cxn>
                <a:cxn ang="0">
                  <a:pos x="222" y="221"/>
                </a:cxn>
                <a:cxn ang="0">
                  <a:pos x="182" y="221"/>
                </a:cxn>
                <a:cxn ang="0">
                  <a:pos x="153" y="250"/>
                </a:cxn>
                <a:cxn ang="0">
                  <a:pos x="125" y="221"/>
                </a:cxn>
                <a:cxn ang="0">
                  <a:pos x="84" y="221"/>
                </a:cxn>
                <a:cxn ang="0">
                  <a:pos x="84" y="181"/>
                </a:cxn>
                <a:cxn ang="0">
                  <a:pos x="56" y="152"/>
                </a:cxn>
                <a:cxn ang="0">
                  <a:pos x="84" y="124"/>
                </a:cxn>
                <a:cxn ang="0">
                  <a:pos x="84" y="84"/>
                </a:cxn>
                <a:cxn ang="0">
                  <a:pos x="125" y="84"/>
                </a:cxn>
                <a:cxn ang="0">
                  <a:pos x="153" y="56"/>
                </a:cxn>
                <a:cxn ang="0">
                  <a:pos x="182" y="84"/>
                </a:cxn>
                <a:cxn ang="0">
                  <a:pos x="222" y="84"/>
                </a:cxn>
                <a:cxn ang="0">
                  <a:pos x="222" y="124"/>
                </a:cxn>
                <a:cxn ang="0">
                  <a:pos x="250" y="152"/>
                </a:cxn>
                <a:cxn ang="0">
                  <a:pos x="222" y="181"/>
                </a:cxn>
                <a:cxn ang="0">
                  <a:pos x="222" y="181"/>
                </a:cxn>
              </a:cxnLst>
              <a:rect l="0" t="0" r="r" b="b"/>
              <a:pathLst>
                <a:path w="306" h="305">
                  <a:moveTo>
                    <a:pt x="216" y="0"/>
                  </a:moveTo>
                  <a:lnTo>
                    <a:pt x="90" y="0"/>
                  </a:lnTo>
                  <a:lnTo>
                    <a:pt x="0" y="90"/>
                  </a:lnTo>
                  <a:lnTo>
                    <a:pt x="0" y="216"/>
                  </a:lnTo>
                  <a:lnTo>
                    <a:pt x="90" y="305"/>
                  </a:lnTo>
                  <a:lnTo>
                    <a:pt x="216" y="305"/>
                  </a:lnTo>
                  <a:lnTo>
                    <a:pt x="306" y="216"/>
                  </a:lnTo>
                  <a:lnTo>
                    <a:pt x="306" y="90"/>
                  </a:lnTo>
                  <a:lnTo>
                    <a:pt x="216" y="0"/>
                  </a:lnTo>
                  <a:lnTo>
                    <a:pt x="216" y="0"/>
                  </a:lnTo>
                  <a:close/>
                  <a:moveTo>
                    <a:pt x="222" y="181"/>
                  </a:moveTo>
                  <a:lnTo>
                    <a:pt x="222" y="221"/>
                  </a:lnTo>
                  <a:lnTo>
                    <a:pt x="182" y="221"/>
                  </a:lnTo>
                  <a:lnTo>
                    <a:pt x="153" y="250"/>
                  </a:lnTo>
                  <a:lnTo>
                    <a:pt x="125" y="221"/>
                  </a:lnTo>
                  <a:lnTo>
                    <a:pt x="84" y="221"/>
                  </a:lnTo>
                  <a:lnTo>
                    <a:pt x="84" y="181"/>
                  </a:lnTo>
                  <a:lnTo>
                    <a:pt x="56" y="152"/>
                  </a:lnTo>
                  <a:lnTo>
                    <a:pt x="84" y="124"/>
                  </a:lnTo>
                  <a:lnTo>
                    <a:pt x="84" y="84"/>
                  </a:lnTo>
                  <a:lnTo>
                    <a:pt x="125" y="84"/>
                  </a:lnTo>
                  <a:lnTo>
                    <a:pt x="153" y="56"/>
                  </a:lnTo>
                  <a:lnTo>
                    <a:pt x="182" y="84"/>
                  </a:lnTo>
                  <a:lnTo>
                    <a:pt x="222" y="84"/>
                  </a:lnTo>
                  <a:lnTo>
                    <a:pt x="222" y="124"/>
                  </a:lnTo>
                  <a:lnTo>
                    <a:pt x="250" y="152"/>
                  </a:lnTo>
                  <a:lnTo>
                    <a:pt x="222" y="181"/>
                  </a:lnTo>
                  <a:lnTo>
                    <a:pt x="222" y="181"/>
                  </a:lnTo>
                  <a:close/>
                </a:path>
              </a:pathLst>
            </a:custGeom>
            <a:solidFill>
              <a:srgbClr val="D7000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4C42B2A-693F-4CCC-B05D-4304480184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4301" y="1070040"/>
              <a:ext cx="524728" cy="596970"/>
            </a:xfrm>
            <a:custGeom>
              <a:avLst/>
              <a:gdLst/>
              <a:ahLst/>
              <a:cxnLst>
                <a:cxn ang="0">
                  <a:pos x="173" y="69"/>
                </a:cxn>
                <a:cxn ang="0">
                  <a:pos x="137" y="69"/>
                </a:cxn>
                <a:cxn ang="0">
                  <a:pos x="134" y="61"/>
                </a:cxn>
                <a:cxn ang="0">
                  <a:pos x="127" y="50"/>
                </a:cxn>
                <a:cxn ang="0">
                  <a:pos x="110" y="38"/>
                </a:cxn>
                <a:cxn ang="0">
                  <a:pos x="88" y="35"/>
                </a:cxn>
                <a:cxn ang="0">
                  <a:pos x="57" y="47"/>
                </a:cxn>
                <a:cxn ang="0">
                  <a:pos x="41" y="71"/>
                </a:cxn>
                <a:cxn ang="0">
                  <a:pos x="35" y="101"/>
                </a:cxn>
                <a:cxn ang="0">
                  <a:pos x="40" y="129"/>
                </a:cxn>
                <a:cxn ang="0">
                  <a:pos x="57" y="153"/>
                </a:cxn>
                <a:cxn ang="0">
                  <a:pos x="86" y="164"/>
                </a:cxn>
                <a:cxn ang="0">
                  <a:pos x="111" y="160"/>
                </a:cxn>
                <a:cxn ang="0">
                  <a:pos x="127" y="146"/>
                </a:cxn>
                <a:cxn ang="0">
                  <a:pos x="134" y="130"/>
                </a:cxn>
                <a:cxn ang="0">
                  <a:pos x="137" y="118"/>
                </a:cxn>
                <a:cxn ang="0">
                  <a:pos x="174" y="118"/>
                </a:cxn>
                <a:cxn ang="0">
                  <a:pos x="170" y="139"/>
                </a:cxn>
                <a:cxn ang="0">
                  <a:pos x="161" y="161"/>
                </a:cxn>
                <a:cxn ang="0">
                  <a:pos x="144" y="182"/>
                </a:cxn>
                <a:cxn ang="0">
                  <a:pos x="121" y="194"/>
                </a:cxn>
                <a:cxn ang="0">
                  <a:pos x="87" y="198"/>
                </a:cxn>
                <a:cxn ang="0">
                  <a:pos x="58" y="195"/>
                </a:cxn>
                <a:cxn ang="0">
                  <a:pos x="34" y="182"/>
                </a:cxn>
                <a:cxn ang="0">
                  <a:pos x="15" y="161"/>
                </a:cxn>
                <a:cxn ang="0">
                  <a:pos x="3" y="133"/>
                </a:cxn>
                <a:cxn ang="0">
                  <a:pos x="0" y="100"/>
                </a:cxn>
                <a:cxn ang="0">
                  <a:pos x="7" y="59"/>
                </a:cxn>
                <a:cxn ang="0">
                  <a:pos x="27" y="27"/>
                </a:cxn>
                <a:cxn ang="0">
                  <a:pos x="54" y="8"/>
                </a:cxn>
                <a:cxn ang="0">
                  <a:pos x="88" y="1"/>
                </a:cxn>
                <a:cxn ang="0">
                  <a:pos x="120" y="5"/>
                </a:cxn>
                <a:cxn ang="0">
                  <a:pos x="145" y="18"/>
                </a:cxn>
                <a:cxn ang="0">
                  <a:pos x="162" y="38"/>
                </a:cxn>
                <a:cxn ang="0">
                  <a:pos x="171" y="57"/>
                </a:cxn>
                <a:cxn ang="0">
                  <a:pos x="173" y="69"/>
                </a:cxn>
              </a:cxnLst>
              <a:rect l="0" t="0" r="r" b="b"/>
              <a:pathLst>
                <a:path w="174" h="199">
                  <a:moveTo>
                    <a:pt x="173" y="69"/>
                  </a:moveTo>
                  <a:cubicBezTo>
                    <a:pt x="137" y="69"/>
                    <a:pt x="137" y="69"/>
                    <a:pt x="137" y="69"/>
                  </a:cubicBezTo>
                  <a:cubicBezTo>
                    <a:pt x="136" y="67"/>
                    <a:pt x="135" y="64"/>
                    <a:pt x="134" y="61"/>
                  </a:cubicBezTo>
                  <a:cubicBezTo>
                    <a:pt x="133" y="58"/>
                    <a:pt x="131" y="55"/>
                    <a:pt x="127" y="50"/>
                  </a:cubicBezTo>
                  <a:cubicBezTo>
                    <a:pt x="123" y="45"/>
                    <a:pt x="117" y="41"/>
                    <a:pt x="110" y="38"/>
                  </a:cubicBezTo>
                  <a:cubicBezTo>
                    <a:pt x="104" y="35"/>
                    <a:pt x="96" y="34"/>
                    <a:pt x="88" y="35"/>
                  </a:cubicBezTo>
                  <a:cubicBezTo>
                    <a:pt x="75" y="36"/>
                    <a:pt x="65" y="40"/>
                    <a:pt x="57" y="47"/>
                  </a:cubicBezTo>
                  <a:cubicBezTo>
                    <a:pt x="50" y="54"/>
                    <a:pt x="44" y="62"/>
                    <a:pt x="41" y="71"/>
                  </a:cubicBezTo>
                  <a:cubicBezTo>
                    <a:pt x="37" y="80"/>
                    <a:pt x="35" y="90"/>
                    <a:pt x="35" y="101"/>
                  </a:cubicBezTo>
                  <a:cubicBezTo>
                    <a:pt x="35" y="112"/>
                    <a:pt x="37" y="121"/>
                    <a:pt x="40" y="129"/>
                  </a:cubicBezTo>
                  <a:cubicBezTo>
                    <a:pt x="44" y="139"/>
                    <a:pt x="49" y="147"/>
                    <a:pt x="57" y="153"/>
                  </a:cubicBezTo>
                  <a:cubicBezTo>
                    <a:pt x="65" y="159"/>
                    <a:pt x="74" y="163"/>
                    <a:pt x="86" y="164"/>
                  </a:cubicBezTo>
                  <a:cubicBezTo>
                    <a:pt x="96" y="165"/>
                    <a:pt x="104" y="164"/>
                    <a:pt x="111" y="160"/>
                  </a:cubicBezTo>
                  <a:cubicBezTo>
                    <a:pt x="117" y="157"/>
                    <a:pt x="123" y="152"/>
                    <a:pt x="127" y="146"/>
                  </a:cubicBezTo>
                  <a:cubicBezTo>
                    <a:pt x="131" y="140"/>
                    <a:pt x="134" y="135"/>
                    <a:pt x="134" y="130"/>
                  </a:cubicBezTo>
                  <a:cubicBezTo>
                    <a:pt x="137" y="118"/>
                    <a:pt x="137" y="118"/>
                    <a:pt x="137" y="118"/>
                  </a:cubicBezTo>
                  <a:cubicBezTo>
                    <a:pt x="174" y="118"/>
                    <a:pt x="174" y="118"/>
                    <a:pt x="174" y="118"/>
                  </a:cubicBezTo>
                  <a:cubicBezTo>
                    <a:pt x="172" y="126"/>
                    <a:pt x="171" y="133"/>
                    <a:pt x="170" y="139"/>
                  </a:cubicBezTo>
                  <a:cubicBezTo>
                    <a:pt x="168" y="145"/>
                    <a:pt x="165" y="152"/>
                    <a:pt x="161" y="161"/>
                  </a:cubicBezTo>
                  <a:cubicBezTo>
                    <a:pt x="156" y="169"/>
                    <a:pt x="151" y="176"/>
                    <a:pt x="144" y="182"/>
                  </a:cubicBezTo>
                  <a:cubicBezTo>
                    <a:pt x="138" y="187"/>
                    <a:pt x="130" y="191"/>
                    <a:pt x="121" y="194"/>
                  </a:cubicBezTo>
                  <a:cubicBezTo>
                    <a:pt x="112" y="197"/>
                    <a:pt x="100" y="199"/>
                    <a:pt x="87" y="198"/>
                  </a:cubicBezTo>
                  <a:cubicBezTo>
                    <a:pt x="75" y="198"/>
                    <a:pt x="66" y="197"/>
                    <a:pt x="58" y="195"/>
                  </a:cubicBezTo>
                  <a:cubicBezTo>
                    <a:pt x="50" y="192"/>
                    <a:pt x="42" y="188"/>
                    <a:pt x="34" y="182"/>
                  </a:cubicBezTo>
                  <a:cubicBezTo>
                    <a:pt x="26" y="177"/>
                    <a:pt x="20" y="169"/>
                    <a:pt x="15" y="161"/>
                  </a:cubicBezTo>
                  <a:cubicBezTo>
                    <a:pt x="9" y="152"/>
                    <a:pt x="5" y="143"/>
                    <a:pt x="3" y="133"/>
                  </a:cubicBezTo>
                  <a:cubicBezTo>
                    <a:pt x="1" y="122"/>
                    <a:pt x="0" y="112"/>
                    <a:pt x="0" y="100"/>
                  </a:cubicBezTo>
                  <a:cubicBezTo>
                    <a:pt x="0" y="85"/>
                    <a:pt x="3" y="71"/>
                    <a:pt x="7" y="59"/>
                  </a:cubicBezTo>
                  <a:cubicBezTo>
                    <a:pt x="12" y="46"/>
                    <a:pt x="19" y="36"/>
                    <a:pt x="27" y="27"/>
                  </a:cubicBezTo>
                  <a:cubicBezTo>
                    <a:pt x="35" y="18"/>
                    <a:pt x="44" y="12"/>
                    <a:pt x="54" y="8"/>
                  </a:cubicBezTo>
                  <a:cubicBezTo>
                    <a:pt x="64" y="4"/>
                    <a:pt x="75" y="1"/>
                    <a:pt x="88" y="1"/>
                  </a:cubicBezTo>
                  <a:cubicBezTo>
                    <a:pt x="100" y="0"/>
                    <a:pt x="110" y="2"/>
                    <a:pt x="120" y="5"/>
                  </a:cubicBezTo>
                  <a:cubicBezTo>
                    <a:pt x="129" y="8"/>
                    <a:pt x="138" y="12"/>
                    <a:pt x="145" y="18"/>
                  </a:cubicBezTo>
                  <a:cubicBezTo>
                    <a:pt x="152" y="24"/>
                    <a:pt x="158" y="31"/>
                    <a:pt x="162" y="38"/>
                  </a:cubicBezTo>
                  <a:cubicBezTo>
                    <a:pt x="167" y="45"/>
                    <a:pt x="169" y="52"/>
                    <a:pt x="171" y="57"/>
                  </a:cubicBezTo>
                  <a:cubicBezTo>
                    <a:pt x="173" y="69"/>
                    <a:pt x="173" y="69"/>
                    <a:pt x="173" y="69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D2B6E8C5-E6B8-4ACC-9BDA-4B6150B26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212" y="1082743"/>
              <a:ext cx="440095" cy="5631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" y="0"/>
                </a:cxn>
                <a:cxn ang="0">
                  <a:pos x="79" y="84"/>
                </a:cxn>
                <a:cxn ang="0">
                  <a:pos x="79" y="0"/>
                </a:cxn>
                <a:cxn ang="0">
                  <a:pos x="104" y="0"/>
                </a:cxn>
                <a:cxn ang="0">
                  <a:pos x="104" y="133"/>
                </a:cxn>
                <a:cxn ang="0">
                  <a:pos x="79" y="133"/>
                </a:cxn>
                <a:cxn ang="0">
                  <a:pos x="23" y="47"/>
                </a:cxn>
                <a:cxn ang="0">
                  <a:pos x="23" y="133"/>
                </a:cxn>
                <a:cxn ang="0">
                  <a:pos x="0" y="13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4" h="133">
                  <a:moveTo>
                    <a:pt x="0" y="0"/>
                  </a:moveTo>
                  <a:lnTo>
                    <a:pt x="24" y="0"/>
                  </a:lnTo>
                  <a:lnTo>
                    <a:pt x="79" y="84"/>
                  </a:lnTo>
                  <a:lnTo>
                    <a:pt x="79" y="0"/>
                  </a:lnTo>
                  <a:lnTo>
                    <a:pt x="104" y="0"/>
                  </a:lnTo>
                  <a:lnTo>
                    <a:pt x="104" y="133"/>
                  </a:lnTo>
                  <a:lnTo>
                    <a:pt x="79" y="133"/>
                  </a:lnTo>
                  <a:lnTo>
                    <a:pt x="23" y="47"/>
                  </a:lnTo>
                  <a:lnTo>
                    <a:pt x="23" y="133"/>
                  </a:lnTo>
                  <a:lnTo>
                    <a:pt x="0" y="13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C01C6279-0D62-45F2-8935-41622DFE1C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59952" y="1082743"/>
              <a:ext cx="482411" cy="563100"/>
            </a:xfrm>
            <a:custGeom>
              <a:avLst/>
              <a:gdLst/>
              <a:ahLst/>
              <a:cxnLst>
                <a:cxn ang="0">
                  <a:pos x="136" y="91"/>
                </a:cxn>
                <a:cxn ang="0">
                  <a:pos x="148" y="101"/>
                </a:cxn>
                <a:cxn ang="0">
                  <a:pos x="156" y="115"/>
                </a:cxn>
                <a:cxn ang="0">
                  <a:pos x="160" y="135"/>
                </a:cxn>
                <a:cxn ang="0">
                  <a:pos x="150" y="166"/>
                </a:cxn>
                <a:cxn ang="0">
                  <a:pos x="127" y="182"/>
                </a:cxn>
                <a:cxn ang="0">
                  <a:pos x="94" y="186"/>
                </a:cxn>
                <a:cxn ang="0">
                  <a:pos x="0" y="186"/>
                </a:cxn>
                <a:cxn ang="0">
                  <a:pos x="0" y="0"/>
                </a:cxn>
                <a:cxn ang="0">
                  <a:pos x="105" y="0"/>
                </a:cxn>
                <a:cxn ang="0">
                  <a:pos x="125" y="3"/>
                </a:cxn>
                <a:cxn ang="0">
                  <a:pos x="140" y="12"/>
                </a:cxn>
                <a:cxn ang="0">
                  <a:pos x="152" y="27"/>
                </a:cxn>
                <a:cxn ang="0">
                  <a:pos x="156" y="48"/>
                </a:cxn>
                <a:cxn ang="0">
                  <a:pos x="153" y="69"/>
                </a:cxn>
                <a:cxn ang="0">
                  <a:pos x="143" y="84"/>
                </a:cxn>
                <a:cxn ang="0">
                  <a:pos x="136" y="91"/>
                </a:cxn>
                <a:cxn ang="0">
                  <a:pos x="34" y="77"/>
                </a:cxn>
                <a:cxn ang="0">
                  <a:pos x="100" y="77"/>
                </a:cxn>
                <a:cxn ang="0">
                  <a:pos x="112" y="70"/>
                </a:cxn>
                <a:cxn ang="0">
                  <a:pos x="118" y="57"/>
                </a:cxn>
                <a:cxn ang="0">
                  <a:pos x="117" y="47"/>
                </a:cxn>
                <a:cxn ang="0">
                  <a:pos x="112" y="38"/>
                </a:cxn>
                <a:cxn ang="0">
                  <a:pos x="100" y="34"/>
                </a:cxn>
                <a:cxn ang="0">
                  <a:pos x="34" y="34"/>
                </a:cxn>
                <a:cxn ang="0">
                  <a:pos x="34" y="77"/>
                </a:cxn>
                <a:cxn ang="0">
                  <a:pos x="34" y="110"/>
                </a:cxn>
                <a:cxn ang="0">
                  <a:pos x="34" y="152"/>
                </a:cxn>
                <a:cxn ang="0">
                  <a:pos x="104" y="152"/>
                </a:cxn>
                <a:cxn ang="0">
                  <a:pos x="118" y="146"/>
                </a:cxn>
                <a:cxn ang="0">
                  <a:pos x="122" y="130"/>
                </a:cxn>
                <a:cxn ang="0">
                  <a:pos x="115" y="114"/>
                </a:cxn>
                <a:cxn ang="0">
                  <a:pos x="101" y="110"/>
                </a:cxn>
                <a:cxn ang="0">
                  <a:pos x="34" y="110"/>
                </a:cxn>
              </a:cxnLst>
              <a:rect l="0" t="0" r="r" b="b"/>
              <a:pathLst>
                <a:path w="160" h="186">
                  <a:moveTo>
                    <a:pt x="136" y="91"/>
                  </a:moveTo>
                  <a:cubicBezTo>
                    <a:pt x="141" y="95"/>
                    <a:pt x="145" y="98"/>
                    <a:pt x="148" y="101"/>
                  </a:cubicBezTo>
                  <a:cubicBezTo>
                    <a:pt x="151" y="105"/>
                    <a:pt x="154" y="109"/>
                    <a:pt x="156" y="115"/>
                  </a:cubicBezTo>
                  <a:cubicBezTo>
                    <a:pt x="159" y="120"/>
                    <a:pt x="160" y="127"/>
                    <a:pt x="160" y="135"/>
                  </a:cubicBezTo>
                  <a:cubicBezTo>
                    <a:pt x="159" y="147"/>
                    <a:pt x="156" y="157"/>
                    <a:pt x="150" y="166"/>
                  </a:cubicBezTo>
                  <a:cubicBezTo>
                    <a:pt x="144" y="174"/>
                    <a:pt x="137" y="179"/>
                    <a:pt x="127" y="182"/>
                  </a:cubicBezTo>
                  <a:cubicBezTo>
                    <a:pt x="118" y="185"/>
                    <a:pt x="107" y="186"/>
                    <a:pt x="94" y="186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113" y="0"/>
                    <a:pt x="119" y="2"/>
                    <a:pt x="125" y="3"/>
                  </a:cubicBezTo>
                  <a:cubicBezTo>
                    <a:pt x="130" y="5"/>
                    <a:pt x="135" y="8"/>
                    <a:pt x="140" y="12"/>
                  </a:cubicBezTo>
                  <a:cubicBezTo>
                    <a:pt x="145" y="16"/>
                    <a:pt x="149" y="21"/>
                    <a:pt x="152" y="27"/>
                  </a:cubicBezTo>
                  <a:cubicBezTo>
                    <a:pt x="155" y="33"/>
                    <a:pt x="156" y="40"/>
                    <a:pt x="156" y="48"/>
                  </a:cubicBezTo>
                  <a:cubicBezTo>
                    <a:pt x="156" y="56"/>
                    <a:pt x="155" y="63"/>
                    <a:pt x="153" y="69"/>
                  </a:cubicBezTo>
                  <a:cubicBezTo>
                    <a:pt x="150" y="76"/>
                    <a:pt x="147" y="80"/>
                    <a:pt x="143" y="84"/>
                  </a:cubicBezTo>
                  <a:cubicBezTo>
                    <a:pt x="136" y="91"/>
                    <a:pt x="136" y="91"/>
                    <a:pt x="136" y="91"/>
                  </a:cubicBezTo>
                  <a:close/>
                  <a:moveTo>
                    <a:pt x="34" y="77"/>
                  </a:moveTo>
                  <a:cubicBezTo>
                    <a:pt x="100" y="77"/>
                    <a:pt x="100" y="77"/>
                    <a:pt x="100" y="77"/>
                  </a:cubicBezTo>
                  <a:cubicBezTo>
                    <a:pt x="104" y="77"/>
                    <a:pt x="108" y="74"/>
                    <a:pt x="112" y="70"/>
                  </a:cubicBezTo>
                  <a:cubicBezTo>
                    <a:pt x="116" y="66"/>
                    <a:pt x="118" y="62"/>
                    <a:pt x="118" y="57"/>
                  </a:cubicBezTo>
                  <a:cubicBezTo>
                    <a:pt x="119" y="53"/>
                    <a:pt x="118" y="49"/>
                    <a:pt x="117" y="47"/>
                  </a:cubicBezTo>
                  <a:cubicBezTo>
                    <a:pt x="117" y="44"/>
                    <a:pt x="115" y="41"/>
                    <a:pt x="112" y="38"/>
                  </a:cubicBezTo>
                  <a:cubicBezTo>
                    <a:pt x="109" y="35"/>
                    <a:pt x="105" y="34"/>
                    <a:pt x="100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77"/>
                    <a:pt x="34" y="77"/>
                    <a:pt x="34" y="77"/>
                  </a:cubicBezTo>
                  <a:close/>
                  <a:moveTo>
                    <a:pt x="34" y="110"/>
                  </a:moveTo>
                  <a:cubicBezTo>
                    <a:pt x="34" y="152"/>
                    <a:pt x="34" y="152"/>
                    <a:pt x="34" y="152"/>
                  </a:cubicBezTo>
                  <a:cubicBezTo>
                    <a:pt x="104" y="152"/>
                    <a:pt x="104" y="152"/>
                    <a:pt x="104" y="152"/>
                  </a:cubicBezTo>
                  <a:cubicBezTo>
                    <a:pt x="110" y="152"/>
                    <a:pt x="114" y="151"/>
                    <a:pt x="118" y="146"/>
                  </a:cubicBezTo>
                  <a:cubicBezTo>
                    <a:pt x="121" y="141"/>
                    <a:pt x="123" y="136"/>
                    <a:pt x="122" y="130"/>
                  </a:cubicBezTo>
                  <a:cubicBezTo>
                    <a:pt x="122" y="122"/>
                    <a:pt x="119" y="117"/>
                    <a:pt x="115" y="114"/>
                  </a:cubicBezTo>
                  <a:cubicBezTo>
                    <a:pt x="111" y="111"/>
                    <a:pt x="106" y="110"/>
                    <a:pt x="101" y="110"/>
                  </a:cubicBezTo>
                  <a:cubicBezTo>
                    <a:pt x="34" y="110"/>
                    <a:pt x="34" y="110"/>
                    <a:pt x="34" y="110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A29FD1F-AF1C-4126-873A-5B73EDFE1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6619" y="1082743"/>
              <a:ext cx="562815" cy="563100"/>
            </a:xfrm>
            <a:custGeom>
              <a:avLst/>
              <a:gdLst/>
              <a:ahLst/>
              <a:cxnLst>
                <a:cxn ang="0">
                  <a:pos x="68" y="95"/>
                </a:cxn>
                <a:cxn ang="0">
                  <a:pos x="91" y="0"/>
                </a:cxn>
                <a:cxn ang="0">
                  <a:pos x="133" y="0"/>
                </a:cxn>
                <a:cxn ang="0">
                  <a:pos x="133" y="133"/>
                </a:cxn>
                <a:cxn ang="0">
                  <a:pos x="111" y="133"/>
                </a:cxn>
                <a:cxn ang="0">
                  <a:pos x="111" y="23"/>
                </a:cxn>
                <a:cxn ang="0">
                  <a:pos x="81" y="133"/>
                </a:cxn>
                <a:cxn ang="0">
                  <a:pos x="57" y="133"/>
                </a:cxn>
                <a:cxn ang="0">
                  <a:pos x="24" y="23"/>
                </a:cxn>
                <a:cxn ang="0">
                  <a:pos x="24" y="133"/>
                </a:cxn>
                <a:cxn ang="0">
                  <a:pos x="0" y="133"/>
                </a:cxn>
                <a:cxn ang="0">
                  <a:pos x="0" y="0"/>
                </a:cxn>
                <a:cxn ang="0">
                  <a:pos x="42" y="0"/>
                </a:cxn>
                <a:cxn ang="0">
                  <a:pos x="68" y="95"/>
                </a:cxn>
                <a:cxn ang="0">
                  <a:pos x="68" y="95"/>
                </a:cxn>
              </a:cxnLst>
              <a:rect l="0" t="0" r="r" b="b"/>
              <a:pathLst>
                <a:path w="133" h="133">
                  <a:moveTo>
                    <a:pt x="68" y="95"/>
                  </a:moveTo>
                  <a:lnTo>
                    <a:pt x="91" y="0"/>
                  </a:lnTo>
                  <a:lnTo>
                    <a:pt x="133" y="0"/>
                  </a:lnTo>
                  <a:lnTo>
                    <a:pt x="133" y="133"/>
                  </a:lnTo>
                  <a:lnTo>
                    <a:pt x="111" y="133"/>
                  </a:lnTo>
                  <a:lnTo>
                    <a:pt x="111" y="23"/>
                  </a:lnTo>
                  <a:lnTo>
                    <a:pt x="81" y="133"/>
                  </a:lnTo>
                  <a:lnTo>
                    <a:pt x="57" y="133"/>
                  </a:lnTo>
                  <a:lnTo>
                    <a:pt x="24" y="23"/>
                  </a:lnTo>
                  <a:lnTo>
                    <a:pt x="24" y="133"/>
                  </a:lnTo>
                  <a:lnTo>
                    <a:pt x="0" y="133"/>
                  </a:lnTo>
                  <a:lnTo>
                    <a:pt x="0" y="0"/>
                  </a:lnTo>
                  <a:lnTo>
                    <a:pt x="42" y="0"/>
                  </a:lnTo>
                  <a:lnTo>
                    <a:pt x="68" y="95"/>
                  </a:lnTo>
                  <a:lnTo>
                    <a:pt x="68" y="95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76A7B48C-11A8-46F3-8CB4-2EC081A27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6998" y="1781323"/>
              <a:ext cx="97330" cy="118547"/>
            </a:xfrm>
            <a:custGeom>
              <a:avLst/>
              <a:gdLst/>
              <a:ahLst/>
              <a:cxnLst>
                <a:cxn ang="0">
                  <a:pos x="8" y="5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23" y="0"/>
                </a:cxn>
                <a:cxn ang="0">
                  <a:pos x="23" y="5"/>
                </a:cxn>
                <a:cxn ang="0">
                  <a:pos x="15" y="5"/>
                </a:cxn>
                <a:cxn ang="0">
                  <a:pos x="15" y="28"/>
                </a:cxn>
                <a:cxn ang="0">
                  <a:pos x="8" y="28"/>
                </a:cxn>
                <a:cxn ang="0">
                  <a:pos x="8" y="5"/>
                </a:cxn>
              </a:cxnLst>
              <a:rect l="0" t="0" r="r" b="b"/>
              <a:pathLst>
                <a:path w="23" h="28">
                  <a:moveTo>
                    <a:pt x="8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23" y="0"/>
                  </a:lnTo>
                  <a:lnTo>
                    <a:pt x="23" y="5"/>
                  </a:lnTo>
                  <a:lnTo>
                    <a:pt x="15" y="5"/>
                  </a:lnTo>
                  <a:lnTo>
                    <a:pt x="15" y="28"/>
                  </a:lnTo>
                  <a:lnTo>
                    <a:pt x="8" y="28"/>
                  </a:lnTo>
                  <a:lnTo>
                    <a:pt x="8" y="5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52679EB4-199B-4DEC-B463-D97C1E1F6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436" y="1781323"/>
              <a:ext cx="93097" cy="1185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" y="0"/>
                </a:cxn>
                <a:cxn ang="0">
                  <a:pos x="22" y="5"/>
                </a:cxn>
                <a:cxn ang="0">
                  <a:pos x="7" y="5"/>
                </a:cxn>
                <a:cxn ang="0">
                  <a:pos x="7" y="11"/>
                </a:cxn>
                <a:cxn ang="0">
                  <a:pos x="21" y="11"/>
                </a:cxn>
                <a:cxn ang="0">
                  <a:pos x="21" y="16"/>
                </a:cxn>
                <a:cxn ang="0">
                  <a:pos x="7" y="16"/>
                </a:cxn>
                <a:cxn ang="0">
                  <a:pos x="7" y="23"/>
                </a:cxn>
                <a:cxn ang="0">
                  <a:pos x="22" y="23"/>
                </a:cxn>
                <a:cxn ang="0">
                  <a:pos x="22" y="28"/>
                </a:cxn>
                <a:cxn ang="0">
                  <a:pos x="0" y="28"/>
                </a:cxn>
                <a:cxn ang="0">
                  <a:pos x="0" y="0"/>
                </a:cxn>
              </a:cxnLst>
              <a:rect l="0" t="0" r="r" b="b"/>
              <a:pathLst>
                <a:path w="22" h="28">
                  <a:moveTo>
                    <a:pt x="0" y="0"/>
                  </a:moveTo>
                  <a:lnTo>
                    <a:pt x="22" y="0"/>
                  </a:lnTo>
                  <a:lnTo>
                    <a:pt x="22" y="5"/>
                  </a:lnTo>
                  <a:lnTo>
                    <a:pt x="7" y="5"/>
                  </a:lnTo>
                  <a:lnTo>
                    <a:pt x="7" y="11"/>
                  </a:lnTo>
                  <a:lnTo>
                    <a:pt x="21" y="11"/>
                  </a:lnTo>
                  <a:lnTo>
                    <a:pt x="21" y="16"/>
                  </a:lnTo>
                  <a:lnTo>
                    <a:pt x="7" y="16"/>
                  </a:lnTo>
                  <a:lnTo>
                    <a:pt x="7" y="23"/>
                  </a:lnTo>
                  <a:lnTo>
                    <a:pt x="22" y="23"/>
                  </a:lnTo>
                  <a:lnTo>
                    <a:pt x="22" y="28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3A6331CB-473B-457E-A243-F7EBE68B6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3640" y="1777091"/>
              <a:ext cx="114257" cy="127015"/>
            </a:xfrm>
            <a:custGeom>
              <a:avLst/>
              <a:gdLst/>
              <a:ahLst/>
              <a:cxnLst>
                <a:cxn ang="0">
                  <a:pos x="28" y="15"/>
                </a:cxn>
                <a:cxn ang="0">
                  <a:pos x="20" y="8"/>
                </a:cxn>
                <a:cxn ang="0">
                  <a:pos x="9" y="22"/>
                </a:cxn>
                <a:cxn ang="0">
                  <a:pos x="20" y="35"/>
                </a:cxn>
                <a:cxn ang="0">
                  <a:pos x="29" y="26"/>
                </a:cxn>
                <a:cxn ang="0">
                  <a:pos x="37" y="26"/>
                </a:cxn>
                <a:cxn ang="0">
                  <a:pos x="20" y="42"/>
                </a:cxn>
                <a:cxn ang="0">
                  <a:pos x="0" y="22"/>
                </a:cxn>
                <a:cxn ang="0">
                  <a:pos x="20" y="0"/>
                </a:cxn>
                <a:cxn ang="0">
                  <a:pos x="37" y="15"/>
                </a:cxn>
                <a:cxn ang="0">
                  <a:pos x="28" y="15"/>
                </a:cxn>
              </a:cxnLst>
              <a:rect l="0" t="0" r="r" b="b"/>
              <a:pathLst>
                <a:path w="37" h="42">
                  <a:moveTo>
                    <a:pt x="28" y="15"/>
                  </a:moveTo>
                  <a:cubicBezTo>
                    <a:pt x="28" y="11"/>
                    <a:pt x="24" y="8"/>
                    <a:pt x="20" y="8"/>
                  </a:cubicBezTo>
                  <a:cubicBezTo>
                    <a:pt x="12" y="8"/>
                    <a:pt x="9" y="14"/>
                    <a:pt x="9" y="22"/>
                  </a:cubicBezTo>
                  <a:cubicBezTo>
                    <a:pt x="9" y="28"/>
                    <a:pt x="12" y="35"/>
                    <a:pt x="20" y="35"/>
                  </a:cubicBezTo>
                  <a:cubicBezTo>
                    <a:pt x="25" y="35"/>
                    <a:pt x="28" y="31"/>
                    <a:pt x="29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6" y="36"/>
                    <a:pt x="29" y="42"/>
                    <a:pt x="20" y="42"/>
                  </a:cubicBezTo>
                  <a:cubicBezTo>
                    <a:pt x="7" y="42"/>
                    <a:pt x="0" y="33"/>
                    <a:pt x="0" y="22"/>
                  </a:cubicBezTo>
                  <a:cubicBezTo>
                    <a:pt x="0" y="10"/>
                    <a:pt x="7" y="0"/>
                    <a:pt x="20" y="0"/>
                  </a:cubicBezTo>
                  <a:cubicBezTo>
                    <a:pt x="28" y="0"/>
                    <a:pt x="36" y="5"/>
                    <a:pt x="37" y="15"/>
                  </a:cubicBezTo>
                  <a:lnTo>
                    <a:pt x="28" y="15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432B3566-7DFA-4397-9568-84A2FA3C34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0236" y="1781323"/>
              <a:ext cx="101560" cy="1185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6" y="11"/>
                </a:cxn>
                <a:cxn ang="0">
                  <a:pos x="18" y="11"/>
                </a:cxn>
                <a:cxn ang="0">
                  <a:pos x="18" y="0"/>
                </a:cxn>
                <a:cxn ang="0">
                  <a:pos x="24" y="0"/>
                </a:cxn>
                <a:cxn ang="0">
                  <a:pos x="24" y="28"/>
                </a:cxn>
                <a:cxn ang="0">
                  <a:pos x="18" y="28"/>
                </a:cxn>
                <a:cxn ang="0">
                  <a:pos x="18" y="16"/>
                </a:cxn>
                <a:cxn ang="0">
                  <a:pos x="6" y="16"/>
                </a:cxn>
                <a:cxn ang="0">
                  <a:pos x="6" y="28"/>
                </a:cxn>
                <a:cxn ang="0">
                  <a:pos x="0" y="28"/>
                </a:cxn>
                <a:cxn ang="0">
                  <a:pos x="0" y="0"/>
                </a:cxn>
              </a:cxnLst>
              <a:rect l="0" t="0" r="r" b="b"/>
              <a:pathLst>
                <a:path w="24" h="28">
                  <a:moveTo>
                    <a:pt x="0" y="0"/>
                  </a:moveTo>
                  <a:lnTo>
                    <a:pt x="6" y="0"/>
                  </a:lnTo>
                  <a:lnTo>
                    <a:pt x="6" y="11"/>
                  </a:lnTo>
                  <a:lnTo>
                    <a:pt x="18" y="11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24" y="28"/>
                  </a:lnTo>
                  <a:lnTo>
                    <a:pt x="18" y="28"/>
                  </a:lnTo>
                  <a:lnTo>
                    <a:pt x="18" y="16"/>
                  </a:lnTo>
                  <a:lnTo>
                    <a:pt x="6" y="16"/>
                  </a:lnTo>
                  <a:lnTo>
                    <a:pt x="6" y="28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767699DD-87F5-476B-AE5F-EB2EC8557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600" y="1781323"/>
              <a:ext cx="101560" cy="1185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18" y="19"/>
                </a:cxn>
                <a:cxn ang="0">
                  <a:pos x="18" y="19"/>
                </a:cxn>
                <a:cxn ang="0">
                  <a:pos x="18" y="0"/>
                </a:cxn>
                <a:cxn ang="0">
                  <a:pos x="24" y="0"/>
                </a:cxn>
                <a:cxn ang="0">
                  <a:pos x="24" y="28"/>
                </a:cxn>
                <a:cxn ang="0">
                  <a:pos x="18" y="28"/>
                </a:cxn>
                <a:cxn ang="0">
                  <a:pos x="6" y="10"/>
                </a:cxn>
                <a:cxn ang="0">
                  <a:pos x="6" y="10"/>
                </a:cxn>
                <a:cxn ang="0">
                  <a:pos x="6" y="28"/>
                </a:cxn>
                <a:cxn ang="0">
                  <a:pos x="0" y="28"/>
                </a:cxn>
                <a:cxn ang="0">
                  <a:pos x="0" y="0"/>
                </a:cxn>
              </a:cxnLst>
              <a:rect l="0" t="0" r="r" b="b"/>
              <a:pathLst>
                <a:path w="24" h="28">
                  <a:moveTo>
                    <a:pt x="0" y="0"/>
                  </a:moveTo>
                  <a:lnTo>
                    <a:pt x="6" y="0"/>
                  </a:lnTo>
                  <a:lnTo>
                    <a:pt x="18" y="19"/>
                  </a:lnTo>
                  <a:lnTo>
                    <a:pt x="18" y="19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24" y="28"/>
                  </a:lnTo>
                  <a:lnTo>
                    <a:pt x="18" y="28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6" y="28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E4EBD039-CF5D-4F95-A60A-071AA5B0EA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06501" y="1777091"/>
              <a:ext cx="118487" cy="127015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40" y="22"/>
                </a:cxn>
                <a:cxn ang="0">
                  <a:pos x="20" y="42"/>
                </a:cxn>
                <a:cxn ang="0">
                  <a:pos x="0" y="22"/>
                </a:cxn>
                <a:cxn ang="0">
                  <a:pos x="20" y="0"/>
                </a:cxn>
                <a:cxn ang="0">
                  <a:pos x="20" y="35"/>
                </a:cxn>
                <a:cxn ang="0">
                  <a:pos x="31" y="22"/>
                </a:cxn>
                <a:cxn ang="0">
                  <a:pos x="20" y="8"/>
                </a:cxn>
                <a:cxn ang="0">
                  <a:pos x="9" y="22"/>
                </a:cxn>
                <a:cxn ang="0">
                  <a:pos x="20" y="35"/>
                </a:cxn>
              </a:cxnLst>
              <a:rect l="0" t="0" r="r" b="b"/>
              <a:pathLst>
                <a:path w="40" h="42">
                  <a:moveTo>
                    <a:pt x="20" y="0"/>
                  </a:moveTo>
                  <a:cubicBezTo>
                    <a:pt x="33" y="0"/>
                    <a:pt x="40" y="10"/>
                    <a:pt x="40" y="22"/>
                  </a:cubicBezTo>
                  <a:cubicBezTo>
                    <a:pt x="40" y="33"/>
                    <a:pt x="33" y="42"/>
                    <a:pt x="20" y="42"/>
                  </a:cubicBezTo>
                  <a:cubicBezTo>
                    <a:pt x="8" y="42"/>
                    <a:pt x="0" y="33"/>
                    <a:pt x="0" y="22"/>
                  </a:cubicBezTo>
                  <a:cubicBezTo>
                    <a:pt x="0" y="10"/>
                    <a:pt x="8" y="0"/>
                    <a:pt x="20" y="0"/>
                  </a:cubicBezTo>
                  <a:close/>
                  <a:moveTo>
                    <a:pt x="20" y="35"/>
                  </a:moveTo>
                  <a:cubicBezTo>
                    <a:pt x="28" y="35"/>
                    <a:pt x="31" y="28"/>
                    <a:pt x="31" y="22"/>
                  </a:cubicBezTo>
                  <a:cubicBezTo>
                    <a:pt x="31" y="14"/>
                    <a:pt x="28" y="8"/>
                    <a:pt x="20" y="8"/>
                  </a:cubicBezTo>
                  <a:cubicBezTo>
                    <a:pt x="12" y="8"/>
                    <a:pt x="9" y="14"/>
                    <a:pt x="9" y="22"/>
                  </a:cubicBezTo>
                  <a:cubicBezTo>
                    <a:pt x="9" y="28"/>
                    <a:pt x="12" y="35"/>
                    <a:pt x="20" y="35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99EA7B90-C020-40B0-B46A-290786EE1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560" y="1781323"/>
              <a:ext cx="80403" cy="1185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5" y="23"/>
                </a:cxn>
                <a:cxn ang="0">
                  <a:pos x="19" y="23"/>
                </a:cxn>
                <a:cxn ang="0">
                  <a:pos x="19" y="28"/>
                </a:cxn>
                <a:cxn ang="0">
                  <a:pos x="0" y="28"/>
                </a:cxn>
                <a:cxn ang="0">
                  <a:pos x="0" y="0"/>
                </a:cxn>
              </a:cxnLst>
              <a:rect l="0" t="0" r="r" b="b"/>
              <a:pathLst>
                <a:path w="19" h="28">
                  <a:moveTo>
                    <a:pt x="0" y="0"/>
                  </a:moveTo>
                  <a:lnTo>
                    <a:pt x="5" y="0"/>
                  </a:lnTo>
                  <a:lnTo>
                    <a:pt x="5" y="23"/>
                  </a:lnTo>
                  <a:lnTo>
                    <a:pt x="19" y="23"/>
                  </a:lnTo>
                  <a:lnTo>
                    <a:pt x="19" y="28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A1E05634-9B42-4292-8E08-D9DD34B278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10069" y="1777091"/>
              <a:ext cx="118487" cy="127015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40" y="22"/>
                </a:cxn>
                <a:cxn ang="0">
                  <a:pos x="20" y="42"/>
                </a:cxn>
                <a:cxn ang="0">
                  <a:pos x="0" y="22"/>
                </a:cxn>
                <a:cxn ang="0">
                  <a:pos x="20" y="0"/>
                </a:cxn>
                <a:cxn ang="0">
                  <a:pos x="20" y="35"/>
                </a:cxn>
                <a:cxn ang="0">
                  <a:pos x="31" y="22"/>
                </a:cxn>
                <a:cxn ang="0">
                  <a:pos x="20" y="8"/>
                </a:cxn>
                <a:cxn ang="0">
                  <a:pos x="9" y="22"/>
                </a:cxn>
                <a:cxn ang="0">
                  <a:pos x="20" y="35"/>
                </a:cxn>
              </a:cxnLst>
              <a:rect l="0" t="0" r="r" b="b"/>
              <a:pathLst>
                <a:path w="40" h="42">
                  <a:moveTo>
                    <a:pt x="20" y="0"/>
                  </a:moveTo>
                  <a:cubicBezTo>
                    <a:pt x="32" y="0"/>
                    <a:pt x="40" y="10"/>
                    <a:pt x="40" y="22"/>
                  </a:cubicBezTo>
                  <a:cubicBezTo>
                    <a:pt x="40" y="33"/>
                    <a:pt x="32" y="42"/>
                    <a:pt x="20" y="42"/>
                  </a:cubicBezTo>
                  <a:cubicBezTo>
                    <a:pt x="7" y="42"/>
                    <a:pt x="0" y="33"/>
                    <a:pt x="0" y="22"/>
                  </a:cubicBezTo>
                  <a:cubicBezTo>
                    <a:pt x="0" y="10"/>
                    <a:pt x="7" y="0"/>
                    <a:pt x="20" y="0"/>
                  </a:cubicBezTo>
                  <a:close/>
                  <a:moveTo>
                    <a:pt x="20" y="35"/>
                  </a:moveTo>
                  <a:cubicBezTo>
                    <a:pt x="28" y="35"/>
                    <a:pt x="31" y="28"/>
                    <a:pt x="31" y="22"/>
                  </a:cubicBezTo>
                  <a:cubicBezTo>
                    <a:pt x="31" y="14"/>
                    <a:pt x="28" y="8"/>
                    <a:pt x="20" y="8"/>
                  </a:cubicBezTo>
                  <a:cubicBezTo>
                    <a:pt x="12" y="8"/>
                    <a:pt x="9" y="14"/>
                    <a:pt x="9" y="22"/>
                  </a:cubicBezTo>
                  <a:cubicBezTo>
                    <a:pt x="9" y="28"/>
                    <a:pt x="12" y="35"/>
                    <a:pt x="20" y="35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E095DFD4-5B07-47F2-B8C9-D5B37952E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668" y="1777091"/>
              <a:ext cx="110024" cy="127015"/>
            </a:xfrm>
            <a:custGeom>
              <a:avLst/>
              <a:gdLst/>
              <a:ahLst/>
              <a:cxnLst>
                <a:cxn ang="0">
                  <a:pos x="30" y="37"/>
                </a:cxn>
                <a:cxn ang="0">
                  <a:pos x="19" y="42"/>
                </a:cxn>
                <a:cxn ang="0">
                  <a:pos x="0" y="22"/>
                </a:cxn>
                <a:cxn ang="0">
                  <a:pos x="19" y="0"/>
                </a:cxn>
                <a:cxn ang="0">
                  <a:pos x="36" y="14"/>
                </a:cxn>
                <a:cxn ang="0">
                  <a:pos x="28" y="14"/>
                </a:cxn>
                <a:cxn ang="0">
                  <a:pos x="19" y="8"/>
                </a:cxn>
                <a:cxn ang="0">
                  <a:pos x="8" y="22"/>
                </a:cxn>
                <a:cxn ang="0">
                  <a:pos x="19" y="35"/>
                </a:cxn>
                <a:cxn ang="0">
                  <a:pos x="29" y="26"/>
                </a:cxn>
                <a:cxn ang="0">
                  <a:pos x="20" y="26"/>
                </a:cxn>
                <a:cxn ang="0">
                  <a:pos x="20" y="20"/>
                </a:cxn>
                <a:cxn ang="0">
                  <a:pos x="37" y="20"/>
                </a:cxn>
                <a:cxn ang="0">
                  <a:pos x="37" y="41"/>
                </a:cxn>
                <a:cxn ang="0">
                  <a:pos x="31" y="41"/>
                </a:cxn>
                <a:cxn ang="0">
                  <a:pos x="30" y="37"/>
                </a:cxn>
              </a:cxnLst>
              <a:rect l="0" t="0" r="r" b="b"/>
              <a:pathLst>
                <a:path w="37" h="42">
                  <a:moveTo>
                    <a:pt x="30" y="37"/>
                  </a:moveTo>
                  <a:cubicBezTo>
                    <a:pt x="27" y="41"/>
                    <a:pt x="23" y="42"/>
                    <a:pt x="19" y="42"/>
                  </a:cubicBezTo>
                  <a:cubicBezTo>
                    <a:pt x="7" y="42"/>
                    <a:pt x="0" y="33"/>
                    <a:pt x="0" y="22"/>
                  </a:cubicBezTo>
                  <a:cubicBezTo>
                    <a:pt x="0" y="10"/>
                    <a:pt x="7" y="0"/>
                    <a:pt x="19" y="0"/>
                  </a:cubicBezTo>
                  <a:cubicBezTo>
                    <a:pt x="28" y="0"/>
                    <a:pt x="35" y="5"/>
                    <a:pt x="36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0"/>
                    <a:pt x="24" y="8"/>
                    <a:pt x="19" y="8"/>
                  </a:cubicBezTo>
                  <a:cubicBezTo>
                    <a:pt x="11" y="8"/>
                    <a:pt x="8" y="14"/>
                    <a:pt x="8" y="22"/>
                  </a:cubicBezTo>
                  <a:cubicBezTo>
                    <a:pt x="8" y="28"/>
                    <a:pt x="11" y="35"/>
                    <a:pt x="19" y="35"/>
                  </a:cubicBezTo>
                  <a:cubicBezTo>
                    <a:pt x="25" y="35"/>
                    <a:pt x="28" y="32"/>
                    <a:pt x="29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1" y="41"/>
                    <a:pt x="31" y="41"/>
                    <a:pt x="31" y="41"/>
                  </a:cubicBezTo>
                  <a:lnTo>
                    <a:pt x="30" y="3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003DF3FA-AEAC-455F-BA33-19FF61507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4799" y="1781323"/>
              <a:ext cx="114257" cy="118547"/>
            </a:xfrm>
            <a:custGeom>
              <a:avLst/>
              <a:gdLst/>
              <a:ahLst/>
              <a:cxnLst>
                <a:cxn ang="0">
                  <a:pos x="10" y="17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13" y="11"/>
                </a:cxn>
                <a:cxn ang="0">
                  <a:pos x="20" y="0"/>
                </a:cxn>
                <a:cxn ang="0">
                  <a:pos x="27" y="0"/>
                </a:cxn>
                <a:cxn ang="0">
                  <a:pos x="16" y="17"/>
                </a:cxn>
                <a:cxn ang="0">
                  <a:pos x="16" y="28"/>
                </a:cxn>
                <a:cxn ang="0">
                  <a:pos x="10" y="28"/>
                </a:cxn>
                <a:cxn ang="0">
                  <a:pos x="10" y="17"/>
                </a:cxn>
              </a:cxnLst>
              <a:rect l="0" t="0" r="r" b="b"/>
              <a:pathLst>
                <a:path w="27" h="28">
                  <a:moveTo>
                    <a:pt x="10" y="17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13" y="11"/>
                  </a:lnTo>
                  <a:lnTo>
                    <a:pt x="20" y="0"/>
                  </a:lnTo>
                  <a:lnTo>
                    <a:pt x="27" y="0"/>
                  </a:lnTo>
                  <a:lnTo>
                    <a:pt x="16" y="17"/>
                  </a:lnTo>
                  <a:lnTo>
                    <a:pt x="16" y="28"/>
                  </a:lnTo>
                  <a:lnTo>
                    <a:pt x="10" y="28"/>
                  </a:lnTo>
                  <a:lnTo>
                    <a:pt x="10" y="1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9429960"/>
      </p:ext>
    </p:extLst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-1" y="6458861"/>
            <a:ext cx="12193589" cy="399143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 w="38100" cap="rnd">
            <a:noFill/>
            <a:prstDash val="sysDot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zh-CN" altLang="en-US" sz="1351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312361" y="6537351"/>
            <a:ext cx="433160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中建材信息技术股份有限公司  </a:t>
            </a: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CNBM TECHNOLOGY</a:t>
            </a: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26879" y="283267"/>
            <a:ext cx="1236929" cy="377407"/>
            <a:chOff x="417376" y="845647"/>
            <a:chExt cx="4231680" cy="1291317"/>
          </a:xfrm>
        </p:grpSpPr>
        <p:sp>
          <p:nvSpPr>
            <p:cNvPr id="6" name="Freeform 6"/>
            <p:cNvSpPr>
              <a:spLocks noEditPoints="1"/>
            </p:cNvSpPr>
            <p:nvPr userDrawn="1"/>
          </p:nvSpPr>
          <p:spPr bwMode="auto">
            <a:xfrm>
              <a:off x="417376" y="845647"/>
              <a:ext cx="1294894" cy="1291317"/>
            </a:xfrm>
            <a:custGeom>
              <a:avLst/>
              <a:gdLst/>
              <a:ahLst/>
              <a:cxnLst>
                <a:cxn ang="0">
                  <a:pos x="216" y="0"/>
                </a:cxn>
                <a:cxn ang="0">
                  <a:pos x="90" y="0"/>
                </a:cxn>
                <a:cxn ang="0">
                  <a:pos x="0" y="90"/>
                </a:cxn>
                <a:cxn ang="0">
                  <a:pos x="0" y="216"/>
                </a:cxn>
                <a:cxn ang="0">
                  <a:pos x="90" y="305"/>
                </a:cxn>
                <a:cxn ang="0">
                  <a:pos x="216" y="305"/>
                </a:cxn>
                <a:cxn ang="0">
                  <a:pos x="306" y="216"/>
                </a:cxn>
                <a:cxn ang="0">
                  <a:pos x="306" y="90"/>
                </a:cxn>
                <a:cxn ang="0">
                  <a:pos x="216" y="0"/>
                </a:cxn>
                <a:cxn ang="0">
                  <a:pos x="216" y="0"/>
                </a:cxn>
                <a:cxn ang="0">
                  <a:pos x="222" y="181"/>
                </a:cxn>
                <a:cxn ang="0">
                  <a:pos x="222" y="221"/>
                </a:cxn>
                <a:cxn ang="0">
                  <a:pos x="182" y="221"/>
                </a:cxn>
                <a:cxn ang="0">
                  <a:pos x="153" y="250"/>
                </a:cxn>
                <a:cxn ang="0">
                  <a:pos x="125" y="221"/>
                </a:cxn>
                <a:cxn ang="0">
                  <a:pos x="84" y="221"/>
                </a:cxn>
                <a:cxn ang="0">
                  <a:pos x="84" y="181"/>
                </a:cxn>
                <a:cxn ang="0">
                  <a:pos x="56" y="152"/>
                </a:cxn>
                <a:cxn ang="0">
                  <a:pos x="84" y="124"/>
                </a:cxn>
                <a:cxn ang="0">
                  <a:pos x="84" y="84"/>
                </a:cxn>
                <a:cxn ang="0">
                  <a:pos x="125" y="84"/>
                </a:cxn>
                <a:cxn ang="0">
                  <a:pos x="153" y="56"/>
                </a:cxn>
                <a:cxn ang="0">
                  <a:pos x="182" y="84"/>
                </a:cxn>
                <a:cxn ang="0">
                  <a:pos x="222" y="84"/>
                </a:cxn>
                <a:cxn ang="0">
                  <a:pos x="222" y="124"/>
                </a:cxn>
                <a:cxn ang="0">
                  <a:pos x="250" y="152"/>
                </a:cxn>
                <a:cxn ang="0">
                  <a:pos x="222" y="181"/>
                </a:cxn>
                <a:cxn ang="0">
                  <a:pos x="222" y="181"/>
                </a:cxn>
              </a:cxnLst>
              <a:rect l="0" t="0" r="r" b="b"/>
              <a:pathLst>
                <a:path w="306" h="305">
                  <a:moveTo>
                    <a:pt x="216" y="0"/>
                  </a:moveTo>
                  <a:lnTo>
                    <a:pt x="90" y="0"/>
                  </a:lnTo>
                  <a:lnTo>
                    <a:pt x="0" y="90"/>
                  </a:lnTo>
                  <a:lnTo>
                    <a:pt x="0" y="216"/>
                  </a:lnTo>
                  <a:lnTo>
                    <a:pt x="90" y="305"/>
                  </a:lnTo>
                  <a:lnTo>
                    <a:pt x="216" y="305"/>
                  </a:lnTo>
                  <a:lnTo>
                    <a:pt x="306" y="216"/>
                  </a:lnTo>
                  <a:lnTo>
                    <a:pt x="306" y="90"/>
                  </a:lnTo>
                  <a:lnTo>
                    <a:pt x="216" y="0"/>
                  </a:lnTo>
                  <a:lnTo>
                    <a:pt x="216" y="0"/>
                  </a:lnTo>
                  <a:close/>
                  <a:moveTo>
                    <a:pt x="222" y="181"/>
                  </a:moveTo>
                  <a:lnTo>
                    <a:pt x="222" y="221"/>
                  </a:lnTo>
                  <a:lnTo>
                    <a:pt x="182" y="221"/>
                  </a:lnTo>
                  <a:lnTo>
                    <a:pt x="153" y="250"/>
                  </a:lnTo>
                  <a:lnTo>
                    <a:pt x="125" y="221"/>
                  </a:lnTo>
                  <a:lnTo>
                    <a:pt x="84" y="221"/>
                  </a:lnTo>
                  <a:lnTo>
                    <a:pt x="84" y="181"/>
                  </a:lnTo>
                  <a:lnTo>
                    <a:pt x="56" y="152"/>
                  </a:lnTo>
                  <a:lnTo>
                    <a:pt x="84" y="124"/>
                  </a:lnTo>
                  <a:lnTo>
                    <a:pt x="84" y="84"/>
                  </a:lnTo>
                  <a:lnTo>
                    <a:pt x="125" y="84"/>
                  </a:lnTo>
                  <a:lnTo>
                    <a:pt x="153" y="56"/>
                  </a:lnTo>
                  <a:lnTo>
                    <a:pt x="182" y="84"/>
                  </a:lnTo>
                  <a:lnTo>
                    <a:pt x="222" y="84"/>
                  </a:lnTo>
                  <a:lnTo>
                    <a:pt x="222" y="124"/>
                  </a:lnTo>
                  <a:lnTo>
                    <a:pt x="250" y="152"/>
                  </a:lnTo>
                  <a:lnTo>
                    <a:pt x="222" y="181"/>
                  </a:lnTo>
                  <a:lnTo>
                    <a:pt x="222" y="181"/>
                  </a:lnTo>
                  <a:close/>
                </a:path>
              </a:pathLst>
            </a:custGeom>
            <a:solidFill>
              <a:srgbClr val="D7000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1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2224301" y="1070040"/>
              <a:ext cx="524728" cy="596970"/>
            </a:xfrm>
            <a:custGeom>
              <a:avLst/>
              <a:gdLst/>
              <a:ahLst/>
              <a:cxnLst>
                <a:cxn ang="0">
                  <a:pos x="173" y="69"/>
                </a:cxn>
                <a:cxn ang="0">
                  <a:pos x="137" y="69"/>
                </a:cxn>
                <a:cxn ang="0">
                  <a:pos x="134" y="61"/>
                </a:cxn>
                <a:cxn ang="0">
                  <a:pos x="127" y="50"/>
                </a:cxn>
                <a:cxn ang="0">
                  <a:pos x="110" y="38"/>
                </a:cxn>
                <a:cxn ang="0">
                  <a:pos x="88" y="35"/>
                </a:cxn>
                <a:cxn ang="0">
                  <a:pos x="57" y="47"/>
                </a:cxn>
                <a:cxn ang="0">
                  <a:pos x="41" y="71"/>
                </a:cxn>
                <a:cxn ang="0">
                  <a:pos x="35" y="101"/>
                </a:cxn>
                <a:cxn ang="0">
                  <a:pos x="40" y="129"/>
                </a:cxn>
                <a:cxn ang="0">
                  <a:pos x="57" y="153"/>
                </a:cxn>
                <a:cxn ang="0">
                  <a:pos x="86" y="164"/>
                </a:cxn>
                <a:cxn ang="0">
                  <a:pos x="111" y="160"/>
                </a:cxn>
                <a:cxn ang="0">
                  <a:pos x="127" y="146"/>
                </a:cxn>
                <a:cxn ang="0">
                  <a:pos x="134" y="130"/>
                </a:cxn>
                <a:cxn ang="0">
                  <a:pos x="137" y="118"/>
                </a:cxn>
                <a:cxn ang="0">
                  <a:pos x="174" y="118"/>
                </a:cxn>
                <a:cxn ang="0">
                  <a:pos x="170" y="139"/>
                </a:cxn>
                <a:cxn ang="0">
                  <a:pos x="161" y="161"/>
                </a:cxn>
                <a:cxn ang="0">
                  <a:pos x="144" y="182"/>
                </a:cxn>
                <a:cxn ang="0">
                  <a:pos x="121" y="194"/>
                </a:cxn>
                <a:cxn ang="0">
                  <a:pos x="87" y="198"/>
                </a:cxn>
                <a:cxn ang="0">
                  <a:pos x="58" y="195"/>
                </a:cxn>
                <a:cxn ang="0">
                  <a:pos x="34" y="182"/>
                </a:cxn>
                <a:cxn ang="0">
                  <a:pos x="15" y="161"/>
                </a:cxn>
                <a:cxn ang="0">
                  <a:pos x="3" y="133"/>
                </a:cxn>
                <a:cxn ang="0">
                  <a:pos x="0" y="100"/>
                </a:cxn>
                <a:cxn ang="0">
                  <a:pos x="7" y="59"/>
                </a:cxn>
                <a:cxn ang="0">
                  <a:pos x="27" y="27"/>
                </a:cxn>
                <a:cxn ang="0">
                  <a:pos x="54" y="8"/>
                </a:cxn>
                <a:cxn ang="0">
                  <a:pos x="88" y="1"/>
                </a:cxn>
                <a:cxn ang="0">
                  <a:pos x="120" y="5"/>
                </a:cxn>
                <a:cxn ang="0">
                  <a:pos x="145" y="18"/>
                </a:cxn>
                <a:cxn ang="0">
                  <a:pos x="162" y="38"/>
                </a:cxn>
                <a:cxn ang="0">
                  <a:pos x="171" y="57"/>
                </a:cxn>
                <a:cxn ang="0">
                  <a:pos x="173" y="69"/>
                </a:cxn>
              </a:cxnLst>
              <a:rect l="0" t="0" r="r" b="b"/>
              <a:pathLst>
                <a:path w="174" h="199">
                  <a:moveTo>
                    <a:pt x="173" y="69"/>
                  </a:moveTo>
                  <a:cubicBezTo>
                    <a:pt x="137" y="69"/>
                    <a:pt x="137" y="69"/>
                    <a:pt x="137" y="69"/>
                  </a:cubicBezTo>
                  <a:cubicBezTo>
                    <a:pt x="136" y="67"/>
                    <a:pt x="135" y="64"/>
                    <a:pt x="134" y="61"/>
                  </a:cubicBezTo>
                  <a:cubicBezTo>
                    <a:pt x="133" y="58"/>
                    <a:pt x="131" y="55"/>
                    <a:pt x="127" y="50"/>
                  </a:cubicBezTo>
                  <a:cubicBezTo>
                    <a:pt x="123" y="45"/>
                    <a:pt x="117" y="41"/>
                    <a:pt x="110" y="38"/>
                  </a:cubicBezTo>
                  <a:cubicBezTo>
                    <a:pt x="104" y="35"/>
                    <a:pt x="96" y="34"/>
                    <a:pt x="88" y="35"/>
                  </a:cubicBezTo>
                  <a:cubicBezTo>
                    <a:pt x="75" y="36"/>
                    <a:pt x="65" y="40"/>
                    <a:pt x="57" y="47"/>
                  </a:cubicBezTo>
                  <a:cubicBezTo>
                    <a:pt x="50" y="54"/>
                    <a:pt x="44" y="62"/>
                    <a:pt x="41" y="71"/>
                  </a:cubicBezTo>
                  <a:cubicBezTo>
                    <a:pt x="37" y="80"/>
                    <a:pt x="35" y="90"/>
                    <a:pt x="35" y="101"/>
                  </a:cubicBezTo>
                  <a:cubicBezTo>
                    <a:pt x="35" y="112"/>
                    <a:pt x="37" y="121"/>
                    <a:pt x="40" y="129"/>
                  </a:cubicBezTo>
                  <a:cubicBezTo>
                    <a:pt x="44" y="139"/>
                    <a:pt x="49" y="147"/>
                    <a:pt x="57" y="153"/>
                  </a:cubicBezTo>
                  <a:cubicBezTo>
                    <a:pt x="65" y="159"/>
                    <a:pt x="74" y="163"/>
                    <a:pt x="86" y="164"/>
                  </a:cubicBezTo>
                  <a:cubicBezTo>
                    <a:pt x="96" y="165"/>
                    <a:pt x="104" y="164"/>
                    <a:pt x="111" y="160"/>
                  </a:cubicBezTo>
                  <a:cubicBezTo>
                    <a:pt x="117" y="157"/>
                    <a:pt x="123" y="152"/>
                    <a:pt x="127" y="146"/>
                  </a:cubicBezTo>
                  <a:cubicBezTo>
                    <a:pt x="131" y="140"/>
                    <a:pt x="134" y="135"/>
                    <a:pt x="134" y="130"/>
                  </a:cubicBezTo>
                  <a:cubicBezTo>
                    <a:pt x="137" y="118"/>
                    <a:pt x="137" y="118"/>
                    <a:pt x="137" y="118"/>
                  </a:cubicBezTo>
                  <a:cubicBezTo>
                    <a:pt x="174" y="118"/>
                    <a:pt x="174" y="118"/>
                    <a:pt x="174" y="118"/>
                  </a:cubicBezTo>
                  <a:cubicBezTo>
                    <a:pt x="172" y="126"/>
                    <a:pt x="171" y="133"/>
                    <a:pt x="170" y="139"/>
                  </a:cubicBezTo>
                  <a:cubicBezTo>
                    <a:pt x="168" y="145"/>
                    <a:pt x="165" y="152"/>
                    <a:pt x="161" y="161"/>
                  </a:cubicBezTo>
                  <a:cubicBezTo>
                    <a:pt x="156" y="169"/>
                    <a:pt x="151" y="176"/>
                    <a:pt x="144" y="182"/>
                  </a:cubicBezTo>
                  <a:cubicBezTo>
                    <a:pt x="138" y="187"/>
                    <a:pt x="130" y="191"/>
                    <a:pt x="121" y="194"/>
                  </a:cubicBezTo>
                  <a:cubicBezTo>
                    <a:pt x="112" y="197"/>
                    <a:pt x="100" y="199"/>
                    <a:pt x="87" y="198"/>
                  </a:cubicBezTo>
                  <a:cubicBezTo>
                    <a:pt x="75" y="198"/>
                    <a:pt x="66" y="197"/>
                    <a:pt x="58" y="195"/>
                  </a:cubicBezTo>
                  <a:cubicBezTo>
                    <a:pt x="50" y="192"/>
                    <a:pt x="42" y="188"/>
                    <a:pt x="34" y="182"/>
                  </a:cubicBezTo>
                  <a:cubicBezTo>
                    <a:pt x="26" y="177"/>
                    <a:pt x="20" y="169"/>
                    <a:pt x="15" y="161"/>
                  </a:cubicBezTo>
                  <a:cubicBezTo>
                    <a:pt x="9" y="152"/>
                    <a:pt x="5" y="143"/>
                    <a:pt x="3" y="133"/>
                  </a:cubicBezTo>
                  <a:cubicBezTo>
                    <a:pt x="1" y="122"/>
                    <a:pt x="0" y="112"/>
                    <a:pt x="0" y="100"/>
                  </a:cubicBezTo>
                  <a:cubicBezTo>
                    <a:pt x="0" y="85"/>
                    <a:pt x="3" y="71"/>
                    <a:pt x="7" y="59"/>
                  </a:cubicBezTo>
                  <a:cubicBezTo>
                    <a:pt x="12" y="46"/>
                    <a:pt x="19" y="36"/>
                    <a:pt x="27" y="27"/>
                  </a:cubicBezTo>
                  <a:cubicBezTo>
                    <a:pt x="35" y="18"/>
                    <a:pt x="44" y="12"/>
                    <a:pt x="54" y="8"/>
                  </a:cubicBezTo>
                  <a:cubicBezTo>
                    <a:pt x="64" y="4"/>
                    <a:pt x="75" y="1"/>
                    <a:pt x="88" y="1"/>
                  </a:cubicBezTo>
                  <a:cubicBezTo>
                    <a:pt x="100" y="0"/>
                    <a:pt x="110" y="2"/>
                    <a:pt x="120" y="5"/>
                  </a:cubicBezTo>
                  <a:cubicBezTo>
                    <a:pt x="129" y="8"/>
                    <a:pt x="138" y="12"/>
                    <a:pt x="145" y="18"/>
                  </a:cubicBezTo>
                  <a:cubicBezTo>
                    <a:pt x="152" y="24"/>
                    <a:pt x="158" y="31"/>
                    <a:pt x="162" y="38"/>
                  </a:cubicBezTo>
                  <a:cubicBezTo>
                    <a:pt x="167" y="45"/>
                    <a:pt x="169" y="52"/>
                    <a:pt x="171" y="57"/>
                  </a:cubicBezTo>
                  <a:cubicBezTo>
                    <a:pt x="173" y="69"/>
                    <a:pt x="173" y="69"/>
                    <a:pt x="173" y="69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2880212" y="1082743"/>
              <a:ext cx="440095" cy="5631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" y="0"/>
                </a:cxn>
                <a:cxn ang="0">
                  <a:pos x="79" y="84"/>
                </a:cxn>
                <a:cxn ang="0">
                  <a:pos x="79" y="0"/>
                </a:cxn>
                <a:cxn ang="0">
                  <a:pos x="104" y="0"/>
                </a:cxn>
                <a:cxn ang="0">
                  <a:pos x="104" y="133"/>
                </a:cxn>
                <a:cxn ang="0">
                  <a:pos x="79" y="133"/>
                </a:cxn>
                <a:cxn ang="0">
                  <a:pos x="23" y="47"/>
                </a:cxn>
                <a:cxn ang="0">
                  <a:pos x="23" y="133"/>
                </a:cxn>
                <a:cxn ang="0">
                  <a:pos x="0" y="13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4" h="133">
                  <a:moveTo>
                    <a:pt x="0" y="0"/>
                  </a:moveTo>
                  <a:lnTo>
                    <a:pt x="24" y="0"/>
                  </a:lnTo>
                  <a:lnTo>
                    <a:pt x="79" y="84"/>
                  </a:lnTo>
                  <a:lnTo>
                    <a:pt x="79" y="0"/>
                  </a:lnTo>
                  <a:lnTo>
                    <a:pt x="104" y="0"/>
                  </a:lnTo>
                  <a:lnTo>
                    <a:pt x="104" y="133"/>
                  </a:lnTo>
                  <a:lnTo>
                    <a:pt x="79" y="133"/>
                  </a:lnTo>
                  <a:lnTo>
                    <a:pt x="23" y="47"/>
                  </a:lnTo>
                  <a:lnTo>
                    <a:pt x="23" y="133"/>
                  </a:lnTo>
                  <a:lnTo>
                    <a:pt x="0" y="13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0" name="Freeform 9"/>
            <p:cNvSpPr>
              <a:spLocks noEditPoints="1"/>
            </p:cNvSpPr>
            <p:nvPr/>
          </p:nvSpPr>
          <p:spPr bwMode="auto">
            <a:xfrm>
              <a:off x="3459952" y="1082743"/>
              <a:ext cx="482411" cy="563100"/>
            </a:xfrm>
            <a:custGeom>
              <a:avLst/>
              <a:gdLst/>
              <a:ahLst/>
              <a:cxnLst>
                <a:cxn ang="0">
                  <a:pos x="136" y="91"/>
                </a:cxn>
                <a:cxn ang="0">
                  <a:pos x="148" y="101"/>
                </a:cxn>
                <a:cxn ang="0">
                  <a:pos x="156" y="115"/>
                </a:cxn>
                <a:cxn ang="0">
                  <a:pos x="160" y="135"/>
                </a:cxn>
                <a:cxn ang="0">
                  <a:pos x="150" y="166"/>
                </a:cxn>
                <a:cxn ang="0">
                  <a:pos x="127" y="182"/>
                </a:cxn>
                <a:cxn ang="0">
                  <a:pos x="94" y="186"/>
                </a:cxn>
                <a:cxn ang="0">
                  <a:pos x="0" y="186"/>
                </a:cxn>
                <a:cxn ang="0">
                  <a:pos x="0" y="0"/>
                </a:cxn>
                <a:cxn ang="0">
                  <a:pos x="105" y="0"/>
                </a:cxn>
                <a:cxn ang="0">
                  <a:pos x="125" y="3"/>
                </a:cxn>
                <a:cxn ang="0">
                  <a:pos x="140" y="12"/>
                </a:cxn>
                <a:cxn ang="0">
                  <a:pos x="152" y="27"/>
                </a:cxn>
                <a:cxn ang="0">
                  <a:pos x="156" y="48"/>
                </a:cxn>
                <a:cxn ang="0">
                  <a:pos x="153" y="69"/>
                </a:cxn>
                <a:cxn ang="0">
                  <a:pos x="143" y="84"/>
                </a:cxn>
                <a:cxn ang="0">
                  <a:pos x="136" y="91"/>
                </a:cxn>
                <a:cxn ang="0">
                  <a:pos x="34" y="77"/>
                </a:cxn>
                <a:cxn ang="0">
                  <a:pos x="100" y="77"/>
                </a:cxn>
                <a:cxn ang="0">
                  <a:pos x="112" y="70"/>
                </a:cxn>
                <a:cxn ang="0">
                  <a:pos x="118" y="57"/>
                </a:cxn>
                <a:cxn ang="0">
                  <a:pos x="117" y="47"/>
                </a:cxn>
                <a:cxn ang="0">
                  <a:pos x="112" y="38"/>
                </a:cxn>
                <a:cxn ang="0">
                  <a:pos x="100" y="34"/>
                </a:cxn>
                <a:cxn ang="0">
                  <a:pos x="34" y="34"/>
                </a:cxn>
                <a:cxn ang="0">
                  <a:pos x="34" y="77"/>
                </a:cxn>
                <a:cxn ang="0">
                  <a:pos x="34" y="110"/>
                </a:cxn>
                <a:cxn ang="0">
                  <a:pos x="34" y="152"/>
                </a:cxn>
                <a:cxn ang="0">
                  <a:pos x="104" y="152"/>
                </a:cxn>
                <a:cxn ang="0">
                  <a:pos x="118" y="146"/>
                </a:cxn>
                <a:cxn ang="0">
                  <a:pos x="122" y="130"/>
                </a:cxn>
                <a:cxn ang="0">
                  <a:pos x="115" y="114"/>
                </a:cxn>
                <a:cxn ang="0">
                  <a:pos x="101" y="110"/>
                </a:cxn>
                <a:cxn ang="0">
                  <a:pos x="34" y="110"/>
                </a:cxn>
              </a:cxnLst>
              <a:rect l="0" t="0" r="r" b="b"/>
              <a:pathLst>
                <a:path w="160" h="186">
                  <a:moveTo>
                    <a:pt x="136" y="91"/>
                  </a:moveTo>
                  <a:cubicBezTo>
                    <a:pt x="141" y="95"/>
                    <a:pt x="145" y="98"/>
                    <a:pt x="148" y="101"/>
                  </a:cubicBezTo>
                  <a:cubicBezTo>
                    <a:pt x="151" y="105"/>
                    <a:pt x="154" y="109"/>
                    <a:pt x="156" y="115"/>
                  </a:cubicBezTo>
                  <a:cubicBezTo>
                    <a:pt x="159" y="120"/>
                    <a:pt x="160" y="127"/>
                    <a:pt x="160" y="135"/>
                  </a:cubicBezTo>
                  <a:cubicBezTo>
                    <a:pt x="159" y="147"/>
                    <a:pt x="156" y="157"/>
                    <a:pt x="150" y="166"/>
                  </a:cubicBezTo>
                  <a:cubicBezTo>
                    <a:pt x="144" y="174"/>
                    <a:pt x="137" y="179"/>
                    <a:pt x="127" y="182"/>
                  </a:cubicBezTo>
                  <a:cubicBezTo>
                    <a:pt x="118" y="185"/>
                    <a:pt x="107" y="186"/>
                    <a:pt x="94" y="186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113" y="0"/>
                    <a:pt x="119" y="2"/>
                    <a:pt x="125" y="3"/>
                  </a:cubicBezTo>
                  <a:cubicBezTo>
                    <a:pt x="130" y="5"/>
                    <a:pt x="135" y="8"/>
                    <a:pt x="140" y="12"/>
                  </a:cubicBezTo>
                  <a:cubicBezTo>
                    <a:pt x="145" y="16"/>
                    <a:pt x="149" y="21"/>
                    <a:pt x="152" y="27"/>
                  </a:cubicBezTo>
                  <a:cubicBezTo>
                    <a:pt x="155" y="33"/>
                    <a:pt x="156" y="40"/>
                    <a:pt x="156" y="48"/>
                  </a:cubicBezTo>
                  <a:cubicBezTo>
                    <a:pt x="156" y="56"/>
                    <a:pt x="155" y="63"/>
                    <a:pt x="153" y="69"/>
                  </a:cubicBezTo>
                  <a:cubicBezTo>
                    <a:pt x="150" y="76"/>
                    <a:pt x="147" y="80"/>
                    <a:pt x="143" y="84"/>
                  </a:cubicBezTo>
                  <a:cubicBezTo>
                    <a:pt x="136" y="91"/>
                    <a:pt x="136" y="91"/>
                    <a:pt x="136" y="91"/>
                  </a:cubicBezTo>
                  <a:close/>
                  <a:moveTo>
                    <a:pt x="34" y="77"/>
                  </a:moveTo>
                  <a:cubicBezTo>
                    <a:pt x="100" y="77"/>
                    <a:pt x="100" y="77"/>
                    <a:pt x="100" y="77"/>
                  </a:cubicBezTo>
                  <a:cubicBezTo>
                    <a:pt x="104" y="77"/>
                    <a:pt x="108" y="74"/>
                    <a:pt x="112" y="70"/>
                  </a:cubicBezTo>
                  <a:cubicBezTo>
                    <a:pt x="116" y="66"/>
                    <a:pt x="118" y="62"/>
                    <a:pt x="118" y="57"/>
                  </a:cubicBezTo>
                  <a:cubicBezTo>
                    <a:pt x="119" y="53"/>
                    <a:pt x="118" y="49"/>
                    <a:pt x="117" y="47"/>
                  </a:cubicBezTo>
                  <a:cubicBezTo>
                    <a:pt x="117" y="44"/>
                    <a:pt x="115" y="41"/>
                    <a:pt x="112" y="38"/>
                  </a:cubicBezTo>
                  <a:cubicBezTo>
                    <a:pt x="109" y="35"/>
                    <a:pt x="105" y="34"/>
                    <a:pt x="100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77"/>
                    <a:pt x="34" y="77"/>
                    <a:pt x="34" y="77"/>
                  </a:cubicBezTo>
                  <a:close/>
                  <a:moveTo>
                    <a:pt x="34" y="110"/>
                  </a:moveTo>
                  <a:cubicBezTo>
                    <a:pt x="34" y="152"/>
                    <a:pt x="34" y="152"/>
                    <a:pt x="34" y="152"/>
                  </a:cubicBezTo>
                  <a:cubicBezTo>
                    <a:pt x="104" y="152"/>
                    <a:pt x="104" y="152"/>
                    <a:pt x="104" y="152"/>
                  </a:cubicBezTo>
                  <a:cubicBezTo>
                    <a:pt x="110" y="152"/>
                    <a:pt x="114" y="151"/>
                    <a:pt x="118" y="146"/>
                  </a:cubicBezTo>
                  <a:cubicBezTo>
                    <a:pt x="121" y="141"/>
                    <a:pt x="123" y="136"/>
                    <a:pt x="122" y="130"/>
                  </a:cubicBezTo>
                  <a:cubicBezTo>
                    <a:pt x="122" y="122"/>
                    <a:pt x="119" y="117"/>
                    <a:pt x="115" y="114"/>
                  </a:cubicBezTo>
                  <a:cubicBezTo>
                    <a:pt x="111" y="111"/>
                    <a:pt x="106" y="110"/>
                    <a:pt x="101" y="110"/>
                  </a:cubicBezTo>
                  <a:cubicBezTo>
                    <a:pt x="34" y="110"/>
                    <a:pt x="34" y="110"/>
                    <a:pt x="34" y="110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4056619" y="1082743"/>
              <a:ext cx="562815" cy="563100"/>
            </a:xfrm>
            <a:custGeom>
              <a:avLst/>
              <a:gdLst/>
              <a:ahLst/>
              <a:cxnLst>
                <a:cxn ang="0">
                  <a:pos x="68" y="95"/>
                </a:cxn>
                <a:cxn ang="0">
                  <a:pos x="91" y="0"/>
                </a:cxn>
                <a:cxn ang="0">
                  <a:pos x="133" y="0"/>
                </a:cxn>
                <a:cxn ang="0">
                  <a:pos x="133" y="133"/>
                </a:cxn>
                <a:cxn ang="0">
                  <a:pos x="111" y="133"/>
                </a:cxn>
                <a:cxn ang="0">
                  <a:pos x="111" y="23"/>
                </a:cxn>
                <a:cxn ang="0">
                  <a:pos x="81" y="133"/>
                </a:cxn>
                <a:cxn ang="0">
                  <a:pos x="57" y="133"/>
                </a:cxn>
                <a:cxn ang="0">
                  <a:pos x="24" y="23"/>
                </a:cxn>
                <a:cxn ang="0">
                  <a:pos x="24" y="133"/>
                </a:cxn>
                <a:cxn ang="0">
                  <a:pos x="0" y="133"/>
                </a:cxn>
                <a:cxn ang="0">
                  <a:pos x="0" y="0"/>
                </a:cxn>
                <a:cxn ang="0">
                  <a:pos x="42" y="0"/>
                </a:cxn>
                <a:cxn ang="0">
                  <a:pos x="68" y="95"/>
                </a:cxn>
                <a:cxn ang="0">
                  <a:pos x="68" y="95"/>
                </a:cxn>
              </a:cxnLst>
              <a:rect l="0" t="0" r="r" b="b"/>
              <a:pathLst>
                <a:path w="133" h="133">
                  <a:moveTo>
                    <a:pt x="68" y="95"/>
                  </a:moveTo>
                  <a:lnTo>
                    <a:pt x="91" y="0"/>
                  </a:lnTo>
                  <a:lnTo>
                    <a:pt x="133" y="0"/>
                  </a:lnTo>
                  <a:lnTo>
                    <a:pt x="133" y="133"/>
                  </a:lnTo>
                  <a:lnTo>
                    <a:pt x="111" y="133"/>
                  </a:lnTo>
                  <a:lnTo>
                    <a:pt x="111" y="23"/>
                  </a:lnTo>
                  <a:lnTo>
                    <a:pt x="81" y="133"/>
                  </a:lnTo>
                  <a:lnTo>
                    <a:pt x="57" y="133"/>
                  </a:lnTo>
                  <a:lnTo>
                    <a:pt x="24" y="23"/>
                  </a:lnTo>
                  <a:lnTo>
                    <a:pt x="24" y="133"/>
                  </a:lnTo>
                  <a:lnTo>
                    <a:pt x="0" y="133"/>
                  </a:lnTo>
                  <a:lnTo>
                    <a:pt x="0" y="0"/>
                  </a:lnTo>
                  <a:lnTo>
                    <a:pt x="42" y="0"/>
                  </a:lnTo>
                  <a:lnTo>
                    <a:pt x="68" y="95"/>
                  </a:lnTo>
                  <a:lnTo>
                    <a:pt x="68" y="95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2236998" y="1781323"/>
              <a:ext cx="97330" cy="118547"/>
            </a:xfrm>
            <a:custGeom>
              <a:avLst/>
              <a:gdLst/>
              <a:ahLst/>
              <a:cxnLst>
                <a:cxn ang="0">
                  <a:pos x="8" y="5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23" y="0"/>
                </a:cxn>
                <a:cxn ang="0">
                  <a:pos x="23" y="5"/>
                </a:cxn>
                <a:cxn ang="0">
                  <a:pos x="15" y="5"/>
                </a:cxn>
                <a:cxn ang="0">
                  <a:pos x="15" y="28"/>
                </a:cxn>
                <a:cxn ang="0">
                  <a:pos x="8" y="28"/>
                </a:cxn>
                <a:cxn ang="0">
                  <a:pos x="8" y="5"/>
                </a:cxn>
              </a:cxnLst>
              <a:rect l="0" t="0" r="r" b="b"/>
              <a:pathLst>
                <a:path w="23" h="28">
                  <a:moveTo>
                    <a:pt x="8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23" y="0"/>
                  </a:lnTo>
                  <a:lnTo>
                    <a:pt x="23" y="5"/>
                  </a:lnTo>
                  <a:lnTo>
                    <a:pt x="15" y="5"/>
                  </a:lnTo>
                  <a:lnTo>
                    <a:pt x="15" y="28"/>
                  </a:lnTo>
                  <a:lnTo>
                    <a:pt x="8" y="28"/>
                  </a:lnTo>
                  <a:lnTo>
                    <a:pt x="8" y="5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>
              <a:off x="2482436" y="1781323"/>
              <a:ext cx="93097" cy="1185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" y="0"/>
                </a:cxn>
                <a:cxn ang="0">
                  <a:pos x="22" y="5"/>
                </a:cxn>
                <a:cxn ang="0">
                  <a:pos x="7" y="5"/>
                </a:cxn>
                <a:cxn ang="0">
                  <a:pos x="7" y="11"/>
                </a:cxn>
                <a:cxn ang="0">
                  <a:pos x="21" y="11"/>
                </a:cxn>
                <a:cxn ang="0">
                  <a:pos x="21" y="16"/>
                </a:cxn>
                <a:cxn ang="0">
                  <a:pos x="7" y="16"/>
                </a:cxn>
                <a:cxn ang="0">
                  <a:pos x="7" y="23"/>
                </a:cxn>
                <a:cxn ang="0">
                  <a:pos x="22" y="23"/>
                </a:cxn>
                <a:cxn ang="0">
                  <a:pos x="22" y="28"/>
                </a:cxn>
                <a:cxn ang="0">
                  <a:pos x="0" y="28"/>
                </a:cxn>
                <a:cxn ang="0">
                  <a:pos x="0" y="0"/>
                </a:cxn>
              </a:cxnLst>
              <a:rect l="0" t="0" r="r" b="b"/>
              <a:pathLst>
                <a:path w="22" h="28">
                  <a:moveTo>
                    <a:pt x="0" y="0"/>
                  </a:moveTo>
                  <a:lnTo>
                    <a:pt x="22" y="0"/>
                  </a:lnTo>
                  <a:lnTo>
                    <a:pt x="22" y="5"/>
                  </a:lnTo>
                  <a:lnTo>
                    <a:pt x="7" y="5"/>
                  </a:lnTo>
                  <a:lnTo>
                    <a:pt x="7" y="11"/>
                  </a:lnTo>
                  <a:lnTo>
                    <a:pt x="21" y="11"/>
                  </a:lnTo>
                  <a:lnTo>
                    <a:pt x="21" y="16"/>
                  </a:lnTo>
                  <a:lnTo>
                    <a:pt x="7" y="16"/>
                  </a:lnTo>
                  <a:lnTo>
                    <a:pt x="7" y="23"/>
                  </a:lnTo>
                  <a:lnTo>
                    <a:pt x="22" y="23"/>
                  </a:lnTo>
                  <a:lnTo>
                    <a:pt x="22" y="28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4" name="Freeform 13"/>
            <p:cNvSpPr>
              <a:spLocks/>
            </p:cNvSpPr>
            <p:nvPr/>
          </p:nvSpPr>
          <p:spPr bwMode="auto">
            <a:xfrm>
              <a:off x="2723640" y="1777091"/>
              <a:ext cx="114257" cy="127015"/>
            </a:xfrm>
            <a:custGeom>
              <a:avLst/>
              <a:gdLst/>
              <a:ahLst/>
              <a:cxnLst>
                <a:cxn ang="0">
                  <a:pos x="28" y="15"/>
                </a:cxn>
                <a:cxn ang="0">
                  <a:pos x="20" y="8"/>
                </a:cxn>
                <a:cxn ang="0">
                  <a:pos x="9" y="22"/>
                </a:cxn>
                <a:cxn ang="0">
                  <a:pos x="20" y="35"/>
                </a:cxn>
                <a:cxn ang="0">
                  <a:pos x="29" y="26"/>
                </a:cxn>
                <a:cxn ang="0">
                  <a:pos x="37" y="26"/>
                </a:cxn>
                <a:cxn ang="0">
                  <a:pos x="20" y="42"/>
                </a:cxn>
                <a:cxn ang="0">
                  <a:pos x="0" y="22"/>
                </a:cxn>
                <a:cxn ang="0">
                  <a:pos x="20" y="0"/>
                </a:cxn>
                <a:cxn ang="0">
                  <a:pos x="37" y="15"/>
                </a:cxn>
                <a:cxn ang="0">
                  <a:pos x="28" y="15"/>
                </a:cxn>
              </a:cxnLst>
              <a:rect l="0" t="0" r="r" b="b"/>
              <a:pathLst>
                <a:path w="37" h="42">
                  <a:moveTo>
                    <a:pt x="28" y="15"/>
                  </a:moveTo>
                  <a:cubicBezTo>
                    <a:pt x="28" y="11"/>
                    <a:pt x="24" y="8"/>
                    <a:pt x="20" y="8"/>
                  </a:cubicBezTo>
                  <a:cubicBezTo>
                    <a:pt x="12" y="8"/>
                    <a:pt x="9" y="14"/>
                    <a:pt x="9" y="22"/>
                  </a:cubicBezTo>
                  <a:cubicBezTo>
                    <a:pt x="9" y="28"/>
                    <a:pt x="12" y="35"/>
                    <a:pt x="20" y="35"/>
                  </a:cubicBezTo>
                  <a:cubicBezTo>
                    <a:pt x="25" y="35"/>
                    <a:pt x="28" y="31"/>
                    <a:pt x="29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6" y="36"/>
                    <a:pt x="29" y="42"/>
                    <a:pt x="20" y="42"/>
                  </a:cubicBezTo>
                  <a:cubicBezTo>
                    <a:pt x="7" y="42"/>
                    <a:pt x="0" y="33"/>
                    <a:pt x="0" y="22"/>
                  </a:cubicBezTo>
                  <a:cubicBezTo>
                    <a:pt x="0" y="10"/>
                    <a:pt x="7" y="0"/>
                    <a:pt x="20" y="0"/>
                  </a:cubicBezTo>
                  <a:cubicBezTo>
                    <a:pt x="28" y="0"/>
                    <a:pt x="36" y="5"/>
                    <a:pt x="37" y="15"/>
                  </a:cubicBezTo>
                  <a:lnTo>
                    <a:pt x="28" y="15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5" name="Freeform 14"/>
            <p:cNvSpPr>
              <a:spLocks/>
            </p:cNvSpPr>
            <p:nvPr/>
          </p:nvSpPr>
          <p:spPr bwMode="auto">
            <a:xfrm>
              <a:off x="2990236" y="1781323"/>
              <a:ext cx="101560" cy="1185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6" y="11"/>
                </a:cxn>
                <a:cxn ang="0">
                  <a:pos x="18" y="11"/>
                </a:cxn>
                <a:cxn ang="0">
                  <a:pos x="18" y="0"/>
                </a:cxn>
                <a:cxn ang="0">
                  <a:pos x="24" y="0"/>
                </a:cxn>
                <a:cxn ang="0">
                  <a:pos x="24" y="28"/>
                </a:cxn>
                <a:cxn ang="0">
                  <a:pos x="18" y="28"/>
                </a:cxn>
                <a:cxn ang="0">
                  <a:pos x="18" y="16"/>
                </a:cxn>
                <a:cxn ang="0">
                  <a:pos x="6" y="16"/>
                </a:cxn>
                <a:cxn ang="0">
                  <a:pos x="6" y="28"/>
                </a:cxn>
                <a:cxn ang="0">
                  <a:pos x="0" y="28"/>
                </a:cxn>
                <a:cxn ang="0">
                  <a:pos x="0" y="0"/>
                </a:cxn>
              </a:cxnLst>
              <a:rect l="0" t="0" r="r" b="b"/>
              <a:pathLst>
                <a:path w="24" h="28">
                  <a:moveTo>
                    <a:pt x="0" y="0"/>
                  </a:moveTo>
                  <a:lnTo>
                    <a:pt x="6" y="0"/>
                  </a:lnTo>
                  <a:lnTo>
                    <a:pt x="6" y="11"/>
                  </a:lnTo>
                  <a:lnTo>
                    <a:pt x="18" y="11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24" y="28"/>
                  </a:lnTo>
                  <a:lnTo>
                    <a:pt x="18" y="28"/>
                  </a:lnTo>
                  <a:lnTo>
                    <a:pt x="18" y="16"/>
                  </a:lnTo>
                  <a:lnTo>
                    <a:pt x="6" y="16"/>
                  </a:lnTo>
                  <a:lnTo>
                    <a:pt x="6" y="28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3252600" y="1781323"/>
              <a:ext cx="101560" cy="1185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18" y="19"/>
                </a:cxn>
                <a:cxn ang="0">
                  <a:pos x="18" y="19"/>
                </a:cxn>
                <a:cxn ang="0">
                  <a:pos x="18" y="0"/>
                </a:cxn>
                <a:cxn ang="0">
                  <a:pos x="24" y="0"/>
                </a:cxn>
                <a:cxn ang="0">
                  <a:pos x="24" y="28"/>
                </a:cxn>
                <a:cxn ang="0">
                  <a:pos x="18" y="28"/>
                </a:cxn>
                <a:cxn ang="0">
                  <a:pos x="6" y="10"/>
                </a:cxn>
                <a:cxn ang="0">
                  <a:pos x="6" y="10"/>
                </a:cxn>
                <a:cxn ang="0">
                  <a:pos x="6" y="28"/>
                </a:cxn>
                <a:cxn ang="0">
                  <a:pos x="0" y="28"/>
                </a:cxn>
                <a:cxn ang="0">
                  <a:pos x="0" y="0"/>
                </a:cxn>
              </a:cxnLst>
              <a:rect l="0" t="0" r="r" b="b"/>
              <a:pathLst>
                <a:path w="24" h="28">
                  <a:moveTo>
                    <a:pt x="0" y="0"/>
                  </a:moveTo>
                  <a:lnTo>
                    <a:pt x="6" y="0"/>
                  </a:lnTo>
                  <a:lnTo>
                    <a:pt x="18" y="19"/>
                  </a:lnTo>
                  <a:lnTo>
                    <a:pt x="18" y="19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24" y="28"/>
                  </a:lnTo>
                  <a:lnTo>
                    <a:pt x="18" y="28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6" y="28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7" name="Freeform 16"/>
            <p:cNvSpPr>
              <a:spLocks noEditPoints="1"/>
            </p:cNvSpPr>
            <p:nvPr/>
          </p:nvSpPr>
          <p:spPr bwMode="auto">
            <a:xfrm>
              <a:off x="3506501" y="1777091"/>
              <a:ext cx="118487" cy="127015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40" y="22"/>
                </a:cxn>
                <a:cxn ang="0">
                  <a:pos x="20" y="42"/>
                </a:cxn>
                <a:cxn ang="0">
                  <a:pos x="0" y="22"/>
                </a:cxn>
                <a:cxn ang="0">
                  <a:pos x="20" y="0"/>
                </a:cxn>
                <a:cxn ang="0">
                  <a:pos x="20" y="35"/>
                </a:cxn>
                <a:cxn ang="0">
                  <a:pos x="31" y="22"/>
                </a:cxn>
                <a:cxn ang="0">
                  <a:pos x="20" y="8"/>
                </a:cxn>
                <a:cxn ang="0">
                  <a:pos x="9" y="22"/>
                </a:cxn>
                <a:cxn ang="0">
                  <a:pos x="20" y="35"/>
                </a:cxn>
              </a:cxnLst>
              <a:rect l="0" t="0" r="r" b="b"/>
              <a:pathLst>
                <a:path w="40" h="42">
                  <a:moveTo>
                    <a:pt x="20" y="0"/>
                  </a:moveTo>
                  <a:cubicBezTo>
                    <a:pt x="33" y="0"/>
                    <a:pt x="40" y="10"/>
                    <a:pt x="40" y="22"/>
                  </a:cubicBezTo>
                  <a:cubicBezTo>
                    <a:pt x="40" y="33"/>
                    <a:pt x="33" y="42"/>
                    <a:pt x="20" y="42"/>
                  </a:cubicBezTo>
                  <a:cubicBezTo>
                    <a:pt x="8" y="42"/>
                    <a:pt x="0" y="33"/>
                    <a:pt x="0" y="22"/>
                  </a:cubicBezTo>
                  <a:cubicBezTo>
                    <a:pt x="0" y="10"/>
                    <a:pt x="8" y="0"/>
                    <a:pt x="20" y="0"/>
                  </a:cubicBezTo>
                  <a:close/>
                  <a:moveTo>
                    <a:pt x="20" y="35"/>
                  </a:moveTo>
                  <a:cubicBezTo>
                    <a:pt x="28" y="35"/>
                    <a:pt x="31" y="28"/>
                    <a:pt x="31" y="22"/>
                  </a:cubicBezTo>
                  <a:cubicBezTo>
                    <a:pt x="31" y="14"/>
                    <a:pt x="28" y="8"/>
                    <a:pt x="20" y="8"/>
                  </a:cubicBezTo>
                  <a:cubicBezTo>
                    <a:pt x="12" y="8"/>
                    <a:pt x="9" y="14"/>
                    <a:pt x="9" y="22"/>
                  </a:cubicBezTo>
                  <a:cubicBezTo>
                    <a:pt x="9" y="28"/>
                    <a:pt x="12" y="35"/>
                    <a:pt x="20" y="35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" name="Freeform 17"/>
            <p:cNvSpPr>
              <a:spLocks/>
            </p:cNvSpPr>
            <p:nvPr/>
          </p:nvSpPr>
          <p:spPr bwMode="auto">
            <a:xfrm>
              <a:off x="3781560" y="1781323"/>
              <a:ext cx="80403" cy="1185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5" y="23"/>
                </a:cxn>
                <a:cxn ang="0">
                  <a:pos x="19" y="23"/>
                </a:cxn>
                <a:cxn ang="0">
                  <a:pos x="19" y="28"/>
                </a:cxn>
                <a:cxn ang="0">
                  <a:pos x="0" y="28"/>
                </a:cxn>
                <a:cxn ang="0">
                  <a:pos x="0" y="0"/>
                </a:cxn>
              </a:cxnLst>
              <a:rect l="0" t="0" r="r" b="b"/>
              <a:pathLst>
                <a:path w="19" h="28">
                  <a:moveTo>
                    <a:pt x="0" y="0"/>
                  </a:moveTo>
                  <a:lnTo>
                    <a:pt x="5" y="0"/>
                  </a:lnTo>
                  <a:lnTo>
                    <a:pt x="5" y="23"/>
                  </a:lnTo>
                  <a:lnTo>
                    <a:pt x="19" y="23"/>
                  </a:lnTo>
                  <a:lnTo>
                    <a:pt x="19" y="28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9" name="Freeform 18"/>
            <p:cNvSpPr>
              <a:spLocks noEditPoints="1"/>
            </p:cNvSpPr>
            <p:nvPr/>
          </p:nvSpPr>
          <p:spPr bwMode="auto">
            <a:xfrm>
              <a:off x="4010069" y="1777091"/>
              <a:ext cx="118487" cy="127015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40" y="22"/>
                </a:cxn>
                <a:cxn ang="0">
                  <a:pos x="20" y="42"/>
                </a:cxn>
                <a:cxn ang="0">
                  <a:pos x="0" y="22"/>
                </a:cxn>
                <a:cxn ang="0">
                  <a:pos x="20" y="0"/>
                </a:cxn>
                <a:cxn ang="0">
                  <a:pos x="20" y="35"/>
                </a:cxn>
                <a:cxn ang="0">
                  <a:pos x="31" y="22"/>
                </a:cxn>
                <a:cxn ang="0">
                  <a:pos x="20" y="8"/>
                </a:cxn>
                <a:cxn ang="0">
                  <a:pos x="9" y="22"/>
                </a:cxn>
                <a:cxn ang="0">
                  <a:pos x="20" y="35"/>
                </a:cxn>
              </a:cxnLst>
              <a:rect l="0" t="0" r="r" b="b"/>
              <a:pathLst>
                <a:path w="40" h="42">
                  <a:moveTo>
                    <a:pt x="20" y="0"/>
                  </a:moveTo>
                  <a:cubicBezTo>
                    <a:pt x="32" y="0"/>
                    <a:pt x="40" y="10"/>
                    <a:pt x="40" y="22"/>
                  </a:cubicBezTo>
                  <a:cubicBezTo>
                    <a:pt x="40" y="33"/>
                    <a:pt x="32" y="42"/>
                    <a:pt x="20" y="42"/>
                  </a:cubicBezTo>
                  <a:cubicBezTo>
                    <a:pt x="7" y="42"/>
                    <a:pt x="0" y="33"/>
                    <a:pt x="0" y="22"/>
                  </a:cubicBezTo>
                  <a:cubicBezTo>
                    <a:pt x="0" y="10"/>
                    <a:pt x="7" y="0"/>
                    <a:pt x="20" y="0"/>
                  </a:cubicBezTo>
                  <a:close/>
                  <a:moveTo>
                    <a:pt x="20" y="35"/>
                  </a:moveTo>
                  <a:cubicBezTo>
                    <a:pt x="28" y="35"/>
                    <a:pt x="31" y="28"/>
                    <a:pt x="31" y="22"/>
                  </a:cubicBezTo>
                  <a:cubicBezTo>
                    <a:pt x="31" y="14"/>
                    <a:pt x="28" y="8"/>
                    <a:pt x="20" y="8"/>
                  </a:cubicBezTo>
                  <a:cubicBezTo>
                    <a:pt x="12" y="8"/>
                    <a:pt x="9" y="14"/>
                    <a:pt x="9" y="22"/>
                  </a:cubicBezTo>
                  <a:cubicBezTo>
                    <a:pt x="9" y="28"/>
                    <a:pt x="12" y="35"/>
                    <a:pt x="20" y="35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4276668" y="1777091"/>
              <a:ext cx="110024" cy="127015"/>
            </a:xfrm>
            <a:custGeom>
              <a:avLst/>
              <a:gdLst/>
              <a:ahLst/>
              <a:cxnLst>
                <a:cxn ang="0">
                  <a:pos x="30" y="37"/>
                </a:cxn>
                <a:cxn ang="0">
                  <a:pos x="19" y="42"/>
                </a:cxn>
                <a:cxn ang="0">
                  <a:pos x="0" y="22"/>
                </a:cxn>
                <a:cxn ang="0">
                  <a:pos x="19" y="0"/>
                </a:cxn>
                <a:cxn ang="0">
                  <a:pos x="36" y="14"/>
                </a:cxn>
                <a:cxn ang="0">
                  <a:pos x="28" y="14"/>
                </a:cxn>
                <a:cxn ang="0">
                  <a:pos x="19" y="8"/>
                </a:cxn>
                <a:cxn ang="0">
                  <a:pos x="8" y="22"/>
                </a:cxn>
                <a:cxn ang="0">
                  <a:pos x="19" y="35"/>
                </a:cxn>
                <a:cxn ang="0">
                  <a:pos x="29" y="26"/>
                </a:cxn>
                <a:cxn ang="0">
                  <a:pos x="20" y="26"/>
                </a:cxn>
                <a:cxn ang="0">
                  <a:pos x="20" y="20"/>
                </a:cxn>
                <a:cxn ang="0">
                  <a:pos x="37" y="20"/>
                </a:cxn>
                <a:cxn ang="0">
                  <a:pos x="37" y="41"/>
                </a:cxn>
                <a:cxn ang="0">
                  <a:pos x="31" y="41"/>
                </a:cxn>
                <a:cxn ang="0">
                  <a:pos x="30" y="37"/>
                </a:cxn>
              </a:cxnLst>
              <a:rect l="0" t="0" r="r" b="b"/>
              <a:pathLst>
                <a:path w="37" h="42">
                  <a:moveTo>
                    <a:pt x="30" y="37"/>
                  </a:moveTo>
                  <a:cubicBezTo>
                    <a:pt x="27" y="41"/>
                    <a:pt x="23" y="42"/>
                    <a:pt x="19" y="42"/>
                  </a:cubicBezTo>
                  <a:cubicBezTo>
                    <a:pt x="7" y="42"/>
                    <a:pt x="0" y="33"/>
                    <a:pt x="0" y="22"/>
                  </a:cubicBezTo>
                  <a:cubicBezTo>
                    <a:pt x="0" y="10"/>
                    <a:pt x="7" y="0"/>
                    <a:pt x="19" y="0"/>
                  </a:cubicBezTo>
                  <a:cubicBezTo>
                    <a:pt x="28" y="0"/>
                    <a:pt x="35" y="5"/>
                    <a:pt x="36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0"/>
                    <a:pt x="24" y="8"/>
                    <a:pt x="19" y="8"/>
                  </a:cubicBezTo>
                  <a:cubicBezTo>
                    <a:pt x="11" y="8"/>
                    <a:pt x="8" y="14"/>
                    <a:pt x="8" y="22"/>
                  </a:cubicBezTo>
                  <a:cubicBezTo>
                    <a:pt x="8" y="28"/>
                    <a:pt x="11" y="35"/>
                    <a:pt x="19" y="35"/>
                  </a:cubicBezTo>
                  <a:cubicBezTo>
                    <a:pt x="25" y="35"/>
                    <a:pt x="28" y="32"/>
                    <a:pt x="29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1" y="41"/>
                    <a:pt x="31" y="41"/>
                    <a:pt x="31" y="41"/>
                  </a:cubicBezTo>
                  <a:lnTo>
                    <a:pt x="30" y="3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auto">
            <a:xfrm>
              <a:off x="4534799" y="1781323"/>
              <a:ext cx="114257" cy="118547"/>
            </a:xfrm>
            <a:custGeom>
              <a:avLst/>
              <a:gdLst/>
              <a:ahLst/>
              <a:cxnLst>
                <a:cxn ang="0">
                  <a:pos x="10" y="17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13" y="11"/>
                </a:cxn>
                <a:cxn ang="0">
                  <a:pos x="20" y="0"/>
                </a:cxn>
                <a:cxn ang="0">
                  <a:pos x="27" y="0"/>
                </a:cxn>
                <a:cxn ang="0">
                  <a:pos x="16" y="17"/>
                </a:cxn>
                <a:cxn ang="0">
                  <a:pos x="16" y="28"/>
                </a:cxn>
                <a:cxn ang="0">
                  <a:pos x="10" y="28"/>
                </a:cxn>
                <a:cxn ang="0">
                  <a:pos x="10" y="17"/>
                </a:cxn>
              </a:cxnLst>
              <a:rect l="0" t="0" r="r" b="b"/>
              <a:pathLst>
                <a:path w="27" h="28">
                  <a:moveTo>
                    <a:pt x="10" y="17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13" y="11"/>
                  </a:lnTo>
                  <a:lnTo>
                    <a:pt x="20" y="0"/>
                  </a:lnTo>
                  <a:lnTo>
                    <a:pt x="27" y="0"/>
                  </a:lnTo>
                  <a:lnTo>
                    <a:pt x="16" y="17"/>
                  </a:lnTo>
                  <a:lnTo>
                    <a:pt x="16" y="28"/>
                  </a:lnTo>
                  <a:lnTo>
                    <a:pt x="10" y="28"/>
                  </a:lnTo>
                  <a:lnTo>
                    <a:pt x="10" y="1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243788" tIns="121894" rIns="243788" bIns="121894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 rot="13500000">
            <a:off x="12092042" y="364358"/>
            <a:ext cx="235021" cy="235053"/>
            <a:chOff x="7300686" y="943429"/>
            <a:chExt cx="624114" cy="624114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7300686" y="943429"/>
              <a:ext cx="624114" cy="0"/>
            </a:xfrm>
            <a:prstGeom prst="line">
              <a:avLst/>
            </a:prstGeom>
            <a:ln w="127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rot="16200000">
              <a:off x="7612743" y="1255486"/>
              <a:ext cx="624114" cy="0"/>
            </a:xfrm>
            <a:prstGeom prst="line">
              <a:avLst/>
            </a:prstGeom>
            <a:ln w="127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28024" y="6534952"/>
            <a:ext cx="905553" cy="2469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HK" altLang="en-US" sz="11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fld id="{8592E714-8771-4256-B120-A1444CD7D5F3}" type="slidenum">
              <a:rPr lang="en-US" altLang="zh-CN" smtClean="0"/>
              <a:pPr/>
              <a:t>‹#›</a:t>
            </a:fld>
            <a:endParaRPr lang="zh-CN"/>
          </a:p>
        </p:txBody>
      </p:sp>
      <p:sp>
        <p:nvSpPr>
          <p:cNvPr id="27" name="标题占位符 1">
            <a:extLst>
              <a:ext uri="{FF2B5EF4-FFF2-40B4-BE49-F238E27FC236}">
                <a16:creationId xmlns:a16="http://schemas.microsoft.com/office/drawing/2014/main" id="{B2CB5062-A04F-4CF9-9F86-82B88B059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8261" y="326328"/>
            <a:ext cx="5331152" cy="36933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lvl1pPr algn="r">
              <a:defRPr lang="zh-CN" altLang="en-US" sz="2000" spc="300" dirty="0">
                <a:solidFill>
                  <a:srgbClr val="C00000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algn="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4469681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365126"/>
            <a:ext cx="105169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1825625"/>
            <a:ext cx="1051697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6356351"/>
            <a:ext cx="27435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pPr/>
              <a:t>3/19/2020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6356351"/>
            <a:ext cx="4115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6356351"/>
            <a:ext cx="27435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867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8" r:id="rId12"/>
    <p:sldLayoutId id="2147483760" r:id="rId13"/>
    <p:sldLayoutId id="2147483695" r:id="rId14"/>
    <p:sldLayoutId id="2147483761" r:id="rId15"/>
  </p:sldLayoutIdLst>
  <p:transition>
    <p:wipe dir="r"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4046860" y="2639213"/>
            <a:ext cx="4778830" cy="405806"/>
          </a:xfrm>
          <a:prstGeom prst="rect">
            <a:avLst/>
          </a:prstGeom>
          <a:pattFill prst="wdDnDiag">
            <a:fgClr>
              <a:srgbClr val="A6222B"/>
            </a:fgClr>
            <a:bgClr>
              <a:srgbClr val="C00000"/>
            </a:bgClr>
          </a:pattFill>
          <a:ln w="28575">
            <a:noFill/>
            <a:prstDash val="sysDot"/>
          </a:ln>
          <a:effectLst>
            <a:outerShdw blurRad="152400" dist="63500" dir="27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500" dirty="0">
                <a:solidFill>
                  <a:schemeClr val="bg1"/>
                </a:solidFill>
                <a:latin typeface="Microsoft YaHei Light" charset="-122"/>
                <a:ea typeface="Microsoft YaHei Light" charset="-122"/>
                <a:cs typeface="Microsoft YaHei Light" charset="-122"/>
                <a:sym typeface="+mn-lt"/>
              </a:rPr>
              <a:t>企业应用微服务开发平台使用情况</a:t>
            </a:r>
          </a:p>
        </p:txBody>
      </p:sp>
      <p:sp>
        <p:nvSpPr>
          <p:cNvPr id="5" name="矩形 4"/>
          <p:cNvSpPr/>
          <p:nvPr/>
        </p:nvSpPr>
        <p:spPr>
          <a:xfrm>
            <a:off x="3476757" y="2639213"/>
            <a:ext cx="570107" cy="405806"/>
          </a:xfrm>
          <a:prstGeom prst="rect">
            <a:avLst/>
          </a:prstGeom>
          <a:solidFill>
            <a:srgbClr val="C00000"/>
          </a:solidFill>
          <a:ln w="28575">
            <a:noFill/>
            <a:prstDash val="sysDot"/>
          </a:ln>
          <a:effectLst>
            <a:outerShdw blurRad="152400" dist="63500" dir="27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500">
                <a:latin typeface="Microsoft YaHei Light" charset="-122"/>
                <a:ea typeface="Microsoft YaHei Light" charset="-122"/>
                <a:cs typeface="Microsoft YaHei Light" charset="-122"/>
                <a:sym typeface="+mn-lt"/>
              </a:rPr>
              <a:t>01</a:t>
            </a:r>
            <a:endParaRPr lang="zh-CN" altLang="en-US" sz="1500">
              <a:latin typeface="Microsoft YaHei Light" charset="-122"/>
              <a:ea typeface="Microsoft YaHei Light" charset="-122"/>
              <a:cs typeface="Microsoft YaHei Light" charset="-122"/>
              <a:sym typeface="+mn-lt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046860" y="3148078"/>
            <a:ext cx="4778830" cy="405806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  <a:effectLst>
            <a:outerShdw blurRad="152400" dist="63500" dir="27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  <a:sym typeface="+mn-lt"/>
              </a:rPr>
              <a:t>企业应用微服务开发平台规划和定位</a:t>
            </a:r>
          </a:p>
        </p:txBody>
      </p:sp>
      <p:sp>
        <p:nvSpPr>
          <p:cNvPr id="23" name="矩形 22"/>
          <p:cNvSpPr/>
          <p:nvPr/>
        </p:nvSpPr>
        <p:spPr>
          <a:xfrm>
            <a:off x="3476757" y="3148078"/>
            <a:ext cx="570107" cy="405806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prstDash val="sysDot"/>
          </a:ln>
          <a:effectLst>
            <a:outerShdw blurRad="152400" dist="63500" dir="27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500">
                <a:latin typeface="Microsoft YaHei Light" charset="-122"/>
                <a:ea typeface="Microsoft YaHei Light" charset="-122"/>
                <a:cs typeface="Microsoft YaHei Light" charset="-122"/>
                <a:sym typeface="+mn-lt"/>
              </a:rPr>
              <a:t>02</a:t>
            </a:r>
            <a:endParaRPr lang="zh-CN" altLang="en-US" sz="1500">
              <a:latin typeface="Microsoft YaHei Light" charset="-122"/>
              <a:ea typeface="Microsoft YaHei Light" charset="-122"/>
              <a:cs typeface="Microsoft YaHei Light" charset="-122"/>
              <a:sym typeface="+mn-lt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046860" y="3656944"/>
            <a:ext cx="4778830" cy="405806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  <a:effectLst>
            <a:outerShdw blurRad="152400" dist="63500" dir="27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  <a:sym typeface="+mn-lt"/>
              </a:rPr>
              <a:t>企业应用微服务开发平台进度</a:t>
            </a:r>
            <a:endParaRPr lang="en-US" altLang="zh-CN" sz="1500" dirty="0">
              <a:solidFill>
                <a:schemeClr val="tx1">
                  <a:lumMod val="50000"/>
                  <a:lumOff val="50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476757" y="3656944"/>
            <a:ext cx="570107" cy="405806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prstDash val="sysDot"/>
          </a:ln>
          <a:effectLst>
            <a:outerShdw blurRad="152400" dist="63500" dir="27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500">
                <a:latin typeface="Microsoft YaHei Light" charset="-122"/>
                <a:ea typeface="Microsoft YaHei Light" charset="-122"/>
                <a:cs typeface="Microsoft YaHei Light" charset="-122"/>
                <a:sym typeface="+mn-lt"/>
              </a:rPr>
              <a:t>03</a:t>
            </a:r>
            <a:endParaRPr lang="zh-CN" altLang="en-US" sz="1500">
              <a:latin typeface="Microsoft YaHei Light" charset="-122"/>
              <a:ea typeface="Microsoft YaHei Light" charset="-122"/>
              <a:cs typeface="Microsoft YaHei Light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7690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92E714-8771-4256-B120-A1444CD7D5F3}" type="slidenum">
              <a:rPr lang="en-US" altLang="zh-CN" smtClean="0"/>
              <a:pPr/>
              <a:t>2</a:t>
            </a:fld>
            <a:endParaRPr lang="zh-CN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平台支持的项目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87B295E-C60E-418D-8A6E-C521C89B3C1B}"/>
              </a:ext>
            </a:extLst>
          </p:cNvPr>
          <p:cNvSpPr/>
          <p:nvPr/>
        </p:nvSpPr>
        <p:spPr>
          <a:xfrm>
            <a:off x="661445" y="4100666"/>
            <a:ext cx="5635652" cy="6033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开发平台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396AE0-8673-4CC3-93DC-F2917870DC3B}"/>
              </a:ext>
            </a:extLst>
          </p:cNvPr>
          <p:cNvSpPr/>
          <p:nvPr/>
        </p:nvSpPr>
        <p:spPr>
          <a:xfrm>
            <a:off x="661446" y="963103"/>
            <a:ext cx="540514" cy="29584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706-DWP</a:t>
            </a:r>
            <a:endParaRPr lang="zh-CN" altLang="en-US" sz="12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F714C5B-7FE7-4408-89C7-E61D870E237F}"/>
              </a:ext>
            </a:extLst>
          </p:cNvPr>
          <p:cNvSpPr/>
          <p:nvPr/>
        </p:nvSpPr>
        <p:spPr>
          <a:xfrm>
            <a:off x="1275763" y="963103"/>
            <a:ext cx="540514" cy="29584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内蒙智慧检务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3BE0695-F644-4354-89B7-A5A31865CC89}"/>
              </a:ext>
            </a:extLst>
          </p:cNvPr>
          <p:cNvSpPr/>
          <p:nvPr/>
        </p:nvSpPr>
        <p:spPr>
          <a:xfrm>
            <a:off x="1899496" y="963103"/>
            <a:ext cx="540514" cy="29584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北控水务集团</a:t>
            </a:r>
            <a:r>
              <a:rPr lang="en-US" altLang="zh-CN" sz="1200" dirty="0"/>
              <a:t>HR</a:t>
            </a:r>
            <a:r>
              <a:rPr lang="zh-CN" altLang="en-US" sz="1200" dirty="0"/>
              <a:t>门户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CD3E323-AE58-4250-9384-7F613BD85C6B}"/>
              </a:ext>
            </a:extLst>
          </p:cNvPr>
          <p:cNvSpPr/>
          <p:nvPr/>
        </p:nvSpPr>
        <p:spPr>
          <a:xfrm>
            <a:off x="2532660" y="963103"/>
            <a:ext cx="540514" cy="29584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中国建材集团三重一大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97F3228-A0EE-4C61-B2E4-08D92D08706C}"/>
              </a:ext>
            </a:extLst>
          </p:cNvPr>
          <p:cNvSpPr/>
          <p:nvPr/>
        </p:nvSpPr>
        <p:spPr>
          <a:xfrm>
            <a:off x="3165825" y="963103"/>
            <a:ext cx="540514" cy="29584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中建材信息数字化人力资源平台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F408632-111D-41D4-A995-7310ACE264B2}"/>
              </a:ext>
            </a:extLst>
          </p:cNvPr>
          <p:cNvSpPr/>
          <p:nvPr/>
        </p:nvSpPr>
        <p:spPr>
          <a:xfrm>
            <a:off x="3797421" y="963103"/>
            <a:ext cx="540514" cy="29584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中国建材集团门户系统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1C5246B-7360-4374-B610-DD220EE498C5}"/>
              </a:ext>
            </a:extLst>
          </p:cNvPr>
          <p:cNvSpPr/>
          <p:nvPr/>
        </p:nvSpPr>
        <p:spPr>
          <a:xfrm>
            <a:off x="4440006" y="963103"/>
            <a:ext cx="540514" cy="29584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中国建材集团新人力资源系统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78BD3D8-49BE-4273-B775-F07E8022EBA6}"/>
              </a:ext>
            </a:extLst>
          </p:cNvPr>
          <p:cNvSpPr/>
          <p:nvPr/>
        </p:nvSpPr>
        <p:spPr>
          <a:xfrm>
            <a:off x="5099080" y="963103"/>
            <a:ext cx="540514" cy="29584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智能视频分析项目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9560CBD-ADFB-4619-A9AF-72EC0134F288}"/>
              </a:ext>
            </a:extLst>
          </p:cNvPr>
          <p:cNvSpPr/>
          <p:nvPr/>
        </p:nvSpPr>
        <p:spPr>
          <a:xfrm>
            <a:off x="5756583" y="963103"/>
            <a:ext cx="540514" cy="29584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中国建材集团数据交换平台</a:t>
            </a:r>
          </a:p>
        </p:txBody>
      </p:sp>
      <p:sp>
        <p:nvSpPr>
          <p:cNvPr id="7" name="流程图: 接点 6">
            <a:extLst>
              <a:ext uri="{FF2B5EF4-FFF2-40B4-BE49-F238E27FC236}">
                <a16:creationId xmlns:a16="http://schemas.microsoft.com/office/drawing/2014/main" id="{D67E2850-6AC7-433B-BC56-4D99937B2C40}"/>
              </a:ext>
            </a:extLst>
          </p:cNvPr>
          <p:cNvSpPr/>
          <p:nvPr/>
        </p:nvSpPr>
        <p:spPr>
          <a:xfrm>
            <a:off x="661444" y="876693"/>
            <a:ext cx="165837" cy="188535"/>
          </a:xfrm>
          <a:prstGeom prst="flowChartConnector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</a:t>
            </a:r>
            <a:endParaRPr lang="zh-CN" altLang="en-US" sz="1200" dirty="0"/>
          </a:p>
        </p:txBody>
      </p:sp>
      <p:sp>
        <p:nvSpPr>
          <p:cNvPr id="36" name="流程图: 接点 35">
            <a:extLst>
              <a:ext uri="{FF2B5EF4-FFF2-40B4-BE49-F238E27FC236}">
                <a16:creationId xmlns:a16="http://schemas.microsoft.com/office/drawing/2014/main" id="{A05E45BC-7C38-453E-A444-1BC4DB2893F7}"/>
              </a:ext>
            </a:extLst>
          </p:cNvPr>
          <p:cNvSpPr/>
          <p:nvPr/>
        </p:nvSpPr>
        <p:spPr>
          <a:xfrm>
            <a:off x="1285184" y="876693"/>
            <a:ext cx="165837" cy="188535"/>
          </a:xfrm>
          <a:prstGeom prst="flowChartConnector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2</a:t>
            </a:r>
            <a:endParaRPr lang="zh-CN" altLang="en-US" sz="1200" dirty="0"/>
          </a:p>
        </p:txBody>
      </p:sp>
      <p:sp>
        <p:nvSpPr>
          <p:cNvPr id="37" name="流程图: 接点 36">
            <a:extLst>
              <a:ext uri="{FF2B5EF4-FFF2-40B4-BE49-F238E27FC236}">
                <a16:creationId xmlns:a16="http://schemas.microsoft.com/office/drawing/2014/main" id="{9B78E24F-875D-4C01-B36F-DAC159C51707}"/>
              </a:ext>
            </a:extLst>
          </p:cNvPr>
          <p:cNvSpPr/>
          <p:nvPr/>
        </p:nvSpPr>
        <p:spPr>
          <a:xfrm>
            <a:off x="1907348" y="876693"/>
            <a:ext cx="165837" cy="188535"/>
          </a:xfrm>
          <a:prstGeom prst="flowChartConnector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3</a:t>
            </a:r>
            <a:endParaRPr lang="zh-CN" altLang="en-US" sz="1200" dirty="0"/>
          </a:p>
        </p:txBody>
      </p:sp>
      <p:sp>
        <p:nvSpPr>
          <p:cNvPr id="38" name="流程图: 接点 37">
            <a:extLst>
              <a:ext uri="{FF2B5EF4-FFF2-40B4-BE49-F238E27FC236}">
                <a16:creationId xmlns:a16="http://schemas.microsoft.com/office/drawing/2014/main" id="{6D5FF8B3-F356-4201-BFE2-CE3D8B5181FA}"/>
              </a:ext>
            </a:extLst>
          </p:cNvPr>
          <p:cNvSpPr/>
          <p:nvPr/>
        </p:nvSpPr>
        <p:spPr>
          <a:xfrm>
            <a:off x="2472957" y="876693"/>
            <a:ext cx="165837" cy="188535"/>
          </a:xfrm>
          <a:prstGeom prst="flowChartConnector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4</a:t>
            </a:r>
            <a:endParaRPr lang="zh-CN" altLang="en-US" sz="1200" dirty="0"/>
          </a:p>
        </p:txBody>
      </p:sp>
      <p:sp>
        <p:nvSpPr>
          <p:cNvPr id="39" name="流程图: 接点 38">
            <a:extLst>
              <a:ext uri="{FF2B5EF4-FFF2-40B4-BE49-F238E27FC236}">
                <a16:creationId xmlns:a16="http://schemas.microsoft.com/office/drawing/2014/main" id="{79237015-1E86-4A0E-8CD6-2EB5D2DE5123}"/>
              </a:ext>
            </a:extLst>
          </p:cNvPr>
          <p:cNvSpPr/>
          <p:nvPr/>
        </p:nvSpPr>
        <p:spPr>
          <a:xfrm>
            <a:off x="3096635" y="876693"/>
            <a:ext cx="165837" cy="188535"/>
          </a:xfrm>
          <a:prstGeom prst="flowChartConnector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5</a:t>
            </a:r>
            <a:endParaRPr lang="zh-CN" altLang="en-US" sz="1200" dirty="0"/>
          </a:p>
        </p:txBody>
      </p:sp>
      <p:sp>
        <p:nvSpPr>
          <p:cNvPr id="40" name="流程图: 接点 39">
            <a:extLst>
              <a:ext uri="{FF2B5EF4-FFF2-40B4-BE49-F238E27FC236}">
                <a16:creationId xmlns:a16="http://schemas.microsoft.com/office/drawing/2014/main" id="{603BB300-B1EF-4CC8-9E85-13A3E9AF52A1}"/>
              </a:ext>
            </a:extLst>
          </p:cNvPr>
          <p:cNvSpPr/>
          <p:nvPr/>
        </p:nvSpPr>
        <p:spPr>
          <a:xfrm>
            <a:off x="3765140" y="876693"/>
            <a:ext cx="165837" cy="188535"/>
          </a:xfrm>
          <a:prstGeom prst="flowChartConnector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6</a:t>
            </a:r>
            <a:endParaRPr lang="zh-CN" altLang="en-US" sz="1200" dirty="0"/>
          </a:p>
        </p:txBody>
      </p:sp>
      <p:sp>
        <p:nvSpPr>
          <p:cNvPr id="41" name="流程图: 接点 40">
            <a:extLst>
              <a:ext uri="{FF2B5EF4-FFF2-40B4-BE49-F238E27FC236}">
                <a16:creationId xmlns:a16="http://schemas.microsoft.com/office/drawing/2014/main" id="{94A0753F-4C60-48D2-AE6B-74CD6B2225E1}"/>
              </a:ext>
            </a:extLst>
          </p:cNvPr>
          <p:cNvSpPr/>
          <p:nvPr/>
        </p:nvSpPr>
        <p:spPr>
          <a:xfrm>
            <a:off x="4431336" y="876693"/>
            <a:ext cx="165837" cy="188535"/>
          </a:xfrm>
          <a:prstGeom prst="flowChartConnector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7</a:t>
            </a:r>
            <a:endParaRPr lang="zh-CN" altLang="en-US" sz="1200" dirty="0"/>
          </a:p>
        </p:txBody>
      </p:sp>
      <p:sp>
        <p:nvSpPr>
          <p:cNvPr id="43" name="流程图: 接点 42">
            <a:extLst>
              <a:ext uri="{FF2B5EF4-FFF2-40B4-BE49-F238E27FC236}">
                <a16:creationId xmlns:a16="http://schemas.microsoft.com/office/drawing/2014/main" id="{EF1938AB-4808-48B4-8C8E-C849541FF327}"/>
              </a:ext>
            </a:extLst>
          </p:cNvPr>
          <p:cNvSpPr/>
          <p:nvPr/>
        </p:nvSpPr>
        <p:spPr>
          <a:xfrm>
            <a:off x="5058115" y="876693"/>
            <a:ext cx="165837" cy="188535"/>
          </a:xfrm>
          <a:prstGeom prst="flowChartConnector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8</a:t>
            </a:r>
            <a:endParaRPr lang="zh-CN" altLang="en-US" sz="1200" dirty="0"/>
          </a:p>
        </p:txBody>
      </p:sp>
      <p:sp>
        <p:nvSpPr>
          <p:cNvPr id="45" name="流程图: 接点 44">
            <a:extLst>
              <a:ext uri="{FF2B5EF4-FFF2-40B4-BE49-F238E27FC236}">
                <a16:creationId xmlns:a16="http://schemas.microsoft.com/office/drawing/2014/main" id="{7B52935F-A319-4231-A79F-1298797A5EDA}"/>
              </a:ext>
            </a:extLst>
          </p:cNvPr>
          <p:cNvSpPr/>
          <p:nvPr/>
        </p:nvSpPr>
        <p:spPr>
          <a:xfrm>
            <a:off x="5703973" y="876693"/>
            <a:ext cx="165837" cy="188535"/>
          </a:xfrm>
          <a:prstGeom prst="flowChartConnector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9</a:t>
            </a:r>
            <a:endParaRPr lang="zh-CN" altLang="en-US" sz="1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F860F3-0BE8-4588-AA50-2CA1C5357751}"/>
              </a:ext>
            </a:extLst>
          </p:cNvPr>
          <p:cNvSpPr txBox="1"/>
          <p:nvPr/>
        </p:nvSpPr>
        <p:spPr>
          <a:xfrm>
            <a:off x="6466787" y="942684"/>
            <a:ext cx="548262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/>
              <a:t>各项目组平台使用情况说明：</a:t>
            </a:r>
            <a:endParaRPr lang="en-US" altLang="zh-CN" sz="12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200" dirty="0"/>
              <a:t>706-DWP</a:t>
            </a:r>
            <a:r>
              <a:rPr lang="zh-CN" altLang="en-US" sz="1200" dirty="0"/>
              <a:t>：已经上线，目前暂无其他需求。</a:t>
            </a:r>
            <a:endParaRPr lang="en-US" altLang="zh-CN" sz="12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dirty="0"/>
              <a:t>内蒙智慧检务项目：该项目使用了平台核心功能以及流程审批，项目根据实际需要使用其他前端技术进行业务功能开发；</a:t>
            </a:r>
            <a:endParaRPr lang="en-US" altLang="zh-CN" sz="12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dirty="0"/>
              <a:t>北控水务集团</a:t>
            </a:r>
            <a:r>
              <a:rPr lang="en-US" altLang="zh-CN" sz="1200" dirty="0"/>
              <a:t>HR</a:t>
            </a:r>
            <a:r>
              <a:rPr lang="zh-CN" altLang="en-US" sz="1200" dirty="0"/>
              <a:t>门户：该项目属于集成类项目，该项目周边系统集成比较复杂并且设计到和</a:t>
            </a:r>
            <a:r>
              <a:rPr lang="en-US" altLang="zh-CN" sz="1200" dirty="0"/>
              <a:t>NC</a:t>
            </a:r>
            <a:r>
              <a:rPr lang="zh-CN" altLang="en-US" sz="1200" dirty="0"/>
              <a:t>系统深度融合，技术难度较大。平台组已经开始技术支持，协助项目组上线。</a:t>
            </a:r>
            <a:endParaRPr lang="en-US" altLang="zh-CN" sz="12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dirty="0"/>
              <a:t>三重一大：已经上线，客户方提出平台内置中间件升级，平台已经在新版本中完成升级。此次升级之后，</a:t>
            </a:r>
            <a:r>
              <a:rPr lang="zh-CN" altLang="en-US" sz="1200" b="1" dirty="0"/>
              <a:t>所有基于平台建设的系统均统一升级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dirty="0"/>
              <a:t>中建材信息数字化人力资源平台：已经上线，一个遗留问题未解决。</a:t>
            </a:r>
            <a:endParaRPr lang="en-US" altLang="zh-CN" sz="12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dirty="0"/>
              <a:t>中国建材集团门户：上线功能基本开发完成，目前处于调试阶段以及和其他系统集成。</a:t>
            </a:r>
            <a:r>
              <a:rPr lang="zh-CN" altLang="en-US" sz="1200" b="1" dirty="0"/>
              <a:t>已经将该项目中门户的开发内容提炼到平台中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dirty="0"/>
              <a:t>中国建材集团新人力资源系统：模块较多，开发进度较慢，</a:t>
            </a:r>
            <a:r>
              <a:rPr lang="zh-CN" altLang="en-US" sz="1200" b="1" dirty="0"/>
              <a:t>平台会提供更详细的文档和使用说明</a:t>
            </a:r>
            <a:r>
              <a:rPr lang="zh-CN" altLang="en-US" sz="1200" dirty="0"/>
              <a:t>，提高项目组人员开发效率。</a:t>
            </a:r>
            <a:endParaRPr lang="en-US" altLang="zh-CN" sz="12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dirty="0"/>
              <a:t>智能视频分析项目：平台组提供了移动端开发框架，目前提出</a:t>
            </a:r>
            <a:r>
              <a:rPr lang="en-US" altLang="zh-CN" sz="1200" dirty="0"/>
              <a:t>10</a:t>
            </a:r>
            <a:r>
              <a:rPr lang="zh-CN" altLang="en-US" sz="1200" dirty="0"/>
              <a:t>个平台优化点。</a:t>
            </a:r>
            <a:endParaRPr lang="en-US" altLang="zh-CN" sz="12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dirty="0"/>
              <a:t>中国建材集团数据交换平台：刚开始开发，平台组提供了使用指导，暂无其他使用问题。</a:t>
            </a:r>
            <a:endParaRPr lang="en-US" altLang="zh-CN" sz="1200" dirty="0"/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1BE47D-857E-4176-B093-76C7FCA19B12}"/>
              </a:ext>
            </a:extLst>
          </p:cNvPr>
          <p:cNvSpPr txBox="1"/>
          <p:nvPr/>
        </p:nvSpPr>
        <p:spPr>
          <a:xfrm>
            <a:off x="584462" y="5213023"/>
            <a:ext cx="54826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说明：目前由于平台尚不稳定，并且今年各个项目（集团门户、集团</a:t>
            </a:r>
            <a:r>
              <a:rPr lang="en-US" altLang="zh-CN" sz="1200" dirty="0">
                <a:solidFill>
                  <a:srgbClr val="FF0000"/>
                </a:solidFill>
              </a:rPr>
              <a:t>HR</a:t>
            </a:r>
            <a:r>
              <a:rPr lang="zh-CN" altLang="en-US" sz="1200" dirty="0">
                <a:solidFill>
                  <a:srgbClr val="FF0000"/>
                </a:solidFill>
              </a:rPr>
              <a:t>、北控</a:t>
            </a:r>
            <a:r>
              <a:rPr lang="en-US" altLang="zh-CN" sz="1200" dirty="0">
                <a:solidFill>
                  <a:srgbClr val="FF0000"/>
                </a:solidFill>
              </a:rPr>
              <a:t>HR</a:t>
            </a:r>
            <a:r>
              <a:rPr lang="zh-CN" altLang="en-US" sz="1200" dirty="0">
                <a:solidFill>
                  <a:srgbClr val="FF0000"/>
                </a:solidFill>
              </a:rPr>
              <a:t>）上线时间紧迫，平台组忙于保证各项目顺利上线，工作已经十分饱和。因此，尚未开展全公司项目的平台推广工作，有的项目组仍然使用自己的开发框架，后续会和各项目组进行讨论，逐步统一开发框架。全部基于公司开发平台进行项目交付，平台组会根据行业特性进行分支管理。</a:t>
            </a:r>
          </a:p>
        </p:txBody>
      </p:sp>
    </p:spTree>
    <p:extLst>
      <p:ext uri="{BB962C8B-B14F-4D97-AF65-F5344CB8AC3E}">
        <p14:creationId xmlns:p14="http://schemas.microsoft.com/office/powerpoint/2010/main" val="602037004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13659A9-C502-4C92-A57D-E9CCA25B5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92E714-8771-4256-B120-A1444CD7D5F3}" type="slidenum">
              <a:rPr lang="en-US" altLang="zh-CN" smtClean="0">
                <a:latin typeface="+mn-lt"/>
                <a:ea typeface="+mn-ea"/>
                <a:cs typeface="+mn-ea"/>
                <a:sym typeface="+mn-lt"/>
              </a:rPr>
              <a:pPr/>
              <a:t>3</a:t>
            </a:fld>
            <a:endParaRPr lang="zh-CN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A0728BE-A2DC-451C-8F09-599C9CA36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8744" y="317738"/>
            <a:ext cx="3997843" cy="369332"/>
          </a:xfr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r>
              <a:rPr kumimoji="1" altLang="en-US" dirty="0"/>
              <a:t>平台</a:t>
            </a:r>
            <a:r>
              <a:rPr kumimoji="1" lang="zh-CN" altLang="en-US" dirty="0"/>
              <a:t>运维情况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A422BFE-1B1C-4DAA-935A-E10D2B426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55" y="762897"/>
            <a:ext cx="5181865" cy="23196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6580FF0-1C40-4FAA-8282-E8CBA121B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220" y="762897"/>
            <a:ext cx="5988358" cy="26452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55F2F2F-98D1-4921-8CF3-0B9584DB95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955" y="3235602"/>
            <a:ext cx="5181866" cy="29275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3B34C6B-55F2-42FD-8F92-AA8E9627CE7F}"/>
              </a:ext>
            </a:extLst>
          </p:cNvPr>
          <p:cNvSpPr txBox="1"/>
          <p:nvPr/>
        </p:nvSpPr>
        <p:spPr>
          <a:xfrm>
            <a:off x="2648932" y="317738"/>
            <a:ext cx="5181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统计区间：</a:t>
            </a:r>
            <a:r>
              <a:rPr lang="en-US" altLang="zh-CN" dirty="0"/>
              <a:t>2019-10-08 </a:t>
            </a:r>
            <a:r>
              <a:rPr lang="zh-CN" altLang="en-US" dirty="0"/>
              <a:t>至 </a:t>
            </a:r>
            <a:r>
              <a:rPr lang="en-US" altLang="zh-CN" dirty="0"/>
              <a:t>2019-03-14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83CAEA1-9885-4ADE-99E0-C7103D2159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0856" y="3517832"/>
            <a:ext cx="5912722" cy="26452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677738745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13659A9-C502-4C92-A57D-E9CCA25B5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92E714-8771-4256-B120-A1444CD7D5F3}" type="slidenum">
              <a:rPr lang="en-US" altLang="zh-CN" smtClean="0">
                <a:latin typeface="+mn-lt"/>
                <a:ea typeface="+mn-ea"/>
                <a:cs typeface="+mn-ea"/>
                <a:sym typeface="+mn-lt"/>
              </a:rPr>
              <a:pPr/>
              <a:t>4</a:t>
            </a:fld>
            <a:endParaRPr lang="zh-CN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A0728BE-A2DC-451C-8F09-599C9CA36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8744" y="317738"/>
            <a:ext cx="3997843" cy="369332"/>
          </a:xfr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r>
              <a:rPr kumimoji="1" altLang="en-US" dirty="0"/>
              <a:t>平台</a:t>
            </a:r>
            <a:r>
              <a:rPr kumimoji="1" lang="zh-CN" altLang="en-US" dirty="0"/>
              <a:t>需求管理规范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C73B87A-5E50-4FFA-9B12-776437BA949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750" y="858603"/>
            <a:ext cx="5274310" cy="5504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5A332A7-A10B-4F1A-BD67-547DEF1856F9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973" y="858602"/>
            <a:ext cx="5274310" cy="55048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6442774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13659A9-C502-4C92-A57D-E9CCA25B5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92E714-8771-4256-B120-A1444CD7D5F3}" type="slidenum">
              <a:rPr lang="en-US" altLang="zh-CN" smtClean="0">
                <a:latin typeface="+mn-lt"/>
                <a:ea typeface="+mn-ea"/>
                <a:cs typeface="+mn-ea"/>
                <a:sym typeface="+mn-lt"/>
              </a:rPr>
              <a:pPr/>
              <a:t>5</a:t>
            </a:fld>
            <a:endParaRPr lang="zh-CN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A0728BE-A2DC-451C-8F09-599C9CA36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8744" y="317738"/>
            <a:ext cx="3997843" cy="369332"/>
          </a:xfr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r>
              <a:rPr kumimoji="1" altLang="en-US" dirty="0"/>
              <a:t>平台</a:t>
            </a:r>
            <a:r>
              <a:rPr kumimoji="1" lang="zh-CN" altLang="en-US" dirty="0"/>
              <a:t>技术支持管理规范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28DA84E-8750-4246-913B-6DD28238AC35}"/>
              </a:ext>
            </a:extLst>
          </p:cNvPr>
          <p:cNvSpPr/>
          <p:nvPr/>
        </p:nvSpPr>
        <p:spPr>
          <a:xfrm>
            <a:off x="1102936" y="847625"/>
            <a:ext cx="9719036" cy="5428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平台使用支持包含如下方式：</a:t>
            </a: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远程支持</a:t>
            </a:r>
          </a:p>
          <a:p>
            <a:pPr marL="228600" indent="266700">
              <a:lnSpc>
                <a:spcPct val="150000"/>
              </a:lnSpc>
              <a:spcAft>
                <a:spcPts val="0"/>
              </a:spcAft>
            </a:pP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qq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群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平台组人员工作日进行在线支持，工作日：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5*24</a:t>
            </a:r>
            <a:endParaRPr lang="zh-CN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28600" indent="266700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微信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平台组人员休息日进行在线支持，休息日：周六全天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24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小时，周日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点之前。</a:t>
            </a:r>
          </a:p>
          <a:p>
            <a:pPr marL="228600" indent="266700">
              <a:lnSpc>
                <a:spcPct val="150000"/>
              </a:lnSpc>
            </a:pP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电话：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7*24 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+mj-lt"/>
              <a:buAutoNum type="arabicPeriod" startAt="2"/>
            </a:pP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现场支持</a:t>
            </a:r>
          </a:p>
          <a:p>
            <a:pPr marL="228600" indent="266700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按照公司标准人天收费。</a:t>
            </a: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+mj-lt"/>
              <a:buAutoNum type="arabicPeriod" startAt="3"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VIP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支持</a:t>
            </a:r>
          </a:p>
          <a:p>
            <a:pPr marL="228600" indent="266700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需要公司领导邮件确认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+mj-lt"/>
              <a:buAutoNum type="arabicPeriod" startAt="4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定期回访</a:t>
            </a:r>
            <a:endParaRPr lang="zh-CN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28600" indent="266700">
              <a:lnSpc>
                <a:spcPct val="150000"/>
              </a:lnSpc>
              <a:spcAft>
                <a:spcPts val="0"/>
              </a:spcAft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每月定期约项目组人员了解平台使用情况以及项目组痛点问题。该项工作根据实际工作情况可能会延迟，本月访谈了中国建材集团人力资源项目组开发成员。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28600" indent="266700">
              <a:lnSpc>
                <a:spcPct val="150000"/>
              </a:lnSpc>
              <a:spcAft>
                <a:spcPts val="0"/>
              </a:spcAft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5329856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13659A9-C502-4C92-A57D-E9CCA25B5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9213" y="6534952"/>
            <a:ext cx="905435" cy="246952"/>
          </a:xfrm>
        </p:spPr>
        <p:txBody>
          <a:bodyPr/>
          <a:lstStyle/>
          <a:p>
            <a:fld id="{8592E714-8771-4256-B120-A1444CD7D5F3}" type="slidenum">
              <a:rPr lang="en-US" altLang="zh-CN" smtClean="0"/>
              <a:pPr/>
              <a:t>6</a:t>
            </a:fld>
            <a:endParaRPr lang="zh-CN"/>
          </a:p>
        </p:txBody>
      </p:sp>
      <p:sp>
        <p:nvSpPr>
          <p:cNvPr id="92" name="标题 91"/>
          <p:cNvSpPr>
            <a:spLocks noGrp="1"/>
          </p:cNvSpPr>
          <p:nvPr>
            <p:ph type="title"/>
          </p:nvPr>
        </p:nvSpPr>
        <p:spPr>
          <a:xfrm>
            <a:off x="6618261" y="326328"/>
            <a:ext cx="5331152" cy="369332"/>
          </a:xfrm>
        </p:spPr>
        <p:txBody>
          <a:bodyPr/>
          <a:lstStyle/>
          <a:p>
            <a:r>
              <a:rPr kumimoji="1" dirty="0"/>
              <a:t>平台</a:t>
            </a:r>
            <a:r>
              <a:rPr kumimoji="1" lang="zh-CN" altLang="en-US" dirty="0"/>
              <a:t>功能规划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E7ACD03-6B2C-4707-96ED-2CE667C4D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218" y="819851"/>
            <a:ext cx="11540195" cy="44497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D018709-8348-473E-9552-853A7C6152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70" y="5495846"/>
            <a:ext cx="2762392" cy="40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907100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13659A9-C502-4C92-A57D-E9CCA25B5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59757" y="6534952"/>
            <a:ext cx="905435" cy="246952"/>
          </a:xfrm>
        </p:spPr>
        <p:txBody>
          <a:bodyPr/>
          <a:lstStyle/>
          <a:p>
            <a:fld id="{8592E714-8771-4256-B120-A1444CD7D5F3}" type="slidenum">
              <a:rPr lang="en-US" altLang="zh-CN" smtClean="0"/>
              <a:pPr/>
              <a:t>7</a:t>
            </a:fld>
            <a:endParaRPr lang="zh-CN"/>
          </a:p>
        </p:txBody>
      </p:sp>
      <p:sp>
        <p:nvSpPr>
          <p:cNvPr id="92" name="标题 91"/>
          <p:cNvSpPr>
            <a:spLocks noGrp="1"/>
          </p:cNvSpPr>
          <p:nvPr>
            <p:ph type="title"/>
          </p:nvPr>
        </p:nvSpPr>
        <p:spPr>
          <a:xfrm>
            <a:off x="6618261" y="326328"/>
            <a:ext cx="5331152" cy="369332"/>
          </a:xfrm>
        </p:spPr>
        <p:txBody>
          <a:bodyPr/>
          <a:lstStyle/>
          <a:p>
            <a:r>
              <a:rPr kumimoji="1" altLang="en-US" dirty="0"/>
              <a:t>平台</a:t>
            </a:r>
            <a:r>
              <a:rPr kumimoji="1" lang="zh-CN" altLang="en-US" dirty="0"/>
              <a:t>定位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1812C4A-4020-4C4B-993F-16BC27E17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75" y="671886"/>
            <a:ext cx="11095482" cy="369558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D41D389-5812-4DAD-A6AE-92D84C3F8410}"/>
              </a:ext>
            </a:extLst>
          </p:cNvPr>
          <p:cNvSpPr txBox="1"/>
          <p:nvPr/>
        </p:nvSpPr>
        <p:spPr>
          <a:xfrm>
            <a:off x="763571" y="4506011"/>
            <a:ext cx="4628561" cy="167520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一阶段定位和目标：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b="1" dirty="0"/>
              <a:t>定位：</a:t>
            </a:r>
            <a:r>
              <a:rPr lang="zh-CN" altLang="en-US" sz="1400" dirty="0"/>
              <a:t>公司内部所有对外</a:t>
            </a:r>
            <a:r>
              <a:rPr lang="en-US" altLang="zh-CN" sz="1400" dirty="0"/>
              <a:t>IT </a:t>
            </a:r>
            <a:r>
              <a:rPr lang="zh-CN" altLang="en-US" sz="1400" dirty="0"/>
              <a:t>系统建设平台，抽象共用部分     和通用部分功能，为公司实施的项目保驾护航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b="1" dirty="0"/>
              <a:t>目标：</a:t>
            </a:r>
            <a:r>
              <a:rPr lang="zh-CN" altLang="en-US" sz="1400" dirty="0"/>
              <a:t>聚焦企业信息化软件开发必要能力，提供核心功能、工作流、移动端、代码生成器、报表等组件。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4A82A0C-C047-4A86-BAA1-F616A26E6387}"/>
              </a:ext>
            </a:extLst>
          </p:cNvPr>
          <p:cNvSpPr txBox="1"/>
          <p:nvPr/>
        </p:nvSpPr>
        <p:spPr>
          <a:xfrm>
            <a:off x="6801458" y="4486782"/>
            <a:ext cx="5217717" cy="167520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二阶段定位和目标：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b="1" dirty="0"/>
              <a:t>定位</a:t>
            </a:r>
            <a:r>
              <a:rPr lang="zh-CN" altLang="en-US" sz="1400" dirty="0"/>
              <a:t>：企业信息化开发平台。企业可以基于该平台快速搭建适合本企业的服务中台，沉淀企业流程和数据资产。加快企业信息化转型。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b="1" dirty="0"/>
              <a:t>目标</a:t>
            </a:r>
            <a:r>
              <a:rPr lang="zh-CN" altLang="en-US" sz="1400" dirty="0"/>
              <a:t>：平台产品化。作为产品独立面向市场，采用灵活定价体系。</a:t>
            </a:r>
            <a:endParaRPr lang="en-US" altLang="zh-CN" sz="1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1CDDB9-25ED-478D-BD9E-691B37132E68}"/>
              </a:ext>
            </a:extLst>
          </p:cNvPr>
          <p:cNvSpPr/>
          <p:nvPr/>
        </p:nvSpPr>
        <p:spPr>
          <a:xfrm>
            <a:off x="1989310" y="910416"/>
            <a:ext cx="2205872" cy="452486"/>
          </a:xfrm>
          <a:prstGeom prst="rect">
            <a:avLst/>
          </a:prstGeom>
          <a:noFill/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78E5A96-212F-486D-A5B2-F544BD353A8A}"/>
              </a:ext>
            </a:extLst>
          </p:cNvPr>
          <p:cNvSpPr/>
          <p:nvPr/>
        </p:nvSpPr>
        <p:spPr>
          <a:xfrm>
            <a:off x="4357010" y="911984"/>
            <a:ext cx="2205872" cy="452486"/>
          </a:xfrm>
          <a:prstGeom prst="rect">
            <a:avLst/>
          </a:prstGeom>
          <a:noFill/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A7E0040-0EBD-4EAD-9F1E-CF3890B1602D}"/>
              </a:ext>
            </a:extLst>
          </p:cNvPr>
          <p:cNvSpPr/>
          <p:nvPr/>
        </p:nvSpPr>
        <p:spPr>
          <a:xfrm>
            <a:off x="6751413" y="911987"/>
            <a:ext cx="4589032" cy="452486"/>
          </a:xfrm>
          <a:prstGeom prst="rect">
            <a:avLst/>
          </a:prstGeom>
          <a:noFill/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315907100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13659A9-C502-4C92-A57D-E9CCA25B5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59757" y="6365266"/>
            <a:ext cx="905435" cy="246952"/>
          </a:xfrm>
        </p:spPr>
        <p:txBody>
          <a:bodyPr/>
          <a:lstStyle/>
          <a:p>
            <a:fld id="{8592E714-8771-4256-B120-A1444CD7D5F3}" type="slidenum">
              <a:rPr lang="en-US" altLang="zh-CN" smtClean="0"/>
              <a:pPr/>
              <a:t>8</a:t>
            </a:fld>
            <a:endParaRPr lang="zh-CN"/>
          </a:p>
        </p:txBody>
      </p:sp>
      <p:sp>
        <p:nvSpPr>
          <p:cNvPr id="92" name="标题 91"/>
          <p:cNvSpPr>
            <a:spLocks noGrp="1"/>
          </p:cNvSpPr>
          <p:nvPr>
            <p:ph type="title"/>
          </p:nvPr>
        </p:nvSpPr>
        <p:spPr>
          <a:xfrm>
            <a:off x="6618261" y="326328"/>
            <a:ext cx="5331152" cy="369332"/>
          </a:xfrm>
        </p:spPr>
        <p:txBody>
          <a:bodyPr/>
          <a:lstStyle/>
          <a:p>
            <a:r>
              <a:rPr kumimoji="1" lang="zh-CN" altLang="en-US" dirty="0"/>
              <a:t>竞品分析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41D389-5812-4DAD-A6AE-92D84C3F8410}"/>
              </a:ext>
            </a:extLst>
          </p:cNvPr>
          <p:cNvSpPr txBox="1"/>
          <p:nvPr/>
        </p:nvSpPr>
        <p:spPr>
          <a:xfrm>
            <a:off x="556180" y="763566"/>
            <a:ext cx="4628561" cy="2213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dirty="0"/>
              <a:t>普元：</a:t>
            </a:r>
            <a:endParaRPr lang="en-US" altLang="zh-CN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/>
              <a:t>闭源，不提供源码。企业购买之后绑定厂商；</a:t>
            </a:r>
            <a:endParaRPr lang="en-US" altLang="zh-CN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/>
              <a:t>应用效果差，经了解多数企业购买之后短期内效果明显，但是随着企业精细化管理，对</a:t>
            </a:r>
            <a:r>
              <a:rPr lang="en-US" altLang="zh-CN" sz="1400" dirty="0"/>
              <a:t>IT</a:t>
            </a:r>
            <a:r>
              <a:rPr lang="zh-CN" altLang="en-US" sz="1400" dirty="0"/>
              <a:t>系统的要求不断提高，普元平台由于无法进行二次开发很难满足企业快速发展的需要；</a:t>
            </a:r>
            <a:endParaRPr lang="en-US" altLang="zh-CN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/>
              <a:t>投入巨大，开发团队</a:t>
            </a:r>
            <a:r>
              <a:rPr lang="en-US" altLang="zh-CN" sz="1400" dirty="0"/>
              <a:t>100</a:t>
            </a:r>
            <a:r>
              <a:rPr lang="zh-CN" altLang="en-US" sz="1400" dirty="0"/>
              <a:t>人以上；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4A82A0C-C047-4A86-BAA1-F616A26E6387}"/>
              </a:ext>
            </a:extLst>
          </p:cNvPr>
          <p:cNvSpPr txBox="1"/>
          <p:nvPr/>
        </p:nvSpPr>
        <p:spPr>
          <a:xfrm>
            <a:off x="6094447" y="2167787"/>
            <a:ext cx="5852619" cy="25369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dirty="0"/>
              <a:t>我们的优势：</a:t>
            </a:r>
            <a:endParaRPr lang="en-US" altLang="zh-CN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/>
              <a:t>具备企业软件应用开发的所有必要能力，例如：内置门户、基础功能、流程审批、移动端开发、代码生成等；</a:t>
            </a:r>
            <a:endParaRPr lang="en-US" altLang="zh-CN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/>
              <a:t>完全基于开源组件进行底层架构搭建，基于前后端分离和微服务架构；</a:t>
            </a:r>
            <a:endParaRPr lang="en-US" altLang="zh-CN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/>
              <a:t>一旦购买，全源码交付，企业只需承担产品一次性购买费用、培训和现场支持费用；</a:t>
            </a:r>
            <a:endParaRPr lang="en-US" altLang="zh-CN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/>
              <a:t>终身免费提供软件升级，企业可以自行选择是否升级即可；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50124B-ACEB-4388-8D3F-8C703AC1946A}"/>
              </a:ext>
            </a:extLst>
          </p:cNvPr>
          <p:cNvSpPr txBox="1"/>
          <p:nvPr/>
        </p:nvSpPr>
        <p:spPr>
          <a:xfrm>
            <a:off x="556179" y="3121838"/>
            <a:ext cx="4628561" cy="156748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dirty="0"/>
              <a:t>泛微：</a:t>
            </a:r>
            <a:endParaRPr lang="en-US" altLang="zh-CN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/>
              <a:t>闭源，不提供源码。重点聚焦</a:t>
            </a:r>
            <a:r>
              <a:rPr lang="en-US" altLang="zh-CN" sz="1400" dirty="0"/>
              <a:t>OA</a:t>
            </a:r>
            <a:r>
              <a:rPr lang="zh-CN" altLang="en-US" sz="1400" dirty="0"/>
              <a:t>。</a:t>
            </a:r>
            <a:endParaRPr lang="en-US" altLang="zh-CN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/>
              <a:t>不属于开发平台，只能满足企业某一类需求，不具备企业应用服务中台建设的能力；</a:t>
            </a:r>
            <a:endParaRPr lang="en-US" altLang="zh-CN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/>
              <a:t>深度聚焦</a:t>
            </a:r>
            <a:r>
              <a:rPr lang="en-US" altLang="zh-CN" sz="1400" dirty="0"/>
              <a:t>OA</a:t>
            </a:r>
            <a:r>
              <a:rPr lang="zh-CN" altLang="en-US" sz="1400" dirty="0"/>
              <a:t>领域，既是有点也是缺点；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599F6F0-7F3C-4329-A303-DCF33AC123A0}"/>
              </a:ext>
            </a:extLst>
          </p:cNvPr>
          <p:cNvSpPr txBox="1"/>
          <p:nvPr/>
        </p:nvSpPr>
        <p:spPr>
          <a:xfrm>
            <a:off x="6096794" y="763566"/>
            <a:ext cx="5852619" cy="124431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400" dirty="0" err="1"/>
              <a:t>ibz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/>
              <a:t>闭源，不提供源码。投入巨大，开发周期长。</a:t>
            </a:r>
            <a:endParaRPr lang="en-US" altLang="zh-CN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/>
              <a:t>不属于微服务架构，面对复杂多变的集团企业能力不足；</a:t>
            </a:r>
            <a:endParaRPr lang="en-US" altLang="zh-CN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/>
              <a:t>低代码平台，操作十分复杂，学习门槛高，无法形成自己产品；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A4B908-8309-400E-ACA9-4291D9E5C9B3}"/>
              </a:ext>
            </a:extLst>
          </p:cNvPr>
          <p:cNvSpPr txBox="1"/>
          <p:nvPr/>
        </p:nvSpPr>
        <p:spPr>
          <a:xfrm>
            <a:off x="556179" y="4912857"/>
            <a:ext cx="11491277" cy="160043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备注：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dirty="0"/>
              <a:t>目前</a:t>
            </a:r>
            <a:r>
              <a:rPr lang="en-US" altLang="zh-CN" sz="1400" dirty="0"/>
              <a:t>IT</a:t>
            </a:r>
            <a:r>
              <a:rPr lang="zh-CN" altLang="en-US" sz="1400" dirty="0"/>
              <a:t>软件产品市场细分领域非常多，例如：流程引擎有泛微，移动端门户有钉钉、企业微信等，报表平台有</a:t>
            </a:r>
            <a:r>
              <a:rPr lang="en-US" altLang="zh-CN" sz="1400" dirty="0" err="1"/>
              <a:t>SmartBI</a:t>
            </a:r>
            <a:r>
              <a:rPr lang="zh-CN" altLang="en-US" sz="1400" dirty="0"/>
              <a:t>。这些龙头企业在细分领域已经占据了大部分市场，因此我们的平台产品不建议在这些细分领域和他们进行竞争。我们通过综合能力聚焦为企业信息化、数字化转型赋能，通过更小的成本以及培训使得企业自己 具备更大的</a:t>
            </a:r>
            <a:r>
              <a:rPr lang="en-US" altLang="zh-CN" sz="1400" dirty="0"/>
              <a:t>IT</a:t>
            </a:r>
            <a:r>
              <a:rPr lang="zh-CN" altLang="en-US" sz="1400" dirty="0"/>
              <a:t>建设能力。</a:t>
            </a:r>
            <a:endParaRPr lang="en-US" altLang="zh-CN" sz="1400" dirty="0"/>
          </a:p>
          <a:p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70935368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13659A9-C502-4C92-A57D-E9CCA25B5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59757" y="6365266"/>
            <a:ext cx="905435" cy="246952"/>
          </a:xfrm>
        </p:spPr>
        <p:txBody>
          <a:bodyPr/>
          <a:lstStyle/>
          <a:p>
            <a:fld id="{8592E714-8771-4256-B120-A1444CD7D5F3}" type="slidenum">
              <a:rPr lang="en-US" altLang="zh-CN" smtClean="0"/>
              <a:pPr/>
              <a:t>9</a:t>
            </a:fld>
            <a:endParaRPr lang="zh-CN"/>
          </a:p>
        </p:txBody>
      </p:sp>
      <p:sp>
        <p:nvSpPr>
          <p:cNvPr id="92" name="标题 91"/>
          <p:cNvSpPr>
            <a:spLocks noGrp="1"/>
          </p:cNvSpPr>
          <p:nvPr>
            <p:ph type="title"/>
          </p:nvPr>
        </p:nvSpPr>
        <p:spPr>
          <a:xfrm>
            <a:off x="6618261" y="326328"/>
            <a:ext cx="5331152" cy="369332"/>
          </a:xfrm>
        </p:spPr>
        <p:txBody>
          <a:bodyPr/>
          <a:lstStyle/>
          <a:p>
            <a:r>
              <a:rPr kumimoji="1" lang="zh-CN" altLang="en-US" dirty="0"/>
              <a:t>平台考核</a:t>
            </a:r>
            <a:endParaRPr lang="zh-CN" altLang="en-US" dirty="0"/>
          </a:p>
        </p:txBody>
      </p:sp>
      <p:graphicFrame>
        <p:nvGraphicFramePr>
          <p:cNvPr id="20" name="表格 20">
            <a:extLst>
              <a:ext uri="{FF2B5EF4-FFF2-40B4-BE49-F238E27FC236}">
                <a16:creationId xmlns:a16="http://schemas.microsoft.com/office/drawing/2014/main" id="{8B3F9999-B4FA-41F1-8C7B-6F02FE9CBB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925053"/>
              </p:ext>
            </p:extLst>
          </p:nvPr>
        </p:nvGraphicFramePr>
        <p:xfrm>
          <a:off x="424206" y="899932"/>
          <a:ext cx="11161334" cy="47885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0445">
                  <a:extLst>
                    <a:ext uri="{9D8B030D-6E8A-4147-A177-3AD203B41FA5}">
                      <a16:colId xmlns:a16="http://schemas.microsoft.com/office/drawing/2014/main" val="4281279489"/>
                    </a:ext>
                  </a:extLst>
                </a:gridCol>
                <a:gridCol w="2191006">
                  <a:extLst>
                    <a:ext uri="{9D8B030D-6E8A-4147-A177-3AD203B41FA5}">
                      <a16:colId xmlns:a16="http://schemas.microsoft.com/office/drawing/2014/main" val="1199891788"/>
                    </a:ext>
                  </a:extLst>
                </a:gridCol>
                <a:gridCol w="5249883">
                  <a:extLst>
                    <a:ext uri="{9D8B030D-6E8A-4147-A177-3AD203B41FA5}">
                      <a16:colId xmlns:a16="http://schemas.microsoft.com/office/drawing/2014/main" val="3052207480"/>
                    </a:ext>
                  </a:extLst>
                </a:gridCol>
              </a:tblGrid>
              <a:tr h="457935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考核指标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指标值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273601"/>
                  </a:ext>
                </a:extLst>
              </a:tr>
              <a:tr h="60290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/>
                        <a:t>基于平台成功上线项目数量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/>
                        <a:t>中建材信息数字化人力资源平台、三重一大、公益诉讼、</a:t>
                      </a:r>
                      <a:r>
                        <a:rPr lang="en-US" altLang="zh-CN" sz="1600" dirty="0"/>
                        <a:t>706DWP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567973"/>
                  </a:ext>
                </a:extLst>
              </a:tr>
              <a:tr h="50650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/>
                        <a:t>基于平台实施失败项目数量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/>
                        <a:t>内部</a:t>
                      </a:r>
                      <a:r>
                        <a:rPr lang="en-US" altLang="zh-CN" sz="1600" dirty="0"/>
                        <a:t>portal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93826"/>
                  </a:ext>
                </a:extLst>
              </a:tr>
              <a:tr h="50650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/>
                        <a:t>平台被项目组投诉数量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/>
                        <a:t>三重一大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182209"/>
                  </a:ext>
                </a:extLst>
              </a:tr>
              <a:tr h="50650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/>
                        <a:t>平台被项目组表扬数量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/>
                        <a:t>公益诉讼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399708"/>
                  </a:ext>
                </a:extLst>
              </a:tr>
              <a:tr h="50650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/>
                        <a:t>平台</a:t>
                      </a:r>
                      <a:r>
                        <a:rPr lang="en-US" altLang="zh-CN" sz="1600" dirty="0"/>
                        <a:t>bug</a:t>
                      </a:r>
                      <a:r>
                        <a:rPr lang="zh-CN" altLang="en-US" sz="1600" dirty="0"/>
                        <a:t>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/>
                        <a:t>27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812311"/>
                  </a:ext>
                </a:extLst>
              </a:tr>
              <a:tr h="50650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/>
                        <a:t>平台发布周期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/>
                        <a:t>1-2</a:t>
                      </a:r>
                      <a:r>
                        <a:rPr lang="zh-CN" altLang="en-US" sz="1600" dirty="0"/>
                        <a:t>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061885"/>
                  </a:ext>
                </a:extLst>
              </a:tr>
              <a:tr h="50650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/>
                        <a:t>平台操作文档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/>
                        <a:t>10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906289"/>
                  </a:ext>
                </a:extLst>
              </a:tr>
              <a:tr h="50650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/>
                        <a:t>平台组件用例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/>
                        <a:t>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平台欠缺部分，后续会逐步优化，方便开发人员使用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169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0419449"/>
      </p:ext>
    </p:extLst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13659A9-C502-4C92-A57D-E9CCA25B5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59757" y="6365266"/>
            <a:ext cx="905435" cy="246952"/>
          </a:xfrm>
        </p:spPr>
        <p:txBody>
          <a:bodyPr/>
          <a:lstStyle/>
          <a:p>
            <a:fld id="{8592E714-8771-4256-B120-A1444CD7D5F3}" type="slidenum">
              <a:rPr lang="en-US" altLang="zh-CN" smtClean="0"/>
              <a:pPr/>
              <a:t>10</a:t>
            </a:fld>
            <a:endParaRPr lang="zh-CN"/>
          </a:p>
        </p:txBody>
      </p:sp>
      <p:sp>
        <p:nvSpPr>
          <p:cNvPr id="92" name="标题 91"/>
          <p:cNvSpPr>
            <a:spLocks noGrp="1"/>
          </p:cNvSpPr>
          <p:nvPr>
            <p:ph type="title"/>
          </p:nvPr>
        </p:nvSpPr>
        <p:spPr>
          <a:xfrm>
            <a:off x="6618261" y="326328"/>
            <a:ext cx="5331152" cy="369332"/>
          </a:xfrm>
        </p:spPr>
        <p:txBody>
          <a:bodyPr/>
          <a:lstStyle/>
          <a:p>
            <a:r>
              <a:rPr kumimoji="1" lang="zh-CN" altLang="en-US" dirty="0"/>
              <a:t>平台价值</a:t>
            </a:r>
            <a:endParaRPr lang="zh-CN" altLang="en-US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A332FBA-6694-407F-9C5C-84427EDECFEA}"/>
              </a:ext>
            </a:extLst>
          </p:cNvPr>
          <p:cNvSpPr/>
          <p:nvPr/>
        </p:nvSpPr>
        <p:spPr>
          <a:xfrm>
            <a:off x="716443" y="838976"/>
            <a:ext cx="1513938" cy="8578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平台内置功能</a:t>
            </a:r>
            <a:endParaRPr lang="en-US" altLang="zh-CN" sz="1400" dirty="0"/>
          </a:p>
          <a:p>
            <a:pPr algn="ctr"/>
            <a:r>
              <a:rPr lang="zh-CN" altLang="en-US" sz="1400" dirty="0"/>
              <a:t>数量：</a:t>
            </a:r>
            <a:r>
              <a:rPr lang="en-US" altLang="zh-CN" sz="1400" dirty="0"/>
              <a:t>20</a:t>
            </a:r>
          </a:p>
          <a:p>
            <a:pPr algn="ctr"/>
            <a:r>
              <a:rPr lang="zh-CN" altLang="en-US" sz="1400" dirty="0"/>
              <a:t>人天：</a:t>
            </a:r>
            <a:r>
              <a:rPr lang="en-US" altLang="zh-CN" sz="1400" dirty="0"/>
              <a:t>60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76466ED-6369-4816-A006-E96AFB212020}"/>
              </a:ext>
            </a:extLst>
          </p:cNvPr>
          <p:cNvSpPr/>
          <p:nvPr/>
        </p:nvSpPr>
        <p:spPr>
          <a:xfrm>
            <a:off x="2432117" y="838975"/>
            <a:ext cx="1513938" cy="8578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流程内置功能</a:t>
            </a:r>
            <a:endParaRPr lang="en-US" altLang="zh-CN" sz="1400" dirty="0"/>
          </a:p>
          <a:p>
            <a:pPr algn="ctr"/>
            <a:r>
              <a:rPr lang="zh-CN" altLang="en-US" sz="1400" dirty="0"/>
              <a:t>数量：</a:t>
            </a:r>
            <a:r>
              <a:rPr lang="en-US" altLang="zh-CN" sz="1400" dirty="0"/>
              <a:t>15</a:t>
            </a:r>
          </a:p>
          <a:p>
            <a:pPr algn="ctr"/>
            <a:r>
              <a:rPr lang="zh-CN" altLang="en-US" sz="1400" dirty="0"/>
              <a:t>人天：</a:t>
            </a:r>
            <a:r>
              <a:rPr lang="en-US" altLang="zh-CN" sz="1400" dirty="0"/>
              <a:t>60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58B3681-9FDB-4A78-8F70-75721685C5CE}"/>
              </a:ext>
            </a:extLst>
          </p:cNvPr>
          <p:cNvSpPr/>
          <p:nvPr/>
        </p:nvSpPr>
        <p:spPr>
          <a:xfrm>
            <a:off x="4138369" y="838974"/>
            <a:ext cx="1513938" cy="8578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移动端内置功能</a:t>
            </a:r>
            <a:endParaRPr lang="en-US" altLang="zh-CN" sz="1400" dirty="0"/>
          </a:p>
          <a:p>
            <a:pPr algn="ctr"/>
            <a:r>
              <a:rPr lang="zh-CN" altLang="en-US" sz="1400" dirty="0"/>
              <a:t>数量：</a:t>
            </a:r>
            <a:r>
              <a:rPr lang="en-US" altLang="zh-CN" sz="1400" dirty="0"/>
              <a:t>10</a:t>
            </a:r>
          </a:p>
          <a:p>
            <a:pPr algn="ctr"/>
            <a:r>
              <a:rPr lang="zh-CN" altLang="en-US" sz="1400" dirty="0"/>
              <a:t>人天：</a:t>
            </a:r>
            <a:r>
              <a:rPr lang="en-US" altLang="zh-CN" sz="1400" dirty="0"/>
              <a:t>20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11AAE5E-505B-4175-801D-220382219198}"/>
              </a:ext>
            </a:extLst>
          </p:cNvPr>
          <p:cNvSpPr/>
          <p:nvPr/>
        </p:nvSpPr>
        <p:spPr>
          <a:xfrm>
            <a:off x="687875" y="3140685"/>
            <a:ext cx="5030419" cy="85783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成本价值：</a:t>
            </a:r>
            <a:r>
              <a:rPr lang="zh-CN" altLang="en-US" sz="1400" dirty="0"/>
              <a:t>平台基础功能</a:t>
            </a:r>
            <a:r>
              <a:rPr lang="en-US" altLang="zh-CN" sz="1400" dirty="0"/>
              <a:t>+</a:t>
            </a:r>
            <a:r>
              <a:rPr lang="zh-CN" altLang="en-US" sz="1400" dirty="0"/>
              <a:t>通用功能共计</a:t>
            </a:r>
            <a:r>
              <a:rPr lang="en-US" altLang="zh-CN" sz="1400" dirty="0"/>
              <a:t>140</a:t>
            </a:r>
            <a:r>
              <a:rPr lang="zh-CN" altLang="en-US" sz="1400" dirty="0"/>
              <a:t>人天，平台通过内置的功能可以防止每个项目上的重复投入，节省项目实施成本，保证项目交付质量。</a:t>
            </a:r>
            <a:endParaRPr lang="en-US" altLang="zh-CN" sz="1400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33865F5-B6A4-4A16-AFF9-4B293350D3D0}"/>
              </a:ext>
            </a:extLst>
          </p:cNvPr>
          <p:cNvSpPr/>
          <p:nvPr/>
        </p:nvSpPr>
        <p:spPr>
          <a:xfrm>
            <a:off x="687875" y="4330031"/>
            <a:ext cx="5030419" cy="85783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代码价值：</a:t>
            </a:r>
            <a:r>
              <a:rPr lang="zh-CN" altLang="en-US" sz="1400" dirty="0"/>
              <a:t>统一技术框架有利于各项目之间人员调配，有利于功能移植以及技术沉淀。提高开发效率</a:t>
            </a:r>
            <a:endParaRPr lang="en-US" altLang="zh-CN" sz="1400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314C12A-CE9D-48B9-AC6D-95C8F2DF0DCD}"/>
              </a:ext>
            </a:extLst>
          </p:cNvPr>
          <p:cNvSpPr/>
          <p:nvPr/>
        </p:nvSpPr>
        <p:spPr>
          <a:xfrm>
            <a:off x="687874" y="1959670"/>
            <a:ext cx="5030419" cy="85783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管理价值：</a:t>
            </a:r>
            <a:r>
              <a:rPr lang="zh-CN" altLang="en-US" sz="1400" dirty="0"/>
              <a:t>防止项目组人员大量变化导致的项目搁浅。降低公司软件项目的交付风险。</a:t>
            </a:r>
            <a:endParaRPr lang="en-US" altLang="zh-CN" sz="1400" dirty="0"/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31E2A9CC-A523-4DC7-86D8-24D3CC9B5DB9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5718294" y="3429000"/>
            <a:ext cx="1446077" cy="13299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B7D22418-6FDF-4637-BCF2-16386199B1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500594"/>
              </p:ext>
            </p:extLst>
          </p:nvPr>
        </p:nvGraphicFramePr>
        <p:xfrm>
          <a:off x="7239847" y="1018094"/>
          <a:ext cx="4826462" cy="4044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1217">
                  <a:extLst>
                    <a:ext uri="{9D8B030D-6E8A-4147-A177-3AD203B41FA5}">
                      <a16:colId xmlns:a16="http://schemas.microsoft.com/office/drawing/2014/main" val="524958248"/>
                    </a:ext>
                  </a:extLst>
                </a:gridCol>
                <a:gridCol w="2191391">
                  <a:extLst>
                    <a:ext uri="{9D8B030D-6E8A-4147-A177-3AD203B41FA5}">
                      <a16:colId xmlns:a16="http://schemas.microsoft.com/office/drawing/2014/main" val="500587144"/>
                    </a:ext>
                  </a:extLst>
                </a:gridCol>
                <a:gridCol w="1833854">
                  <a:extLst>
                    <a:ext uri="{9D8B030D-6E8A-4147-A177-3AD203B41FA5}">
                      <a16:colId xmlns:a16="http://schemas.microsoft.com/office/drawing/2014/main" val="3737098177"/>
                    </a:ext>
                  </a:extLst>
                </a:gridCol>
              </a:tblGrid>
              <a:tr h="1011025"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单表</a:t>
                      </a:r>
                      <a:r>
                        <a:rPr lang="en-US" altLang="zh-CN" sz="1200" u="none" strike="noStrike" dirty="0">
                          <a:effectLst/>
                        </a:rPr>
                        <a:t>+</a:t>
                      </a:r>
                      <a:r>
                        <a:rPr lang="zh-CN" altLang="en-US" sz="1200" u="none" strike="noStrike" dirty="0">
                          <a:effectLst/>
                        </a:rPr>
                        <a:t>流程审批</a:t>
                      </a:r>
                      <a:endParaRPr lang="en-US" altLang="zh-CN" sz="12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</a:rPr>
                        <a:t>【10</a:t>
                      </a:r>
                      <a:r>
                        <a:rPr lang="zh-CN" altLang="en-US" sz="1200" u="none" strike="noStrike" dirty="0">
                          <a:effectLst/>
                        </a:rPr>
                        <a:t>个节点，分别是会签、自审批、退回、征询、转发、撤销、取回、前后加签</a:t>
                      </a:r>
                      <a:r>
                        <a:rPr lang="en-US" altLang="zh-CN" sz="1200" u="none" strike="noStrike" dirty="0">
                          <a:effectLst/>
                        </a:rPr>
                        <a:t>】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一对多</a:t>
                      </a:r>
                      <a:r>
                        <a:rPr lang="en-US" altLang="zh-CN" sz="1200" u="none" strike="noStrike" dirty="0">
                          <a:effectLst/>
                        </a:rPr>
                        <a:t>+</a:t>
                      </a:r>
                      <a:r>
                        <a:rPr lang="zh-CN" altLang="en-US" sz="1200" u="none" strike="noStrike" dirty="0">
                          <a:effectLst/>
                        </a:rPr>
                        <a:t>流程审批</a:t>
                      </a:r>
                      <a:endParaRPr lang="en-US" altLang="zh-CN" sz="12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</a:rPr>
                        <a:t>【10</a:t>
                      </a:r>
                      <a:r>
                        <a:rPr lang="zh-CN" altLang="en-US" sz="1200" u="none" strike="noStrike" dirty="0">
                          <a:effectLst/>
                        </a:rPr>
                        <a:t>个节点，分别是会签、自审批、退回、征询、转发、撤销、取回、前后加签</a:t>
                      </a:r>
                      <a:r>
                        <a:rPr lang="en-US" altLang="zh-CN" sz="1200" u="none" strike="noStrike" dirty="0">
                          <a:effectLst/>
                        </a:rPr>
                        <a:t>】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10939091"/>
                  </a:ext>
                </a:extLst>
              </a:tr>
              <a:tr h="10110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普通开发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>
                          <a:effectLst/>
                        </a:rPr>
                        <a:t>3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>
                          <a:effectLst/>
                        </a:rPr>
                        <a:t>4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92618642"/>
                  </a:ext>
                </a:extLst>
              </a:tr>
              <a:tr h="10110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基于平台开发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>
                          <a:effectLst/>
                        </a:rPr>
                        <a:t>2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>
                          <a:effectLst/>
                        </a:rPr>
                        <a:t>2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98229149"/>
                  </a:ext>
                </a:extLst>
              </a:tr>
              <a:tr h="10110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</a:rPr>
                        <a:t>效率提升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>
                          <a:effectLst/>
                        </a:rPr>
                        <a:t>30%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>
                          <a:effectLst/>
                        </a:rPr>
                        <a:t>50%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04152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6305090"/>
      </p:ext>
    </p:extLst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13659A9-C502-4C92-A57D-E9CCA25B5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59757" y="6534952"/>
            <a:ext cx="905435" cy="246952"/>
          </a:xfrm>
        </p:spPr>
        <p:txBody>
          <a:bodyPr/>
          <a:lstStyle/>
          <a:p>
            <a:fld id="{8592E714-8771-4256-B120-A1444CD7D5F3}" type="slidenum">
              <a:rPr lang="en-US" altLang="zh-CN" smtClean="0"/>
              <a:pPr/>
              <a:t>11</a:t>
            </a:fld>
            <a:endParaRPr lang="zh-CN"/>
          </a:p>
        </p:txBody>
      </p:sp>
      <p:sp>
        <p:nvSpPr>
          <p:cNvPr id="92" name="标题 91"/>
          <p:cNvSpPr>
            <a:spLocks noGrp="1"/>
          </p:cNvSpPr>
          <p:nvPr>
            <p:ph type="title"/>
          </p:nvPr>
        </p:nvSpPr>
        <p:spPr>
          <a:xfrm>
            <a:off x="6618261" y="326328"/>
            <a:ext cx="5331152" cy="369332"/>
          </a:xfrm>
        </p:spPr>
        <p:txBody>
          <a:bodyPr/>
          <a:lstStyle/>
          <a:p>
            <a:r>
              <a:rPr kumimoji="1" altLang="en-US" dirty="0"/>
              <a:t>平台</a:t>
            </a:r>
            <a:r>
              <a:rPr kumimoji="1" lang="zh-CN" altLang="en-US" dirty="0"/>
              <a:t>开发进度</a:t>
            </a:r>
            <a:endParaRPr lang="zh-CN" altLang="en-US" dirty="0"/>
          </a:p>
        </p:txBody>
      </p:sp>
      <p:grpSp>
        <p:nvGrpSpPr>
          <p:cNvPr id="4" name="组合 31">
            <a:extLst>
              <a:ext uri="{FF2B5EF4-FFF2-40B4-BE49-F238E27FC236}">
                <a16:creationId xmlns:a16="http://schemas.microsoft.com/office/drawing/2014/main" id="{BFAD5DA2-84C1-4184-98EA-E71E0512EEB9}"/>
              </a:ext>
            </a:extLst>
          </p:cNvPr>
          <p:cNvGrpSpPr/>
          <p:nvPr/>
        </p:nvGrpSpPr>
        <p:grpSpPr>
          <a:xfrm>
            <a:off x="858982" y="796173"/>
            <a:ext cx="10261600" cy="5305632"/>
            <a:chOff x="499739" y="771588"/>
            <a:chExt cx="9505950" cy="4745001"/>
          </a:xfrm>
        </p:grpSpPr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ADFC630E-1EBD-4229-BC05-174B75F9BB10}"/>
                </a:ext>
              </a:extLst>
            </p:cNvPr>
            <p:cNvSpPr/>
            <p:nvPr/>
          </p:nvSpPr>
          <p:spPr>
            <a:xfrm>
              <a:off x="779139" y="1041116"/>
              <a:ext cx="8664575" cy="2604365"/>
            </a:xfrm>
            <a:prstGeom prst="swooshArrow">
              <a:avLst>
                <a:gd name="adj1" fmla="val 22619"/>
                <a:gd name="adj2" fmla="val 25000"/>
              </a:avLst>
            </a:prstGeom>
            <a:solidFill>
              <a:srgbClr val="002776">
                <a:lumMod val="40000"/>
                <a:lumOff val="60000"/>
                <a:alpha val="18000"/>
              </a:srgbClr>
            </a:solidFill>
            <a:ln>
              <a:noFill/>
            </a:ln>
            <a:effectLst/>
          </p:spPr>
        </p:sp>
        <p:sp>
          <p:nvSpPr>
            <p:cNvPr id="6" name="Text Box 8">
              <a:extLst>
                <a:ext uri="{FF2B5EF4-FFF2-40B4-BE49-F238E27FC236}">
                  <a16:creationId xmlns:a16="http://schemas.microsoft.com/office/drawing/2014/main" id="{B55CD690-08A0-4C99-A501-19A31812BA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3067" y="2207605"/>
              <a:ext cx="1336675" cy="21742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61970" eaLnBrk="0" hangingPunct="0">
                <a:defRPr/>
              </a:pPr>
              <a:endParaRPr lang="zh-CN" altLang="en-US" sz="1400" b="1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7" name="Text Box 9">
              <a:extLst>
                <a:ext uri="{FF2B5EF4-FFF2-40B4-BE49-F238E27FC236}">
                  <a16:creationId xmlns:a16="http://schemas.microsoft.com/office/drawing/2014/main" id="{5AB60960-7E4A-4124-B4C4-CA26CDBE0D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741" y="1404548"/>
              <a:ext cx="517525" cy="11188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  <a:headEnd/>
              <a:tailEnd/>
            </a:ln>
            <a:effectLst/>
          </p:spPr>
          <p:txBody>
            <a:bodyPr vert="eaVert" wrap="none" lIns="35169" rIns="35169" anchor="ctr"/>
            <a:lstStyle>
              <a:defPPr>
                <a:defRPr lang="zh-CN"/>
              </a:defPPr>
              <a:lvl1pPr algn="ctr" eaLnBrk="0" hangingPunct="0">
                <a:spcBef>
                  <a:spcPct val="50000"/>
                </a:spcBef>
                <a:defRPr sz="1800" b="1" i="1">
                  <a:solidFill>
                    <a:srgbClr val="002776"/>
                  </a:solidFill>
                  <a:latin typeface="Tahoma" pitchFamily="34" charset="0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pPr defTabSz="761970" fontAlgn="auto">
                <a:spcAft>
                  <a:spcPts val="0"/>
                </a:spcAft>
                <a:defRPr/>
              </a:pPr>
              <a:r>
                <a:rPr lang="zh-CN" altLang="en-US" sz="1400" i="0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阶段</a:t>
              </a:r>
            </a:p>
          </p:txBody>
        </p:sp>
        <p:sp>
          <p:nvSpPr>
            <p:cNvPr id="8" name="Text Box 10">
              <a:extLst>
                <a:ext uri="{FF2B5EF4-FFF2-40B4-BE49-F238E27FC236}">
                  <a16:creationId xmlns:a16="http://schemas.microsoft.com/office/drawing/2014/main" id="{59E04A46-0E6B-483F-A66E-D32BE6A340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741" y="2675861"/>
              <a:ext cx="525463" cy="1304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  <a:headEnd/>
              <a:tailEnd/>
            </a:ln>
            <a:effectLst/>
          </p:spPr>
          <p:txBody>
            <a:bodyPr wrap="none" lIns="35169" rIns="35169" anchor="ctr"/>
            <a:lstStyle>
              <a:defPPr>
                <a:defRPr lang="zh-CN"/>
              </a:defPPr>
              <a:lvl1pPr algn="ctr" eaLnBrk="0" hangingPunct="0">
                <a:spcBef>
                  <a:spcPct val="50000"/>
                </a:spcBef>
                <a:defRPr sz="1800" b="1" i="1">
                  <a:solidFill>
                    <a:srgbClr val="002776"/>
                  </a:solidFill>
                  <a:latin typeface="Tahoma" pitchFamily="34" charset="0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pPr defTabSz="761970" fontAlgn="auto">
                <a:spcAft>
                  <a:spcPts val="0"/>
                </a:spcAft>
                <a:defRPr/>
              </a:pPr>
              <a:r>
                <a:rPr lang="zh-CN" altLang="en-US" sz="1400" i="0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</a:t>
              </a:r>
              <a:endParaRPr lang="en-US" altLang="zh-CN" sz="1400" i="0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defTabSz="761970" fontAlgn="auto">
                <a:spcAft>
                  <a:spcPts val="0"/>
                </a:spcAft>
                <a:defRPr/>
              </a:pPr>
              <a:r>
                <a:rPr lang="zh-CN" altLang="en-US" sz="1400" i="0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标</a:t>
              </a:r>
              <a:endParaRPr lang="en-US" altLang="zh-CN" sz="1400" i="0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" name="Group 70">
              <a:extLst>
                <a:ext uri="{FF2B5EF4-FFF2-40B4-BE49-F238E27FC236}">
                  <a16:creationId xmlns:a16="http://schemas.microsoft.com/office/drawing/2014/main" id="{225A835D-04D0-41D8-AE5E-8A09F03C68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0152" y="2034617"/>
              <a:ext cx="2665412" cy="1809249"/>
              <a:chOff x="754581" y="2285594"/>
              <a:chExt cx="2437418" cy="2351594"/>
            </a:xfrm>
          </p:grpSpPr>
          <p:sp>
            <p:nvSpPr>
              <p:cNvPr id="53" name="Text Box 11">
                <a:extLst>
                  <a:ext uri="{FF2B5EF4-FFF2-40B4-BE49-F238E27FC236}">
                    <a16:creationId xmlns:a16="http://schemas.microsoft.com/office/drawing/2014/main" id="{F83B86FD-EF92-4D9A-884E-F0CEDF16B5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4581" y="2285594"/>
                <a:ext cx="2437418" cy="357766"/>
              </a:xfrm>
              <a:prstGeom prst="rect">
                <a:avLst/>
              </a:prstGeom>
              <a:gradFill rotWithShape="1">
                <a:gsLst>
                  <a:gs pos="0">
                    <a:srgbClr val="00A1DE">
                      <a:shade val="51000"/>
                      <a:satMod val="130000"/>
                    </a:srgbClr>
                  </a:gs>
                  <a:gs pos="80000">
                    <a:srgbClr val="00A1DE">
                      <a:shade val="93000"/>
                      <a:satMod val="130000"/>
                    </a:srgbClr>
                  </a:gs>
                  <a:gs pos="100000">
                    <a:srgbClr val="00A1DE">
                      <a:shade val="94000"/>
                      <a:satMod val="13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00A1DE">
                    <a:shade val="95000"/>
                    <a:satMod val="105000"/>
                  </a:srgbClr>
                </a:solidFill>
                <a:prstDash val="solid"/>
                <a:headEnd/>
                <a:tailE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>
                <a:spAutoFit/>
              </a:bodyPr>
              <a:lstStyle/>
              <a:p>
                <a:pPr algn="ctr" defTabSz="761970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400" b="1" kern="0" dirty="0">
                    <a:solidFill>
                      <a:srgbClr val="FFFFFF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主要功能，基本满足应用</a:t>
                </a:r>
                <a:endParaRPr lang="en-US" altLang="zh-CN" sz="1400" b="1" kern="0" dirty="0">
                  <a:solidFill>
                    <a:srgbClr val="FFFFFF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54" name="Rectangle 15">
                <a:extLst>
                  <a:ext uri="{FF2B5EF4-FFF2-40B4-BE49-F238E27FC236}">
                    <a16:creationId xmlns:a16="http://schemas.microsoft.com/office/drawing/2014/main" id="{F273A875-7895-4365-8F9B-6145455165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919" y="3098338"/>
                <a:ext cx="2074492" cy="1538850"/>
              </a:xfrm>
              <a:prstGeom prst="rect">
                <a:avLst/>
              </a:prstGeom>
              <a:noFill/>
              <a:ln w="6350" algn="ctr">
                <a:noFill/>
                <a:miter lim="800000"/>
                <a:headEnd/>
                <a:tailEnd/>
              </a:ln>
            </p:spPr>
            <p:txBody>
              <a:bodyPr lIns="35169" rIns="35169" anchor="ctr"/>
              <a:lstStyle/>
              <a:p>
                <a:pPr marL="219805" indent="-219805" defTabSz="761970" eaLnBrk="0" fontAlgn="auto" hangingPunct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Font typeface="Wingdings" pitchFamily="2" charset="2"/>
                  <a:buChar char="Ø"/>
                  <a:defRPr/>
                </a:pPr>
                <a:endParaRPr lang="en-US" altLang="zh-CN" sz="1000" kern="0" dirty="0">
                  <a:solidFill>
                    <a:srgbClr val="002677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grpSp>
          <p:nvGrpSpPr>
            <p:cNvPr id="10" name="Group 81">
              <a:extLst>
                <a:ext uri="{FF2B5EF4-FFF2-40B4-BE49-F238E27FC236}">
                  <a16:creationId xmlns:a16="http://schemas.microsoft.com/office/drawing/2014/main" id="{BD169E4E-F1CC-459E-BEEA-E068B20780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4629" y="1796552"/>
              <a:ext cx="2484437" cy="1977096"/>
              <a:chOff x="3252372" y="2020278"/>
              <a:chExt cx="2270737" cy="2569287"/>
            </a:xfrm>
          </p:grpSpPr>
          <p:sp>
            <p:nvSpPr>
              <p:cNvPr id="51" name="Text Box 12">
                <a:extLst>
                  <a:ext uri="{FF2B5EF4-FFF2-40B4-BE49-F238E27FC236}">
                    <a16:creationId xmlns:a16="http://schemas.microsoft.com/office/drawing/2014/main" id="{D65B7C6C-188C-4907-83E2-2EE0579FB6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52372" y="2020278"/>
                <a:ext cx="2172070" cy="357701"/>
              </a:xfrm>
              <a:prstGeom prst="rect">
                <a:avLst/>
              </a:prstGeom>
              <a:gradFill rotWithShape="1">
                <a:gsLst>
                  <a:gs pos="0">
                    <a:srgbClr val="00A1DE">
                      <a:shade val="51000"/>
                      <a:satMod val="130000"/>
                    </a:srgbClr>
                  </a:gs>
                  <a:gs pos="80000">
                    <a:srgbClr val="00A1DE">
                      <a:shade val="93000"/>
                      <a:satMod val="130000"/>
                    </a:srgbClr>
                  </a:gs>
                  <a:gs pos="100000">
                    <a:srgbClr val="00A1DE">
                      <a:shade val="94000"/>
                      <a:satMod val="13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00A1DE">
                    <a:shade val="95000"/>
                    <a:satMod val="105000"/>
                  </a:srgbClr>
                </a:solidFill>
                <a:prstDash val="solid"/>
                <a:headEnd/>
                <a:tailE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>
                <a:spAutoFit/>
              </a:bodyPr>
              <a:lstStyle/>
              <a:p>
                <a:pPr algn="ctr" defTabSz="761970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400" b="1" kern="0" dirty="0">
                    <a:solidFill>
                      <a:srgbClr val="FFFFFF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基本功能，全面覆盖</a:t>
                </a:r>
                <a:endParaRPr lang="en-US" altLang="zh-CN" sz="1400" b="1" kern="0" dirty="0">
                  <a:solidFill>
                    <a:srgbClr val="FFFFFF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52" name="Rectangle 14">
                <a:extLst>
                  <a:ext uri="{FF2B5EF4-FFF2-40B4-BE49-F238E27FC236}">
                    <a16:creationId xmlns:a16="http://schemas.microsoft.com/office/drawing/2014/main" id="{2B3978F7-0262-4021-893D-8F608D5B1B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7038" y="2560631"/>
                <a:ext cx="2246071" cy="2028934"/>
              </a:xfrm>
              <a:prstGeom prst="rect">
                <a:avLst/>
              </a:prstGeom>
              <a:noFill/>
              <a:ln w="6350" algn="ctr">
                <a:noFill/>
                <a:miter lim="800000"/>
                <a:headEnd/>
                <a:tailEnd/>
              </a:ln>
            </p:spPr>
            <p:txBody>
              <a:bodyPr lIns="35169" rIns="35169" anchor="ctr"/>
              <a:lstStyle/>
              <a:p>
                <a:pPr marL="219075" indent="-219075" eaLnBrk="0" hangingPunct="0">
                  <a:lnSpc>
                    <a:spcPct val="200000"/>
                  </a:lnSpc>
                  <a:buFont typeface="Wingdings" pitchFamily="2" charset="2"/>
                  <a:buChar char="Ø"/>
                </a:pPr>
                <a:endParaRPr lang="en-US" altLang="zh-CN" sz="1000" dirty="0">
                  <a:solidFill>
                    <a:srgbClr val="002677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marL="219075" indent="-219075" eaLnBrk="0" hangingPunct="0">
                  <a:lnSpc>
                    <a:spcPct val="200000"/>
                  </a:lnSpc>
                  <a:buFont typeface="Wingdings" pitchFamily="2" charset="2"/>
                  <a:buChar char="Ø"/>
                </a:pPr>
                <a:r>
                  <a:rPr lang="zh-CN" altLang="en-US" sz="1000" dirty="0">
                    <a:solidFill>
                      <a:srgbClr val="002677"/>
                    </a:solidFill>
                    <a:latin typeface="微软雅黑" pitchFamily="34" charset="-122"/>
                    <a:ea typeface="微软雅黑" pitchFamily="34" charset="-122"/>
                  </a:rPr>
                  <a:t>优化平台基础功能；</a:t>
                </a:r>
                <a:endParaRPr lang="en-US" altLang="zh-CN" sz="1000" dirty="0">
                  <a:solidFill>
                    <a:srgbClr val="002677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marL="219075" indent="-219075" eaLnBrk="0" hangingPunct="0">
                  <a:lnSpc>
                    <a:spcPct val="200000"/>
                  </a:lnSpc>
                  <a:buFont typeface="Wingdings" pitchFamily="2" charset="2"/>
                  <a:buChar char="Ø"/>
                </a:pPr>
                <a:r>
                  <a:rPr lang="zh-CN" altLang="en-US" sz="1000" dirty="0">
                    <a:solidFill>
                      <a:srgbClr val="002677"/>
                    </a:solidFill>
                    <a:latin typeface="微软雅黑" pitchFamily="34" charset="-122"/>
                    <a:ea typeface="微软雅黑" pitchFamily="34" charset="-122"/>
                  </a:rPr>
                  <a:t>完善流程引擎驱动，初步支持各种流程审批模型；</a:t>
                </a:r>
                <a:endParaRPr lang="en-US" altLang="zh-CN" sz="1000" dirty="0">
                  <a:solidFill>
                    <a:srgbClr val="002677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marL="219075" indent="-219075" eaLnBrk="0" hangingPunct="0">
                  <a:lnSpc>
                    <a:spcPct val="200000"/>
                  </a:lnSpc>
                  <a:buFont typeface="Wingdings" pitchFamily="2" charset="2"/>
                  <a:buChar char="Ø"/>
                </a:pPr>
                <a:r>
                  <a:rPr lang="zh-CN" altLang="en-US" sz="1000" dirty="0">
                    <a:solidFill>
                      <a:srgbClr val="002677"/>
                    </a:solidFill>
                    <a:latin typeface="微软雅黑" pitchFamily="34" charset="-122"/>
                    <a:ea typeface="微软雅黑" pitchFamily="34" charset="-122"/>
                  </a:rPr>
                  <a:t>丰富平台开发组件，提炼通用功能；</a:t>
                </a:r>
                <a:endParaRPr lang="en-US" altLang="zh-CN" sz="1000" dirty="0">
                  <a:solidFill>
                    <a:srgbClr val="002677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marL="219075" indent="-219075" eaLnBrk="0" hangingPunct="0">
                  <a:lnSpc>
                    <a:spcPct val="200000"/>
                  </a:lnSpc>
                  <a:buFont typeface="Wingdings" pitchFamily="2" charset="2"/>
                  <a:buChar char="Ø"/>
                </a:pPr>
                <a:r>
                  <a:rPr lang="zh-CN" altLang="en-US" sz="1000" dirty="0">
                    <a:solidFill>
                      <a:srgbClr val="002677"/>
                    </a:solidFill>
                    <a:latin typeface="微软雅黑" pitchFamily="34" charset="-122"/>
                    <a:ea typeface="微软雅黑" pitchFamily="34" charset="-122"/>
                  </a:rPr>
                  <a:t>初步搭建平台移动端应用，支持移动端流程审批；</a:t>
                </a:r>
              </a:p>
            </p:txBody>
          </p:sp>
        </p:grpSp>
        <p:grpSp>
          <p:nvGrpSpPr>
            <p:cNvPr id="11" name="Group 95">
              <a:extLst>
                <a:ext uri="{FF2B5EF4-FFF2-40B4-BE49-F238E27FC236}">
                  <a16:creationId xmlns:a16="http://schemas.microsoft.com/office/drawing/2014/main" id="{117DBCA1-1BBA-41A1-A413-C3CE929473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25229" y="1920176"/>
              <a:ext cx="7916419" cy="584361"/>
              <a:chOff x="670097" y="2428890"/>
              <a:chExt cx="7236443" cy="760373"/>
            </a:xfrm>
          </p:grpSpPr>
          <p:sp>
            <p:nvSpPr>
              <p:cNvPr id="46" name="Line 3">
                <a:extLst>
                  <a:ext uri="{FF2B5EF4-FFF2-40B4-BE49-F238E27FC236}">
                    <a16:creationId xmlns:a16="http://schemas.microsoft.com/office/drawing/2014/main" id="{406DF540-CD95-4B78-A18C-B8A337F6F5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0097" y="3177985"/>
                <a:ext cx="2536326" cy="324"/>
              </a:xfrm>
              <a:prstGeom prst="line">
                <a:avLst/>
              </a:prstGeom>
              <a:noFill/>
              <a:ln w="28575" cap="flat" cmpd="sng" algn="ctr">
                <a:solidFill>
                  <a:srgbClr val="7030A0"/>
                </a:solidFill>
                <a:prstDash val="solid"/>
                <a:headEnd/>
                <a:tailE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txBody>
              <a:bodyPr wrap="none" anchor="ctr"/>
              <a:lstStyle/>
              <a:p>
                <a:pPr defTabSz="76197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b="1" kern="0">
                  <a:solidFill>
                    <a:sysClr val="windowText" lastClr="00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47" name="Line 4">
                <a:extLst>
                  <a:ext uri="{FF2B5EF4-FFF2-40B4-BE49-F238E27FC236}">
                    <a16:creationId xmlns:a16="http://schemas.microsoft.com/office/drawing/2014/main" id="{5B094C45-3E7A-477F-BF7D-F071780474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06423" y="2797429"/>
                <a:ext cx="0" cy="391834"/>
              </a:xfrm>
              <a:prstGeom prst="line">
                <a:avLst/>
              </a:prstGeom>
              <a:noFill/>
              <a:ln w="28575" cap="flat" cmpd="sng" algn="ctr">
                <a:solidFill>
                  <a:srgbClr val="7030A0"/>
                </a:solidFill>
                <a:prstDash val="solid"/>
                <a:headEnd/>
                <a:tailE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txBody>
              <a:bodyPr wrap="none" anchor="ctr"/>
              <a:lstStyle/>
              <a:p>
                <a:pPr defTabSz="76197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b="1" kern="0">
                  <a:solidFill>
                    <a:sysClr val="windowText" lastClr="00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48" name="Line 4">
                <a:extLst>
                  <a:ext uri="{FF2B5EF4-FFF2-40B4-BE49-F238E27FC236}">
                    <a16:creationId xmlns:a16="http://schemas.microsoft.com/office/drawing/2014/main" id="{74BB761C-D4DC-4A40-B8BC-C91EFF1C75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576048" y="2428890"/>
                <a:ext cx="0" cy="394154"/>
              </a:xfrm>
              <a:prstGeom prst="line">
                <a:avLst/>
              </a:prstGeom>
              <a:noFill/>
              <a:ln w="28575" cap="flat" cmpd="sng" algn="ctr">
                <a:solidFill>
                  <a:srgbClr val="7030A0"/>
                </a:solidFill>
                <a:prstDash val="solid"/>
                <a:headEnd/>
                <a:tailE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txBody>
              <a:bodyPr wrap="none" anchor="ctr"/>
              <a:lstStyle/>
              <a:p>
                <a:pPr defTabSz="76197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b="1" kern="0">
                  <a:solidFill>
                    <a:sysClr val="windowText" lastClr="00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49" name="Line 7">
                <a:extLst>
                  <a:ext uri="{FF2B5EF4-FFF2-40B4-BE49-F238E27FC236}">
                    <a16:creationId xmlns:a16="http://schemas.microsoft.com/office/drawing/2014/main" id="{1D327CD2-2C5F-4651-A0EE-C528442E43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576048" y="2428891"/>
                <a:ext cx="2330492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7030A0"/>
                </a:solidFill>
                <a:prstDash val="solid"/>
                <a:headEnd/>
                <a:tailEnd type="triangl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txBody>
              <a:bodyPr wrap="none" anchor="ctr"/>
              <a:lstStyle/>
              <a:p>
                <a:pPr defTabSz="76197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b="1" kern="0">
                  <a:solidFill>
                    <a:sysClr val="windowText" lastClr="00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50" name="Line 3">
                <a:extLst>
                  <a:ext uri="{FF2B5EF4-FFF2-40B4-BE49-F238E27FC236}">
                    <a16:creationId xmlns:a16="http://schemas.microsoft.com/office/drawing/2014/main" id="{B2086082-630D-40AD-A98B-4BF895D171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5720" y="2796028"/>
                <a:ext cx="2347831" cy="7840"/>
              </a:xfrm>
              <a:prstGeom prst="line">
                <a:avLst/>
              </a:prstGeom>
              <a:noFill/>
              <a:ln w="28575" cap="flat" cmpd="sng" algn="ctr">
                <a:solidFill>
                  <a:srgbClr val="7030A0"/>
                </a:solidFill>
                <a:prstDash val="solid"/>
                <a:headEnd/>
                <a:tailE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txBody>
              <a:bodyPr wrap="none" anchor="ctr"/>
              <a:lstStyle/>
              <a:p>
                <a:pPr defTabSz="76197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b="1" kern="0">
                  <a:solidFill>
                    <a:sysClr val="windowText" lastClr="00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grpSp>
          <p:nvGrpSpPr>
            <p:cNvPr id="12" name="Group 104">
              <a:extLst>
                <a:ext uri="{FF2B5EF4-FFF2-40B4-BE49-F238E27FC236}">
                  <a16:creationId xmlns:a16="http://schemas.microsoft.com/office/drawing/2014/main" id="{AA454176-FDBF-4629-A69E-BAA94C3B4E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21150" y="1502944"/>
              <a:ext cx="3152775" cy="2237663"/>
              <a:chOff x="5615542" y="1539540"/>
              <a:chExt cx="2883000" cy="2908489"/>
            </a:xfrm>
          </p:grpSpPr>
          <p:sp>
            <p:nvSpPr>
              <p:cNvPr id="44" name="Text Box 12">
                <a:extLst>
                  <a:ext uri="{FF2B5EF4-FFF2-40B4-BE49-F238E27FC236}">
                    <a16:creationId xmlns:a16="http://schemas.microsoft.com/office/drawing/2014/main" id="{C8F48F62-2B08-4D4A-81D1-16F4846044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53285" y="1539540"/>
                <a:ext cx="2171683" cy="357773"/>
              </a:xfrm>
              <a:prstGeom prst="rect">
                <a:avLst/>
              </a:prstGeom>
              <a:gradFill rotWithShape="1">
                <a:gsLst>
                  <a:gs pos="0">
                    <a:srgbClr val="00A1DE">
                      <a:shade val="51000"/>
                      <a:satMod val="130000"/>
                    </a:srgbClr>
                  </a:gs>
                  <a:gs pos="80000">
                    <a:srgbClr val="00A1DE">
                      <a:shade val="93000"/>
                      <a:satMod val="130000"/>
                    </a:srgbClr>
                  </a:gs>
                  <a:gs pos="100000">
                    <a:srgbClr val="00A1DE">
                      <a:shade val="94000"/>
                      <a:satMod val="13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00A1DE">
                    <a:shade val="95000"/>
                    <a:satMod val="105000"/>
                  </a:srgbClr>
                </a:solidFill>
                <a:prstDash val="solid"/>
                <a:headEnd/>
                <a:tailE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>
                <a:spAutoFit/>
              </a:bodyPr>
              <a:lstStyle/>
              <a:p>
                <a:pPr algn="ctr" defTabSz="761970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400" b="1" kern="0" dirty="0">
                    <a:solidFill>
                      <a:srgbClr val="FFFFFF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功能深化，移动端增强</a:t>
                </a:r>
                <a:endParaRPr lang="en-US" altLang="zh-CN" sz="1400" b="1" kern="0" dirty="0">
                  <a:solidFill>
                    <a:srgbClr val="FFFFFF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45" name="Rectangle 14">
                <a:extLst>
                  <a:ext uri="{FF2B5EF4-FFF2-40B4-BE49-F238E27FC236}">
                    <a16:creationId xmlns:a16="http://schemas.microsoft.com/office/drawing/2014/main" id="{8DEF12BD-9390-48CE-A53B-AD1C00B58A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5542" y="2191401"/>
                <a:ext cx="2883000" cy="2256628"/>
              </a:xfrm>
              <a:prstGeom prst="rect">
                <a:avLst/>
              </a:prstGeom>
              <a:noFill/>
              <a:ln w="6350" algn="ctr">
                <a:noFill/>
                <a:miter lim="800000"/>
                <a:headEnd/>
                <a:tailEnd/>
              </a:ln>
            </p:spPr>
            <p:txBody>
              <a:bodyPr lIns="35169" rIns="35169" anchor="ctr"/>
              <a:lstStyle/>
              <a:p>
                <a:pPr marL="219805" indent="-219805" defTabSz="761970" eaLnBrk="0" fontAlgn="auto" hangingPunct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Font typeface="Wingdings" pitchFamily="2" charset="2"/>
                  <a:buChar char="Ø"/>
                  <a:defRPr/>
                </a:pPr>
                <a:endParaRPr lang="en-US" altLang="zh-CN" sz="1000" kern="0" dirty="0">
                  <a:solidFill>
                    <a:srgbClr val="00267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19805" indent="-219805" defTabSz="761970" eaLnBrk="0" fontAlgn="auto" hangingPunct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Font typeface="Wingdings" pitchFamily="2" charset="2"/>
                  <a:buChar char="Ø"/>
                  <a:defRPr/>
                </a:pPr>
                <a:r>
                  <a:rPr lang="zh-CN" altLang="en-US" sz="1000" kern="0" dirty="0">
                    <a:solidFill>
                      <a:srgbClr val="00267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完善平台所有开发组件；</a:t>
                </a:r>
                <a:endParaRPr lang="en-US" altLang="zh-CN" sz="1000" kern="0" dirty="0">
                  <a:solidFill>
                    <a:srgbClr val="00267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19805" indent="-219805" defTabSz="761970" eaLnBrk="0" fontAlgn="auto" hangingPunct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Font typeface="Wingdings" pitchFamily="2" charset="2"/>
                  <a:buChar char="Ø"/>
                  <a:defRPr/>
                </a:pPr>
                <a:r>
                  <a:rPr lang="zh-CN" altLang="en-US" sz="1000" kern="0" dirty="0">
                    <a:solidFill>
                      <a:srgbClr val="00267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优化代码生成器，简化功能开发，提升软件交付效率；</a:t>
                </a:r>
                <a:endParaRPr lang="en-US" altLang="zh-CN" sz="1000" kern="0" dirty="0">
                  <a:solidFill>
                    <a:srgbClr val="00267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19805" indent="-219805" defTabSz="761970" eaLnBrk="0" fontAlgn="auto" hangingPunct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Font typeface="Wingdings" pitchFamily="2" charset="2"/>
                  <a:buChar char="Ø"/>
                  <a:defRPr/>
                </a:pPr>
                <a:r>
                  <a:rPr lang="zh-CN" altLang="en-US" sz="1000" kern="0" dirty="0">
                    <a:solidFill>
                      <a:srgbClr val="00267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增加移动端开发框架</a:t>
                </a:r>
                <a:endParaRPr lang="en-US" altLang="zh-CN" sz="1000" kern="0" dirty="0">
                  <a:solidFill>
                    <a:srgbClr val="00267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19805" indent="-219805" defTabSz="761970" eaLnBrk="0" fontAlgn="auto" hangingPunct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Font typeface="Wingdings" pitchFamily="2" charset="2"/>
                  <a:buChar char="Ø"/>
                  <a:defRPr/>
                </a:pPr>
                <a:r>
                  <a:rPr lang="zh-CN" altLang="en-US" sz="1000" kern="0" dirty="0">
                    <a:solidFill>
                      <a:srgbClr val="00267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增加自定义门户管理功能</a:t>
                </a:r>
                <a:endParaRPr lang="en-US" altLang="zh-CN" sz="1000" kern="0" dirty="0">
                  <a:solidFill>
                    <a:srgbClr val="00267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19805" indent="-219805" defTabSz="761970" eaLnBrk="0" fontAlgn="auto" hangingPunct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Font typeface="Wingdings" pitchFamily="2" charset="2"/>
                  <a:buChar char="Ø"/>
                  <a:defRPr/>
                </a:pPr>
                <a:r>
                  <a:rPr lang="zh-CN" altLang="en-US" sz="1000" kern="0" dirty="0">
                    <a:solidFill>
                      <a:srgbClr val="00267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升级</a:t>
                </a:r>
                <a:r>
                  <a:rPr lang="en-US" altLang="zh-CN" sz="1000" kern="0" dirty="0" err="1">
                    <a:solidFill>
                      <a:srgbClr val="00267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springcloud</a:t>
                </a:r>
                <a:r>
                  <a:rPr lang="zh-CN" altLang="en-US" sz="1000" kern="0" dirty="0">
                    <a:solidFill>
                      <a:srgbClr val="00267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基础组件</a:t>
                </a:r>
                <a:endParaRPr lang="en-US" altLang="zh-CN" sz="1000" kern="0" dirty="0">
                  <a:solidFill>
                    <a:srgbClr val="00267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19805" indent="-219805" defTabSz="761970" eaLnBrk="0" fontAlgn="auto" hangingPunct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Font typeface="Wingdings" pitchFamily="2" charset="2"/>
                  <a:buChar char="Ø"/>
                  <a:defRPr/>
                </a:pPr>
                <a:r>
                  <a:rPr lang="zh-CN" altLang="en-US" sz="1000" kern="0" dirty="0">
                    <a:solidFill>
                      <a:srgbClr val="00267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平台全公司使用推广</a:t>
                </a:r>
                <a:endParaRPr lang="en-US" altLang="zh-CN" sz="1000" kern="0" dirty="0">
                  <a:solidFill>
                    <a:srgbClr val="00267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19805" indent="-219805" defTabSz="761970" eaLnBrk="0" fontAlgn="auto" hangingPunct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Font typeface="Wingdings" pitchFamily="2" charset="2"/>
                  <a:buChar char="Ø"/>
                  <a:defRPr/>
                </a:pPr>
                <a:endParaRPr lang="zh-CN" altLang="en-US" sz="1000" kern="0" dirty="0">
                  <a:solidFill>
                    <a:srgbClr val="00267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19805" indent="-219805" defTabSz="761970" eaLnBrk="0" fontAlgn="auto" hangingPunct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000" kern="0" dirty="0">
                  <a:solidFill>
                    <a:srgbClr val="00267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3" name="TextBox 40">
              <a:extLst>
                <a:ext uri="{FF2B5EF4-FFF2-40B4-BE49-F238E27FC236}">
                  <a16:creationId xmlns:a16="http://schemas.microsoft.com/office/drawing/2014/main" id="{288F9B80-8D9B-43C9-B4E1-41BE0D956DCC}"/>
                </a:ext>
              </a:extLst>
            </p:cNvPr>
            <p:cNvSpPr txBox="1"/>
            <p:nvPr/>
          </p:nvSpPr>
          <p:spPr>
            <a:xfrm>
              <a:off x="499739" y="771588"/>
              <a:ext cx="3170239" cy="412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76197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一期，费用：无</a:t>
              </a:r>
              <a:endParaRPr lang="en-US" altLang="zh-CN" sz="12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76197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2018</a:t>
              </a:r>
              <a:r>
                <a:rPr lang="zh-CN" altLang="en-US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r>
                <a:rPr lang="zh-CN" altLang="en-US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-2018</a:t>
              </a:r>
              <a:r>
                <a:rPr lang="zh-CN" altLang="en-US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zh-CN" altLang="en-US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月，共</a:t>
              </a:r>
              <a:r>
                <a:rPr lang="en-US" altLang="zh-CN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2.5</a:t>
              </a:r>
              <a:r>
                <a:rPr lang="zh-CN" altLang="en-US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个月</a:t>
              </a:r>
              <a:endParaRPr lang="en-US" altLang="zh-CN" sz="12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TextBox 41">
              <a:extLst>
                <a:ext uri="{FF2B5EF4-FFF2-40B4-BE49-F238E27FC236}">
                  <a16:creationId xmlns:a16="http://schemas.microsoft.com/office/drawing/2014/main" id="{8C3303CC-47E2-4A2E-B9BC-6651998AC933}"/>
                </a:ext>
              </a:extLst>
            </p:cNvPr>
            <p:cNvSpPr txBox="1"/>
            <p:nvPr/>
          </p:nvSpPr>
          <p:spPr>
            <a:xfrm>
              <a:off x="3481998" y="786529"/>
              <a:ext cx="3168648" cy="412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761970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二期，费用：</a:t>
              </a:r>
              <a:r>
                <a:rPr lang="en-US" altLang="zh-CN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300</a:t>
              </a:r>
              <a:r>
                <a:rPr lang="zh-CN" altLang="en-US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2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defRPr/>
              </a:pPr>
              <a:r>
                <a:rPr lang="en-US" altLang="zh-CN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2018</a:t>
              </a:r>
              <a:r>
                <a:rPr lang="zh-CN" altLang="en-US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  <a:r>
                <a:rPr lang="zh-CN" altLang="en-US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-2019</a:t>
              </a:r>
              <a:r>
                <a:rPr lang="zh-CN" altLang="en-US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  <a:r>
                <a:rPr lang="zh-CN" altLang="en-US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endParaRPr lang="en-US" altLang="zh-CN" sz="12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extBox 42">
              <a:extLst>
                <a:ext uri="{FF2B5EF4-FFF2-40B4-BE49-F238E27FC236}">
                  <a16:creationId xmlns:a16="http://schemas.microsoft.com/office/drawing/2014/main" id="{AB92604B-1062-4BA2-B851-FD2A9D3DB8E1}"/>
                </a:ext>
              </a:extLst>
            </p:cNvPr>
            <p:cNvSpPr txBox="1"/>
            <p:nvPr/>
          </p:nvSpPr>
          <p:spPr>
            <a:xfrm>
              <a:off x="6650649" y="798092"/>
              <a:ext cx="2703948" cy="412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761970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三期，费用：</a:t>
              </a:r>
              <a:r>
                <a:rPr lang="en-US" altLang="zh-CN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225</a:t>
              </a:r>
              <a:r>
                <a:rPr lang="zh-CN" altLang="en-US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r>
                <a:rPr lang="en-US" altLang="zh-CN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+40</a:t>
              </a:r>
              <a:r>
                <a:rPr lang="zh-CN" altLang="en-US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r>
                <a:rPr lang="en-US" altLang="zh-CN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=265</a:t>
              </a:r>
              <a:r>
                <a:rPr lang="zh-CN" altLang="en-US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2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761970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2020</a:t>
              </a:r>
              <a:r>
                <a:rPr lang="zh-CN" altLang="en-US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-2020</a:t>
              </a:r>
              <a:r>
                <a:rPr lang="zh-CN" altLang="en-US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  <a:r>
                <a:rPr lang="zh-CN" altLang="en-US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endParaRPr lang="en-US" altLang="zh-CN" sz="12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34C064F5-32D0-4403-A4C7-76FDA58CB58E}"/>
                </a:ext>
              </a:extLst>
            </p:cNvPr>
            <p:cNvCxnSpPr/>
            <p:nvPr/>
          </p:nvCxnSpPr>
          <p:spPr>
            <a:xfrm flipV="1">
              <a:off x="555303" y="1333875"/>
              <a:ext cx="9131300" cy="17459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8AC84A36-FB3B-4E85-92E1-1987B8F0A2D6}"/>
                </a:ext>
              </a:extLst>
            </p:cNvPr>
            <p:cNvCxnSpPr/>
            <p:nvPr/>
          </p:nvCxnSpPr>
          <p:spPr>
            <a:xfrm flipH="1" flipV="1">
              <a:off x="3944614" y="1203738"/>
              <a:ext cx="0" cy="14759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4">
              <a:extLst>
                <a:ext uri="{FF2B5EF4-FFF2-40B4-BE49-F238E27FC236}">
                  <a16:creationId xmlns:a16="http://schemas.microsoft.com/office/drawing/2014/main" id="{094B9C18-2078-49F0-98A6-CF9F11B64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991" y="2640872"/>
              <a:ext cx="2968625" cy="1020480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lIns="35169" rIns="35169" anchor="ctr"/>
            <a:lstStyle/>
            <a:p>
              <a:pPr marL="142869" indent="-142869" defTabSz="761970" eaLnBrk="0" fontAlgn="auto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1000" kern="0" dirty="0">
                  <a:solidFill>
                    <a:srgbClr val="00267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初步构建一个涵盖人员、组织、职位、资源、角色、权限的开发平台</a:t>
              </a:r>
              <a:endParaRPr lang="en-US" altLang="zh-CN" sz="1000" kern="0" dirty="0">
                <a:solidFill>
                  <a:srgbClr val="00267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42869" indent="-142869" eaLnBrk="0" hangingPunct="0">
                <a:lnSpc>
                  <a:spcPct val="150000"/>
                </a:lnSpc>
                <a:buFont typeface="Wingdings" panose="05000000000000000000" pitchFamily="2" charset="2"/>
                <a:buChar char="Ø"/>
                <a:defRPr/>
              </a:pPr>
              <a:r>
                <a:rPr lang="zh-CN" altLang="en-US" sz="1000" kern="0" dirty="0">
                  <a:solidFill>
                    <a:srgbClr val="00267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初步构建基于</a:t>
              </a:r>
              <a:r>
                <a:rPr lang="en-US" altLang="zh-CN" sz="1000" kern="0" dirty="0" err="1">
                  <a:solidFill>
                    <a:srgbClr val="00267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Activiti</a:t>
              </a:r>
              <a:r>
                <a:rPr lang="zh-CN" altLang="en-US" sz="1000" kern="0" dirty="0">
                  <a:solidFill>
                    <a:srgbClr val="00267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的流程管理平台；</a:t>
              </a:r>
              <a:endParaRPr lang="en-US" altLang="zh-CN" sz="1000" kern="0" dirty="0">
                <a:solidFill>
                  <a:srgbClr val="00267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42869" indent="-142869" eaLnBrk="0" hangingPunct="0">
                <a:lnSpc>
                  <a:spcPct val="150000"/>
                </a:lnSpc>
                <a:buFont typeface="Wingdings" panose="05000000000000000000" pitchFamily="2" charset="2"/>
                <a:buChar char="Ø"/>
                <a:defRPr/>
              </a:pPr>
              <a:r>
                <a:rPr lang="zh-CN" altLang="en-US" sz="1000" kern="0" dirty="0">
                  <a:solidFill>
                    <a:srgbClr val="00267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初步构建基于微服务技术体系的综合技术平台</a:t>
              </a:r>
              <a:r>
                <a:rPr lang="en-US" altLang="zh-CN" sz="1000" kern="0" dirty="0">
                  <a:solidFill>
                    <a:srgbClr val="00267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</a:t>
              </a:r>
            </a:p>
            <a:p>
              <a:pPr marL="142869" indent="-142869" eaLnBrk="0" hangingPunct="0">
                <a:lnSpc>
                  <a:spcPct val="150000"/>
                </a:lnSpc>
                <a:buFont typeface="Wingdings" panose="05000000000000000000" pitchFamily="2" charset="2"/>
                <a:buChar char="Ø"/>
                <a:defRPr/>
              </a:pPr>
              <a:r>
                <a:rPr lang="zh-CN" altLang="en-US" sz="1000" kern="0" dirty="0">
                  <a:solidFill>
                    <a:srgbClr val="00267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初步支系统应用开发。</a:t>
              </a:r>
            </a:p>
          </p:txBody>
        </p:sp>
        <p:sp>
          <p:nvSpPr>
            <p:cNvPr id="19" name="Text Box 10">
              <a:extLst>
                <a:ext uri="{FF2B5EF4-FFF2-40B4-BE49-F238E27FC236}">
                  <a16:creationId xmlns:a16="http://schemas.microsoft.com/office/drawing/2014/main" id="{AA93DD50-1058-428C-9645-33B1EB439C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852" y="4161886"/>
              <a:ext cx="514350" cy="13547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  <a:headEnd/>
              <a:tailEnd/>
            </a:ln>
            <a:effectLst/>
          </p:spPr>
          <p:txBody>
            <a:bodyPr vert="eaVert" wrap="none" lIns="35169" rIns="35169" anchor="ctr"/>
            <a:lstStyle>
              <a:defPPr>
                <a:defRPr lang="en-US"/>
              </a:defPPr>
              <a:lvl1pPr marR="0" lvl="0" indent="0" algn="ctr" eaLnBrk="0" fontAlgn="auto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92" b="1" i="0" u="none" strike="noStrike" kern="0" cap="none" spc="0" normalizeH="0" baseline="0">
                  <a:ln>
                    <a:noFill/>
                  </a:ln>
                  <a:solidFill>
                    <a:srgbClr val="002776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pPr>
                <a:defRPr/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实施系统</a:t>
              </a: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2A503027-0D74-4DB9-895D-8BEC0059422E}"/>
                </a:ext>
              </a:extLst>
            </p:cNvPr>
            <p:cNvCxnSpPr/>
            <p:nvPr/>
          </p:nvCxnSpPr>
          <p:spPr>
            <a:xfrm flipH="1" flipV="1">
              <a:off x="6605264" y="1203739"/>
              <a:ext cx="0" cy="14759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3BAE59A0-0FDE-4432-8ADC-6204E68BF942}"/>
                </a:ext>
              </a:extLst>
            </p:cNvPr>
            <p:cNvCxnSpPr/>
            <p:nvPr/>
          </p:nvCxnSpPr>
          <p:spPr>
            <a:xfrm flipV="1">
              <a:off x="499739" y="3921844"/>
              <a:ext cx="9505950" cy="44438"/>
            </a:xfrm>
            <a:prstGeom prst="straightConnector1">
              <a:avLst/>
            </a:prstGeom>
            <a:ln>
              <a:solidFill>
                <a:schemeClr val="bg1">
                  <a:lumMod val="9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五角星 75">
              <a:extLst>
                <a:ext uri="{FF2B5EF4-FFF2-40B4-BE49-F238E27FC236}">
                  <a16:creationId xmlns:a16="http://schemas.microsoft.com/office/drawing/2014/main" id="{8F520473-BBBE-4081-8E14-0B873D98570B}"/>
                </a:ext>
              </a:extLst>
            </p:cNvPr>
            <p:cNvSpPr/>
            <p:nvPr/>
          </p:nvSpPr>
          <p:spPr>
            <a:xfrm>
              <a:off x="8894069" y="1018053"/>
              <a:ext cx="338137" cy="333282"/>
            </a:xfrm>
            <a:prstGeom prst="star5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82" name="Bevel 50">
            <a:extLst>
              <a:ext uri="{FF2B5EF4-FFF2-40B4-BE49-F238E27FC236}">
                <a16:creationId xmlns:a16="http://schemas.microsoft.com/office/drawing/2014/main" id="{0320F063-35E3-471E-BE6E-AF2CBB741BBB}"/>
              </a:ext>
            </a:extLst>
          </p:cNvPr>
          <p:cNvSpPr/>
          <p:nvPr/>
        </p:nvSpPr>
        <p:spPr bwMode="auto">
          <a:xfrm>
            <a:off x="1738050" y="4677342"/>
            <a:ext cx="1701698" cy="312324"/>
          </a:xfrm>
          <a:prstGeom prst="bevel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lIns="35169" rIns="35169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760DWP</a:t>
            </a:r>
          </a:p>
        </p:txBody>
      </p:sp>
      <p:sp>
        <p:nvSpPr>
          <p:cNvPr id="83" name="Bevel 50">
            <a:extLst>
              <a:ext uri="{FF2B5EF4-FFF2-40B4-BE49-F238E27FC236}">
                <a16:creationId xmlns:a16="http://schemas.microsoft.com/office/drawing/2014/main" id="{BA244B9F-462C-4E00-BFA7-6C414100D206}"/>
              </a:ext>
            </a:extLst>
          </p:cNvPr>
          <p:cNvSpPr/>
          <p:nvPr/>
        </p:nvSpPr>
        <p:spPr bwMode="auto">
          <a:xfrm>
            <a:off x="1738050" y="5289386"/>
            <a:ext cx="1701698" cy="312324"/>
          </a:xfrm>
          <a:prstGeom prst="bevel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lIns="35169" rIns="35169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</a:t>
            </a:r>
            <a:r>
              <a:rPr lang="en-US" altLang="zh-CN" sz="10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portal</a:t>
            </a:r>
            <a:r>
              <a:rPr lang="zh-CN" altLang="en-US" sz="10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系统一期</a:t>
            </a:r>
            <a:endParaRPr lang="en-US" altLang="zh-CN" sz="1000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Bevel 50">
            <a:extLst>
              <a:ext uri="{FF2B5EF4-FFF2-40B4-BE49-F238E27FC236}">
                <a16:creationId xmlns:a16="http://schemas.microsoft.com/office/drawing/2014/main" id="{AAE281CD-F811-4D50-90AB-E07CFB561D80}"/>
              </a:ext>
            </a:extLst>
          </p:cNvPr>
          <p:cNvSpPr/>
          <p:nvPr/>
        </p:nvSpPr>
        <p:spPr bwMode="auto">
          <a:xfrm>
            <a:off x="4660148" y="4678522"/>
            <a:ext cx="1269312" cy="311144"/>
          </a:xfrm>
          <a:prstGeom prst="bevel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lIns="35169" rIns="35169" anchor="ctr"/>
          <a:lstStyle/>
          <a:p>
            <a:pPr algn="ctr" defTabSz="76197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三重一大</a:t>
            </a:r>
            <a:endParaRPr lang="en-US" altLang="zh-CN" sz="10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Bevel 50">
            <a:extLst>
              <a:ext uri="{FF2B5EF4-FFF2-40B4-BE49-F238E27FC236}">
                <a16:creationId xmlns:a16="http://schemas.microsoft.com/office/drawing/2014/main" id="{C8D13715-C692-4F08-91F0-6A049D8FF212}"/>
              </a:ext>
            </a:extLst>
          </p:cNvPr>
          <p:cNvSpPr/>
          <p:nvPr/>
        </p:nvSpPr>
        <p:spPr bwMode="auto">
          <a:xfrm>
            <a:off x="6098283" y="4688457"/>
            <a:ext cx="1269312" cy="311144"/>
          </a:xfrm>
          <a:prstGeom prst="bevel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lIns="35169" rIns="35169" anchor="ctr"/>
          <a:lstStyle/>
          <a:p>
            <a:pPr algn="ctr" defTabSz="76197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内蒙智慧检务</a:t>
            </a:r>
            <a:endParaRPr lang="en-US" altLang="zh-CN" sz="10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Bevel 50">
            <a:extLst>
              <a:ext uri="{FF2B5EF4-FFF2-40B4-BE49-F238E27FC236}">
                <a16:creationId xmlns:a16="http://schemas.microsoft.com/office/drawing/2014/main" id="{7D006725-CAC1-4DCB-B6B4-1207F64DED18}"/>
              </a:ext>
            </a:extLst>
          </p:cNvPr>
          <p:cNvSpPr/>
          <p:nvPr/>
        </p:nvSpPr>
        <p:spPr bwMode="auto">
          <a:xfrm>
            <a:off x="4637360" y="5152351"/>
            <a:ext cx="1269312" cy="311144"/>
          </a:xfrm>
          <a:prstGeom prst="bevel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lIns="35169" rIns="35169" anchor="ctr"/>
          <a:lstStyle/>
          <a:p>
            <a:pPr algn="ctr" defTabSz="76197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北控水务</a:t>
            </a:r>
            <a:r>
              <a:rPr lang="en-US" altLang="zh-CN" sz="1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</a:p>
        </p:txBody>
      </p:sp>
      <p:sp>
        <p:nvSpPr>
          <p:cNvPr id="87" name="Bevel 50">
            <a:extLst>
              <a:ext uri="{FF2B5EF4-FFF2-40B4-BE49-F238E27FC236}">
                <a16:creationId xmlns:a16="http://schemas.microsoft.com/office/drawing/2014/main" id="{A996A636-6676-44F8-A833-323B330620A8}"/>
              </a:ext>
            </a:extLst>
          </p:cNvPr>
          <p:cNvSpPr/>
          <p:nvPr/>
        </p:nvSpPr>
        <p:spPr bwMode="auto">
          <a:xfrm>
            <a:off x="6075495" y="5162286"/>
            <a:ext cx="1269312" cy="311144"/>
          </a:xfrm>
          <a:prstGeom prst="bevel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lIns="35169" rIns="35169" anchor="ctr"/>
          <a:lstStyle/>
          <a:p>
            <a:pPr algn="ctr" defTabSz="76197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中建材信息绩效</a:t>
            </a:r>
            <a:endParaRPr lang="en-US" altLang="zh-CN" sz="10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Bevel 50">
            <a:extLst>
              <a:ext uri="{FF2B5EF4-FFF2-40B4-BE49-F238E27FC236}">
                <a16:creationId xmlns:a16="http://schemas.microsoft.com/office/drawing/2014/main" id="{9F911DF6-1303-4C3C-A362-7B01CEDEBDA7}"/>
              </a:ext>
            </a:extLst>
          </p:cNvPr>
          <p:cNvSpPr/>
          <p:nvPr/>
        </p:nvSpPr>
        <p:spPr bwMode="auto">
          <a:xfrm>
            <a:off x="7806487" y="4698368"/>
            <a:ext cx="1269312" cy="311144"/>
          </a:xfrm>
          <a:prstGeom prst="bevel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lIns="35169" rIns="35169" anchor="ctr"/>
          <a:lstStyle/>
          <a:p>
            <a:pPr algn="ctr" defTabSz="76197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集团门户</a:t>
            </a:r>
            <a:endParaRPr lang="en-US" altLang="zh-CN" sz="10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Bevel 50">
            <a:extLst>
              <a:ext uri="{FF2B5EF4-FFF2-40B4-BE49-F238E27FC236}">
                <a16:creationId xmlns:a16="http://schemas.microsoft.com/office/drawing/2014/main" id="{C76E2DCD-F689-4DE2-858C-80249AD36568}"/>
              </a:ext>
            </a:extLst>
          </p:cNvPr>
          <p:cNvSpPr/>
          <p:nvPr/>
        </p:nvSpPr>
        <p:spPr bwMode="auto">
          <a:xfrm>
            <a:off x="9244622" y="4708303"/>
            <a:ext cx="1269312" cy="311144"/>
          </a:xfrm>
          <a:prstGeom prst="bevel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lIns="35169" rIns="35169" anchor="ctr"/>
          <a:lstStyle/>
          <a:p>
            <a:pPr algn="ctr" defTabSz="76197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集团新</a:t>
            </a:r>
            <a:r>
              <a:rPr lang="en-US" altLang="zh-CN" sz="1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</a:p>
        </p:txBody>
      </p:sp>
      <p:sp>
        <p:nvSpPr>
          <p:cNvPr id="90" name="Bevel 50">
            <a:extLst>
              <a:ext uri="{FF2B5EF4-FFF2-40B4-BE49-F238E27FC236}">
                <a16:creationId xmlns:a16="http://schemas.microsoft.com/office/drawing/2014/main" id="{F53F4DB4-B456-4578-819C-6A2998DB3320}"/>
              </a:ext>
            </a:extLst>
          </p:cNvPr>
          <p:cNvSpPr/>
          <p:nvPr/>
        </p:nvSpPr>
        <p:spPr bwMode="auto">
          <a:xfrm>
            <a:off x="7783699" y="5172197"/>
            <a:ext cx="1269312" cy="311144"/>
          </a:xfrm>
          <a:prstGeom prst="bevel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lIns="35169" rIns="35169" anchor="ctr"/>
          <a:lstStyle/>
          <a:p>
            <a:pPr algn="ctr" defTabSz="76197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智能视频监控</a:t>
            </a:r>
            <a:endParaRPr lang="en-US" altLang="zh-CN" sz="10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Bevel 50">
            <a:extLst>
              <a:ext uri="{FF2B5EF4-FFF2-40B4-BE49-F238E27FC236}">
                <a16:creationId xmlns:a16="http://schemas.microsoft.com/office/drawing/2014/main" id="{919F0605-C3A3-427E-B0DF-6A71F009D8D1}"/>
              </a:ext>
            </a:extLst>
          </p:cNvPr>
          <p:cNvSpPr/>
          <p:nvPr/>
        </p:nvSpPr>
        <p:spPr bwMode="auto">
          <a:xfrm>
            <a:off x="9221834" y="5182132"/>
            <a:ext cx="1269312" cy="311144"/>
          </a:xfrm>
          <a:prstGeom prst="bevel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lIns="35169" rIns="35169" anchor="ctr"/>
          <a:lstStyle/>
          <a:p>
            <a:pPr algn="ctr" defTabSz="76197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数据交换平台</a:t>
            </a:r>
            <a:endParaRPr lang="en-US" altLang="zh-CN" sz="10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8467076"/>
      </p:ext>
    </p:extLst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13659A9-C502-4C92-A57D-E9CCA25B5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59757" y="6534952"/>
            <a:ext cx="905435" cy="246952"/>
          </a:xfrm>
        </p:spPr>
        <p:txBody>
          <a:bodyPr/>
          <a:lstStyle/>
          <a:p>
            <a:fld id="{8592E714-8771-4256-B120-A1444CD7D5F3}" type="slidenum">
              <a:rPr lang="en-US" altLang="zh-CN" smtClean="0"/>
              <a:pPr/>
              <a:t>12</a:t>
            </a:fld>
            <a:endParaRPr lang="zh-CN"/>
          </a:p>
        </p:txBody>
      </p:sp>
      <p:sp>
        <p:nvSpPr>
          <p:cNvPr id="92" name="标题 91"/>
          <p:cNvSpPr>
            <a:spLocks noGrp="1"/>
          </p:cNvSpPr>
          <p:nvPr>
            <p:ph type="title"/>
          </p:nvPr>
        </p:nvSpPr>
        <p:spPr>
          <a:xfrm>
            <a:off x="6618261" y="326328"/>
            <a:ext cx="5331152" cy="369332"/>
          </a:xfrm>
        </p:spPr>
        <p:txBody>
          <a:bodyPr/>
          <a:lstStyle/>
          <a:p>
            <a:r>
              <a:rPr kumimoji="1" altLang="en-US" dirty="0"/>
              <a:t>平台</a:t>
            </a:r>
            <a:r>
              <a:rPr kumimoji="1" lang="zh-CN" altLang="en-US" dirty="0"/>
              <a:t>三期开发进度安排</a:t>
            </a:r>
            <a:endParaRPr lang="zh-CN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3AFC8BB-3673-4F64-AF13-CC1E88B9F0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332896"/>
              </p:ext>
            </p:extLst>
          </p:nvPr>
        </p:nvGraphicFramePr>
        <p:xfrm>
          <a:off x="395926" y="782425"/>
          <a:ext cx="11368725" cy="53827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5639">
                  <a:extLst>
                    <a:ext uri="{9D8B030D-6E8A-4147-A177-3AD203B41FA5}">
                      <a16:colId xmlns:a16="http://schemas.microsoft.com/office/drawing/2014/main" val="153523220"/>
                    </a:ext>
                  </a:extLst>
                </a:gridCol>
                <a:gridCol w="3429590">
                  <a:extLst>
                    <a:ext uri="{9D8B030D-6E8A-4147-A177-3AD203B41FA5}">
                      <a16:colId xmlns:a16="http://schemas.microsoft.com/office/drawing/2014/main" val="4079091501"/>
                    </a:ext>
                  </a:extLst>
                </a:gridCol>
                <a:gridCol w="7063496">
                  <a:extLst>
                    <a:ext uri="{9D8B030D-6E8A-4147-A177-3AD203B41FA5}">
                      <a16:colId xmlns:a16="http://schemas.microsoft.com/office/drawing/2014/main" val="2080256543"/>
                    </a:ext>
                  </a:extLst>
                </a:gridCol>
              </a:tblGrid>
              <a:tr h="20702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u="none" strike="noStrike" dirty="0">
                          <a:effectLst/>
                        </a:rPr>
                        <a:t>季度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u="none" strike="noStrike" dirty="0">
                          <a:effectLst/>
                        </a:rPr>
                        <a:t>一级功能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u="none" strike="noStrike" dirty="0">
                          <a:effectLst/>
                        </a:rPr>
                        <a:t>二级功能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extLst>
                  <a:ext uri="{0D108BD9-81ED-4DB2-BD59-A6C34878D82A}">
                    <a16:rowId xmlns:a16="http://schemas.microsoft.com/office/drawing/2014/main" val="1223207169"/>
                  </a:ext>
                </a:extLst>
              </a:tr>
              <a:tr h="207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Q1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移动端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任务事项、新闻公告、个人信息修改、消息提醒、通讯录、移动门户、企业微信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extLst>
                  <a:ext uri="{0D108BD9-81ED-4DB2-BD59-A6C34878D82A}">
                    <a16:rowId xmlns:a16="http://schemas.microsoft.com/office/drawing/2014/main" val="1006647799"/>
                  </a:ext>
                </a:extLst>
              </a:tr>
              <a:tr h="2070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待办、已办、待阅、已阅、</a:t>
                      </a:r>
                      <a:r>
                        <a:rPr lang="zh-CN" altLang="en-US" sz="1100" b="1" u="none" strike="noStrike" dirty="0">
                          <a:effectLst/>
                        </a:rPr>
                        <a:t>会签审批、并发审批、退回申请人、退回上一节点、批量审批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extLst>
                  <a:ext uri="{0D108BD9-81ED-4DB2-BD59-A6C34878D82A}">
                    <a16:rowId xmlns:a16="http://schemas.microsoft.com/office/drawing/2014/main" val="2525930949"/>
                  </a:ext>
                </a:extLst>
              </a:tr>
              <a:tr h="207027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Q2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</a:rPr>
                        <a:t>springboot</a:t>
                      </a:r>
                      <a:r>
                        <a:rPr lang="zh-CN" altLang="en-US" sz="1100" u="none" strike="noStrike" dirty="0">
                          <a:effectLst/>
                        </a:rPr>
                        <a:t>升级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u="none" strike="noStrike" dirty="0">
                          <a:effectLst/>
                        </a:rPr>
                        <a:t>1.6</a:t>
                      </a:r>
                      <a:r>
                        <a:rPr lang="zh-CN" altLang="en-US" sz="1100" u="none" strike="noStrike" dirty="0">
                          <a:effectLst/>
                        </a:rPr>
                        <a:t>升级为</a:t>
                      </a:r>
                      <a:r>
                        <a:rPr lang="en-US" altLang="zh-CN" sz="1100" u="none" strike="noStrike" dirty="0">
                          <a:effectLst/>
                        </a:rPr>
                        <a:t>2.X</a:t>
                      </a:r>
                      <a:r>
                        <a:rPr lang="zh-CN" altLang="en-US" sz="1100" u="none" strike="noStrike" dirty="0">
                          <a:effectLst/>
                        </a:rPr>
                        <a:t>，</a:t>
                      </a:r>
                      <a:r>
                        <a:rPr lang="zh-CN" altLang="en-US" sz="1100" b="1" u="none" strike="noStrike" dirty="0">
                          <a:effectLst/>
                        </a:rPr>
                        <a:t>平台向下兼容</a:t>
                      </a:r>
                      <a:r>
                        <a:rPr lang="zh-CN" altLang="en-US" sz="1100" u="none" strike="noStrike" dirty="0">
                          <a:effectLst/>
                        </a:rPr>
                        <a:t>、集成分布式事务组件，</a:t>
                      </a:r>
                      <a:r>
                        <a:rPr lang="en-US" altLang="zh-CN" sz="1100" u="none" strike="noStrike" dirty="0" err="1">
                          <a:effectLst/>
                        </a:rPr>
                        <a:t>seata+canal</a:t>
                      </a:r>
                      <a:r>
                        <a:rPr lang="zh-CN" altLang="en-US" sz="1100" u="none" strike="noStrike" dirty="0">
                          <a:effectLst/>
                        </a:rPr>
                        <a:t>、集成监控组件、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extLst>
                  <a:ext uri="{0D108BD9-81ED-4DB2-BD59-A6C34878D82A}">
                    <a16:rowId xmlns:a16="http://schemas.microsoft.com/office/drawing/2014/main" val="3717838765"/>
                  </a:ext>
                </a:extLst>
              </a:tr>
              <a:tr h="2070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springcloud</a:t>
                      </a:r>
                      <a:r>
                        <a:rPr lang="zh-CN" altLang="en-US" sz="1100" u="none" strike="noStrike">
                          <a:effectLst/>
                        </a:rPr>
                        <a:t>升级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</a:rPr>
                        <a:t>eureka、feign</a:t>
                      </a:r>
                      <a:r>
                        <a:rPr lang="en-US" sz="1100" u="none" strike="noStrike" dirty="0">
                          <a:effectLst/>
                        </a:rPr>
                        <a:t>、</a:t>
                      </a:r>
                      <a:r>
                        <a:rPr lang="zh-CN" altLang="en-US" sz="1100" u="none" strike="noStrike" dirty="0">
                          <a:effectLst/>
                        </a:rPr>
                        <a:t>熔断器、</a:t>
                      </a:r>
                      <a:r>
                        <a:rPr lang="en-US" sz="1100" u="none" strike="noStrike" dirty="0" err="1">
                          <a:effectLst/>
                        </a:rPr>
                        <a:t>zuul</a:t>
                      </a:r>
                      <a:r>
                        <a:rPr lang="zh-CN" altLang="en-US" sz="1100" u="none" strike="noStrike" dirty="0">
                          <a:effectLst/>
                        </a:rPr>
                        <a:t>升级、集成</a:t>
                      </a:r>
                      <a:r>
                        <a:rPr lang="en-US" sz="1100" u="none" strike="noStrike" dirty="0" err="1">
                          <a:effectLst/>
                        </a:rPr>
                        <a:t>Nacos</a:t>
                      </a:r>
                      <a:r>
                        <a:rPr lang="en-US" sz="1100" u="none" strike="noStrike" dirty="0">
                          <a:effectLst/>
                        </a:rPr>
                        <a:t>、</a:t>
                      </a:r>
                      <a:r>
                        <a:rPr lang="zh-CN" altLang="en-US" sz="1100" u="none" strike="noStrike" dirty="0">
                          <a:effectLst/>
                        </a:rPr>
                        <a:t>集成分布式附件存储组件</a:t>
                      </a:r>
                      <a:r>
                        <a:rPr lang="en-US" sz="1100" u="none" strike="noStrike" dirty="0" err="1">
                          <a:effectLst/>
                        </a:rPr>
                        <a:t>MinIO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extLst>
                  <a:ext uri="{0D108BD9-81ED-4DB2-BD59-A6C34878D82A}">
                    <a16:rowId xmlns:a16="http://schemas.microsoft.com/office/drawing/2014/main" val="2729002387"/>
                  </a:ext>
                </a:extLst>
              </a:tr>
              <a:tr h="2070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前端升级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u="none" strike="noStrike" dirty="0" err="1">
                          <a:effectLst/>
                        </a:rPr>
                        <a:t>Elementui</a:t>
                      </a:r>
                      <a:r>
                        <a:rPr lang="zh-CN" altLang="en-US" sz="1100" u="none" strike="noStrike" dirty="0">
                          <a:effectLst/>
                        </a:rPr>
                        <a:t>升级、自定义个人门户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extLst>
                  <a:ext uri="{0D108BD9-81ED-4DB2-BD59-A6C34878D82A}">
                    <a16:rowId xmlns:a16="http://schemas.microsoft.com/office/drawing/2014/main" val="1413725310"/>
                  </a:ext>
                </a:extLst>
              </a:tr>
              <a:tr h="2070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数据权限重构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1" u="none" strike="noStrike" dirty="0">
                          <a:effectLst/>
                        </a:rPr>
                        <a:t>角色数据权限</a:t>
                      </a:r>
                      <a:r>
                        <a:rPr lang="en-US" altLang="zh-CN" sz="1100" b="1" u="none" strike="noStrike" dirty="0">
                          <a:effectLst/>
                        </a:rPr>
                        <a:t>+</a:t>
                      </a:r>
                      <a:r>
                        <a:rPr lang="zh-CN" altLang="en-US" sz="1100" b="1" u="none" strike="noStrike" dirty="0">
                          <a:effectLst/>
                        </a:rPr>
                        <a:t>人员数据权限，修改数据权限实现方式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extLst>
                  <a:ext uri="{0D108BD9-81ED-4DB2-BD59-A6C34878D82A}">
                    <a16:rowId xmlns:a16="http://schemas.microsoft.com/office/drawing/2014/main" val="3893742964"/>
                  </a:ext>
                </a:extLst>
              </a:tr>
              <a:tr h="207027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Q3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人员管理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增加用户查询数据权限控制，根据角色的数据权限查询不同范围内的用户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extLst>
                  <a:ext uri="{0D108BD9-81ED-4DB2-BD59-A6C34878D82A}">
                    <a16:rowId xmlns:a16="http://schemas.microsoft.com/office/drawing/2014/main" val="2295915612"/>
                  </a:ext>
                </a:extLst>
              </a:tr>
              <a:tr h="2070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组织管理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增加组织查询数据权限控制，根据角色的数据权限查询不同范围内的组织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extLst>
                  <a:ext uri="{0D108BD9-81ED-4DB2-BD59-A6C34878D82A}">
                    <a16:rowId xmlns:a16="http://schemas.microsoft.com/office/drawing/2014/main" val="954916005"/>
                  </a:ext>
                </a:extLst>
              </a:tr>
              <a:tr h="2070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部门管理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部门管理功能优化，展示页面优化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extLst>
                  <a:ext uri="{0D108BD9-81ED-4DB2-BD59-A6C34878D82A}">
                    <a16:rowId xmlns:a16="http://schemas.microsoft.com/office/drawing/2014/main" val="2791992034"/>
                  </a:ext>
                </a:extLst>
              </a:tr>
              <a:tr h="2070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角色管理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增加角色查询数据权限控制，根据角色的数据权限查询不同范围内的角色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extLst>
                  <a:ext uri="{0D108BD9-81ED-4DB2-BD59-A6C34878D82A}">
                    <a16:rowId xmlns:a16="http://schemas.microsoft.com/office/drawing/2014/main" val="3249407921"/>
                  </a:ext>
                </a:extLst>
              </a:tr>
              <a:tr h="2070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支持</a:t>
                      </a:r>
                      <a:r>
                        <a:rPr lang="en-US" altLang="zh-CN" sz="1100" u="none" strike="noStrike">
                          <a:effectLst/>
                        </a:rPr>
                        <a:t>sql</a:t>
                      </a:r>
                      <a:r>
                        <a:rPr lang="zh-CN" altLang="en-US" sz="1100" u="none" strike="noStrike">
                          <a:effectLst/>
                        </a:rPr>
                        <a:t>自定义拼接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1" u="none" strike="noStrike" dirty="0">
                          <a:effectLst/>
                        </a:rPr>
                        <a:t>后端查询条件工具支持</a:t>
                      </a:r>
                      <a:r>
                        <a:rPr lang="en-US" altLang="zh-CN" sz="1100" b="1" u="none" strike="noStrike" dirty="0" err="1">
                          <a:effectLst/>
                        </a:rPr>
                        <a:t>sql</a:t>
                      </a:r>
                      <a:r>
                        <a:rPr lang="zh-CN" altLang="en-US" sz="1100" b="1" u="none" strike="noStrike" dirty="0">
                          <a:effectLst/>
                        </a:rPr>
                        <a:t>语句的拼接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extLst>
                  <a:ext uri="{0D108BD9-81ED-4DB2-BD59-A6C34878D82A}">
                    <a16:rowId xmlns:a16="http://schemas.microsoft.com/office/drawing/2014/main" val="3538270011"/>
                  </a:ext>
                </a:extLst>
              </a:tr>
              <a:tr h="2070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单据号生成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根据公司、部门、规则等生成单据的流水号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extLst>
                  <a:ext uri="{0D108BD9-81ED-4DB2-BD59-A6C34878D82A}">
                    <a16:rowId xmlns:a16="http://schemas.microsoft.com/office/drawing/2014/main" val="1266115956"/>
                  </a:ext>
                </a:extLst>
              </a:tr>
              <a:tr h="2070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弹窗可拖拽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前端弹出页面实现可以拖动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extLst>
                  <a:ext uri="{0D108BD9-81ED-4DB2-BD59-A6C34878D82A}">
                    <a16:rowId xmlns:a16="http://schemas.microsoft.com/office/drawing/2014/main" val="1695761492"/>
                  </a:ext>
                </a:extLst>
              </a:tr>
              <a:tr h="2070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接口管理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1" u="none" strike="noStrike" dirty="0">
                          <a:effectLst/>
                        </a:rPr>
                        <a:t>支持服务治理，服务授权，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extLst>
                  <a:ext uri="{0D108BD9-81ED-4DB2-BD59-A6C34878D82A}">
                    <a16:rowId xmlns:a16="http://schemas.microsoft.com/office/drawing/2014/main" val="671235954"/>
                  </a:ext>
                </a:extLst>
              </a:tr>
              <a:tr h="2070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流程管理优化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1" u="none" strike="noStrike" dirty="0">
                          <a:effectLst/>
                        </a:rPr>
                        <a:t>支持取回时跳过自审批节点</a:t>
                      </a:r>
                      <a:r>
                        <a:rPr lang="en-US" altLang="zh-CN" sz="1100" b="1" u="none" strike="noStrike" dirty="0">
                          <a:effectLst/>
                        </a:rPr>
                        <a:t>;</a:t>
                      </a:r>
                      <a:r>
                        <a:rPr lang="zh-CN" altLang="en-US" sz="1100" b="1" u="none" strike="noStrike" dirty="0">
                          <a:effectLst/>
                        </a:rPr>
                        <a:t>性能、代码优化</a:t>
                      </a:r>
                      <a:r>
                        <a:rPr lang="en-US" altLang="zh-CN" sz="1100" b="1" u="none" strike="noStrike" dirty="0">
                          <a:effectLst/>
                        </a:rPr>
                        <a:t>;</a:t>
                      </a:r>
                      <a:r>
                        <a:rPr lang="zh-CN" altLang="en-US" sz="1100" u="none" strike="noStrike" dirty="0">
                          <a:effectLst/>
                        </a:rPr>
                        <a:t>流程引擎提供代办任务的推送，失败机制处理，基于主流协议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extLst>
                  <a:ext uri="{0D108BD9-81ED-4DB2-BD59-A6C34878D82A}">
                    <a16:rowId xmlns:a16="http://schemas.microsoft.com/office/drawing/2014/main" val="103620484"/>
                  </a:ext>
                </a:extLst>
              </a:tr>
              <a:tr h="207027"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Q4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tc rowSpan="5"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流程设计器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优化流程引擎</a:t>
                      </a:r>
                      <a:r>
                        <a:rPr lang="en-US" altLang="zh-CN" sz="1100" u="none" strike="noStrike">
                          <a:effectLst/>
                        </a:rPr>
                        <a:t>sql</a:t>
                      </a:r>
                      <a:r>
                        <a:rPr lang="zh-CN" altLang="en-US" sz="1100" u="none" strike="noStrike">
                          <a:effectLst/>
                        </a:rPr>
                        <a:t>规则，流程设计器中集成</a:t>
                      </a:r>
                      <a:r>
                        <a:rPr lang="en-US" altLang="zh-CN" sz="1100" u="none" strike="noStrike">
                          <a:effectLst/>
                        </a:rPr>
                        <a:t>sql</a:t>
                      </a:r>
                      <a:r>
                        <a:rPr lang="zh-CN" altLang="en-US" sz="1100" u="none" strike="noStrike">
                          <a:effectLst/>
                        </a:rPr>
                        <a:t>规则进行选人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extLst>
                  <a:ext uri="{0D108BD9-81ED-4DB2-BD59-A6C34878D82A}">
                    <a16:rowId xmlns:a16="http://schemas.microsoft.com/office/drawing/2014/main" val="1283565277"/>
                  </a:ext>
                </a:extLst>
              </a:tr>
              <a:tr h="2070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优化流程设计器，屏蔽没有使用的选项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extLst>
                  <a:ext uri="{0D108BD9-81ED-4DB2-BD59-A6C34878D82A}">
                    <a16:rowId xmlns:a16="http://schemas.microsoft.com/office/drawing/2014/main" val="2950823689"/>
                  </a:ext>
                </a:extLst>
              </a:tr>
              <a:tr h="2070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优化超时任务，支持任务到期自动审批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extLst>
                  <a:ext uri="{0D108BD9-81ED-4DB2-BD59-A6C34878D82A}">
                    <a16:rowId xmlns:a16="http://schemas.microsoft.com/office/drawing/2014/main" val="1214729506"/>
                  </a:ext>
                </a:extLst>
              </a:tr>
              <a:tr h="2070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1" u="none" strike="noStrike" dirty="0">
                          <a:effectLst/>
                        </a:rPr>
                        <a:t>支持规则任务，任务可以设置自定义规则，方便业务判断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extLst>
                  <a:ext uri="{0D108BD9-81ED-4DB2-BD59-A6C34878D82A}">
                    <a16:rowId xmlns:a16="http://schemas.microsoft.com/office/drawing/2014/main" val="320457431"/>
                  </a:ext>
                </a:extLst>
              </a:tr>
              <a:tr h="2070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1" u="none" strike="noStrike" dirty="0">
                          <a:effectLst/>
                        </a:rPr>
                        <a:t>流程判断增加四则混合运算，提供分组规则设置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extLst>
                  <a:ext uri="{0D108BD9-81ED-4DB2-BD59-A6C34878D82A}">
                    <a16:rowId xmlns:a16="http://schemas.microsoft.com/office/drawing/2014/main" val="3389688351"/>
                  </a:ext>
                </a:extLst>
              </a:tr>
              <a:tr h="2070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代码生成器优化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横向多</a:t>
                      </a:r>
                      <a:r>
                        <a:rPr lang="en-US" altLang="zh-CN" sz="1100" u="none" strike="noStrike" dirty="0">
                          <a:effectLst/>
                        </a:rPr>
                        <a:t>tab</a:t>
                      </a:r>
                      <a:r>
                        <a:rPr lang="zh-CN" altLang="en-US" sz="1100" u="none" strike="noStrike" dirty="0">
                          <a:effectLst/>
                        </a:rPr>
                        <a:t>模板开发，增加代码生成器支持的场景，</a:t>
                      </a:r>
                      <a:r>
                        <a:rPr lang="zh-CN" altLang="en-US" sz="1100" b="1" u="none" strike="noStrike" dirty="0">
                          <a:effectLst/>
                        </a:rPr>
                        <a:t>支持模型定义，模型反向生成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extLst>
                  <a:ext uri="{0D108BD9-81ED-4DB2-BD59-A6C34878D82A}">
                    <a16:rowId xmlns:a16="http://schemas.microsoft.com/office/drawing/2014/main" val="31400264"/>
                  </a:ext>
                </a:extLst>
              </a:tr>
              <a:tr h="2070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竖向多</a:t>
                      </a:r>
                      <a:r>
                        <a:rPr lang="en-US" altLang="zh-CN" sz="1100" u="none" strike="noStrike">
                          <a:effectLst/>
                        </a:rPr>
                        <a:t>tab</a:t>
                      </a:r>
                      <a:r>
                        <a:rPr lang="zh-CN" altLang="en-US" sz="1100" u="none" strike="noStrike">
                          <a:effectLst/>
                        </a:rPr>
                        <a:t>模板开发，增加代码生成器支持的场景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extLst>
                  <a:ext uri="{0D108BD9-81ED-4DB2-BD59-A6C34878D82A}">
                    <a16:rowId xmlns:a16="http://schemas.microsoft.com/office/drawing/2014/main" val="3692462927"/>
                  </a:ext>
                </a:extLst>
              </a:tr>
              <a:tr h="2070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树形表格列表模板开发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extLst>
                  <a:ext uri="{0D108BD9-81ED-4DB2-BD59-A6C34878D82A}">
                    <a16:rowId xmlns:a16="http://schemas.microsoft.com/office/drawing/2014/main" val="3164265955"/>
                  </a:ext>
                </a:extLst>
              </a:tr>
              <a:tr h="2070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公司树形表格列表模板组件开发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extLst>
                  <a:ext uri="{0D108BD9-81ED-4DB2-BD59-A6C34878D82A}">
                    <a16:rowId xmlns:a16="http://schemas.microsoft.com/office/drawing/2014/main" val="3506104134"/>
                  </a:ext>
                </a:extLst>
              </a:tr>
              <a:tr h="2070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部门树形表格列表模板组件开发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977" marR="5977" marT="5977" marB="0" anchor="ctr"/>
                </a:tc>
                <a:extLst>
                  <a:ext uri="{0D108BD9-81ED-4DB2-BD59-A6C34878D82A}">
                    <a16:rowId xmlns:a16="http://schemas.microsoft.com/office/drawing/2014/main" val="2532793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4354077"/>
      </p:ext>
    </p:extLst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标题 91"/>
          <p:cNvSpPr>
            <a:spLocks noGrp="1"/>
          </p:cNvSpPr>
          <p:nvPr>
            <p:ph type="title"/>
          </p:nvPr>
        </p:nvSpPr>
        <p:spPr>
          <a:xfrm>
            <a:off x="6618261" y="326328"/>
            <a:ext cx="5331152" cy="369332"/>
          </a:xfrm>
        </p:spPr>
        <p:txBody>
          <a:bodyPr/>
          <a:lstStyle/>
          <a:p>
            <a:r>
              <a:rPr kumimoji="1" altLang="en-US" dirty="0"/>
              <a:t>平台</a:t>
            </a:r>
            <a:r>
              <a:rPr kumimoji="1" lang="zh-CN" altLang="en-US" dirty="0"/>
              <a:t>费用摊分建议</a:t>
            </a:r>
            <a:endParaRPr lang="zh-CN" altLang="en-US" dirty="0"/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0639D3C3-6D33-40A0-A9E9-22A630D4A8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46340"/>
              </p:ext>
            </p:extLst>
          </p:nvPr>
        </p:nvGraphicFramePr>
        <p:xfrm>
          <a:off x="575035" y="1065228"/>
          <a:ext cx="11085919" cy="470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2763">
                  <a:extLst>
                    <a:ext uri="{9D8B030D-6E8A-4147-A177-3AD203B41FA5}">
                      <a16:colId xmlns:a16="http://schemas.microsoft.com/office/drawing/2014/main" val="2593593850"/>
                    </a:ext>
                  </a:extLst>
                </a:gridCol>
                <a:gridCol w="852763">
                  <a:extLst>
                    <a:ext uri="{9D8B030D-6E8A-4147-A177-3AD203B41FA5}">
                      <a16:colId xmlns:a16="http://schemas.microsoft.com/office/drawing/2014/main" val="535335550"/>
                    </a:ext>
                  </a:extLst>
                </a:gridCol>
                <a:gridCol w="852763">
                  <a:extLst>
                    <a:ext uri="{9D8B030D-6E8A-4147-A177-3AD203B41FA5}">
                      <a16:colId xmlns:a16="http://schemas.microsoft.com/office/drawing/2014/main" val="2188104358"/>
                    </a:ext>
                  </a:extLst>
                </a:gridCol>
                <a:gridCol w="852763">
                  <a:extLst>
                    <a:ext uri="{9D8B030D-6E8A-4147-A177-3AD203B41FA5}">
                      <a16:colId xmlns:a16="http://schemas.microsoft.com/office/drawing/2014/main" val="3284322780"/>
                    </a:ext>
                  </a:extLst>
                </a:gridCol>
                <a:gridCol w="852763">
                  <a:extLst>
                    <a:ext uri="{9D8B030D-6E8A-4147-A177-3AD203B41FA5}">
                      <a16:colId xmlns:a16="http://schemas.microsoft.com/office/drawing/2014/main" val="3375308622"/>
                    </a:ext>
                  </a:extLst>
                </a:gridCol>
                <a:gridCol w="852763">
                  <a:extLst>
                    <a:ext uri="{9D8B030D-6E8A-4147-A177-3AD203B41FA5}">
                      <a16:colId xmlns:a16="http://schemas.microsoft.com/office/drawing/2014/main" val="2869606286"/>
                    </a:ext>
                  </a:extLst>
                </a:gridCol>
                <a:gridCol w="852763">
                  <a:extLst>
                    <a:ext uri="{9D8B030D-6E8A-4147-A177-3AD203B41FA5}">
                      <a16:colId xmlns:a16="http://schemas.microsoft.com/office/drawing/2014/main" val="1452443283"/>
                    </a:ext>
                  </a:extLst>
                </a:gridCol>
                <a:gridCol w="852763">
                  <a:extLst>
                    <a:ext uri="{9D8B030D-6E8A-4147-A177-3AD203B41FA5}">
                      <a16:colId xmlns:a16="http://schemas.microsoft.com/office/drawing/2014/main" val="2974171569"/>
                    </a:ext>
                  </a:extLst>
                </a:gridCol>
                <a:gridCol w="852763">
                  <a:extLst>
                    <a:ext uri="{9D8B030D-6E8A-4147-A177-3AD203B41FA5}">
                      <a16:colId xmlns:a16="http://schemas.microsoft.com/office/drawing/2014/main" val="835184850"/>
                    </a:ext>
                  </a:extLst>
                </a:gridCol>
                <a:gridCol w="852763">
                  <a:extLst>
                    <a:ext uri="{9D8B030D-6E8A-4147-A177-3AD203B41FA5}">
                      <a16:colId xmlns:a16="http://schemas.microsoft.com/office/drawing/2014/main" val="1285564694"/>
                    </a:ext>
                  </a:extLst>
                </a:gridCol>
                <a:gridCol w="852763">
                  <a:extLst>
                    <a:ext uri="{9D8B030D-6E8A-4147-A177-3AD203B41FA5}">
                      <a16:colId xmlns:a16="http://schemas.microsoft.com/office/drawing/2014/main" val="2883093256"/>
                    </a:ext>
                  </a:extLst>
                </a:gridCol>
                <a:gridCol w="852763">
                  <a:extLst>
                    <a:ext uri="{9D8B030D-6E8A-4147-A177-3AD203B41FA5}">
                      <a16:colId xmlns:a16="http://schemas.microsoft.com/office/drawing/2014/main" val="612790649"/>
                    </a:ext>
                  </a:extLst>
                </a:gridCol>
                <a:gridCol w="852763">
                  <a:extLst>
                    <a:ext uri="{9D8B030D-6E8A-4147-A177-3AD203B41FA5}">
                      <a16:colId xmlns:a16="http://schemas.microsoft.com/office/drawing/2014/main" val="1345458588"/>
                    </a:ext>
                  </a:extLst>
                </a:gridCol>
              </a:tblGrid>
              <a:tr h="58799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　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内蒙智慧检务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北控水务集团</a:t>
                      </a:r>
                      <a:r>
                        <a:rPr lang="en-US" altLang="zh-CN" sz="1000" u="none" strike="noStrike" dirty="0">
                          <a:effectLst/>
                        </a:rPr>
                        <a:t>HR</a:t>
                      </a:r>
                      <a:r>
                        <a:rPr lang="zh-CN" altLang="en-US" sz="1000" u="none" strike="noStrike" dirty="0">
                          <a:effectLst/>
                        </a:rPr>
                        <a:t>门户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三重一大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中建材信息数字化人力资源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中建材集团门户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中国建材集团新人力资源系统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智能视频分析项目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中国建材集团数据交换平台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香港</a:t>
                      </a:r>
                      <a:r>
                        <a:rPr lang="en-US" sz="1000" u="none" strike="noStrike" dirty="0">
                          <a:effectLst/>
                        </a:rPr>
                        <a:t>cmi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上海供应链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内部</a:t>
                      </a:r>
                      <a:r>
                        <a:rPr lang="en-US" sz="1000" u="none" strike="noStrike" dirty="0">
                          <a:effectLst/>
                        </a:rPr>
                        <a:t>portal</a:t>
                      </a:r>
                      <a:r>
                        <a:rPr lang="zh-CN" altLang="en-US" sz="1000" u="none" strike="noStrike" dirty="0">
                          <a:effectLst/>
                        </a:rPr>
                        <a:t>系统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其他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extLst>
                  <a:ext uri="{0D108BD9-81ED-4DB2-BD59-A6C34878D82A}">
                    <a16:rowId xmlns:a16="http://schemas.microsoft.com/office/drawing/2014/main" val="2623872045"/>
                  </a:ext>
                </a:extLst>
              </a:tr>
              <a:tr h="58799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</a:rPr>
                        <a:t>800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</a:rPr>
                        <a:t>100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</a:rPr>
                        <a:t>230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</a:rPr>
                        <a:t>200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</a:rPr>
                        <a:t>100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</a:rPr>
                        <a:t>500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</a:rPr>
                        <a:t>100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</a:rPr>
                        <a:t>200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</a:rPr>
                        <a:t>800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</a:rPr>
                        <a:t>100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</a:rPr>
                        <a:t>135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</a:rPr>
                        <a:t>1000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extLst>
                  <a:ext uri="{0D108BD9-81ED-4DB2-BD59-A6C34878D82A}">
                    <a16:rowId xmlns:a16="http://schemas.microsoft.com/office/drawing/2014/main" val="1370642461"/>
                  </a:ext>
                </a:extLst>
              </a:tr>
              <a:tr h="58799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平台核心</a:t>
                      </a:r>
                      <a:endParaRPr lang="en-US" altLang="zh-CN" sz="12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组件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3%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3%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</a:rPr>
                        <a:t>3%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3%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</a:rPr>
                        <a:t>3%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3%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3%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3%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3%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3%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3%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extLst>
                  <a:ext uri="{0D108BD9-81ED-4DB2-BD59-A6C34878D82A}">
                    <a16:rowId xmlns:a16="http://schemas.microsoft.com/office/drawing/2014/main" val="3961310141"/>
                  </a:ext>
                </a:extLst>
              </a:tr>
              <a:tr h="58799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流程审批</a:t>
                      </a:r>
                      <a:endParaRPr lang="en-US" altLang="zh-CN" sz="12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组件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2%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2%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2%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</a:rPr>
                        <a:t>2%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</a:rPr>
                        <a:t>2%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2%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2%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2%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extLst>
                  <a:ext uri="{0D108BD9-81ED-4DB2-BD59-A6C34878D82A}">
                    <a16:rowId xmlns:a16="http://schemas.microsoft.com/office/drawing/2014/main" val="3710139702"/>
                  </a:ext>
                </a:extLst>
              </a:tr>
              <a:tr h="58799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移动端开发组件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1%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1%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1%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1%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</a:rPr>
                        <a:t>1%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1%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extLst>
                  <a:ext uri="{0D108BD9-81ED-4DB2-BD59-A6C34878D82A}">
                    <a16:rowId xmlns:a16="http://schemas.microsoft.com/office/drawing/2014/main" val="1157028642"/>
                  </a:ext>
                </a:extLst>
              </a:tr>
              <a:tr h="58799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百分比</a:t>
                      </a:r>
                      <a:endParaRPr lang="en-US" altLang="zh-CN" sz="12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汇总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effectLst/>
                        </a:rPr>
                        <a:t>5%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effectLst/>
                        </a:rPr>
                        <a:t>6%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effectLst/>
                        </a:rPr>
                        <a:t>3%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effectLst/>
                        </a:rPr>
                        <a:t>5%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effectLst/>
                        </a:rPr>
                        <a:t>4%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effectLst/>
                        </a:rPr>
                        <a:t>6%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effectLst/>
                        </a:rPr>
                        <a:t>6%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effectLst/>
                        </a:rPr>
                        <a:t>3%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effectLst/>
                        </a:rPr>
                        <a:t>6%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effectLst/>
                        </a:rPr>
                        <a:t>5%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effectLst/>
                        </a:rPr>
                        <a:t>1%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u="none" strike="noStrike">
                          <a:effectLst/>
                        </a:rPr>
                        <a:t>6%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extLst>
                  <a:ext uri="{0D108BD9-81ED-4DB2-BD59-A6C34878D82A}">
                    <a16:rowId xmlns:a16="http://schemas.microsoft.com/office/drawing/2014/main" val="1548900606"/>
                  </a:ext>
                </a:extLst>
              </a:tr>
              <a:tr h="58799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费用分摊</a:t>
                      </a:r>
                      <a:endParaRPr lang="en-US" altLang="zh-CN" sz="12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汇总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40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effectLst/>
                        </a:rPr>
                        <a:t>6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6.9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10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4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30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6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6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48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5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effectLst/>
                        </a:rPr>
                        <a:t>1.35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u="none" strike="noStrike" dirty="0">
                          <a:effectLst/>
                        </a:rPr>
                        <a:t>60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extLst>
                  <a:ext uri="{0D108BD9-81ED-4DB2-BD59-A6C34878D82A}">
                    <a16:rowId xmlns:a16="http://schemas.microsoft.com/office/drawing/2014/main" val="2155325292"/>
                  </a:ext>
                </a:extLst>
              </a:tr>
              <a:tr h="58799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总计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effectLst/>
                        </a:rPr>
                        <a:t>223.25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79" marR="5779" marT="5779" marB="0" anchor="ctr"/>
                </a:tc>
                <a:extLst>
                  <a:ext uri="{0D108BD9-81ED-4DB2-BD59-A6C34878D82A}">
                    <a16:rowId xmlns:a16="http://schemas.microsoft.com/office/drawing/2014/main" val="2789544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2307794"/>
      </p:ext>
    </p:extLst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A0728BE-A2DC-451C-8F09-599C9CA36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8194" y="301739"/>
            <a:ext cx="5330457" cy="418513"/>
          </a:xfrm>
          <a:noFill/>
        </p:spPr>
        <p:txBody>
          <a:bodyPr vert="horz" wrap="square" lIns="121920" tIns="60960" rIns="121920" bIns="60960" rtlCol="0" anchor="ctr" anchorCtr="0">
            <a:spAutoFit/>
          </a:bodyPr>
          <a:lstStyle/>
          <a:p>
            <a:r>
              <a:rPr altLang="en-US" sz="2133" dirty="0">
                <a:latin typeface="Microsoft YaHei" charset="-122"/>
                <a:ea typeface="Microsoft YaHei" charset="-122"/>
              </a:rPr>
              <a:t>平台</a:t>
            </a:r>
            <a:r>
              <a:rPr lang="zh-CN" altLang="en-US" sz="2133" dirty="0">
                <a:latin typeface="Microsoft YaHei" charset="-122"/>
                <a:ea typeface="Microsoft YaHei" charset="-122"/>
              </a:rPr>
              <a:t>面临的问题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8D3BB1-D533-4A3E-9C9C-0D8C137D4BE4}"/>
              </a:ext>
            </a:extLst>
          </p:cNvPr>
          <p:cNvSpPr txBox="1"/>
          <p:nvPr/>
        </p:nvSpPr>
        <p:spPr>
          <a:xfrm>
            <a:off x="1263192" y="1319753"/>
            <a:ext cx="5355002" cy="47589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某些项目组人员技术水平欠佳，需要平台组投入支持为项目组的交付保驾护航。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微服务架构、前后端开发模式也是一把双刃剑，可以解决企业痛点问题但同时也增加了一定的开发成本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通用开发平台要适配多种行业、多种领域系统，业务变化较复杂，存在一定的抽象难度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/>
              <a:t>面对多个项目经理、多个项目，需求众口难调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/>
              <a:t>平台功能欠完善，例如：权限管理、移动端代码生成、</a:t>
            </a:r>
            <a:r>
              <a:rPr lang="en-US" altLang="zh-CN" dirty="0" err="1"/>
              <a:t>springcloud</a:t>
            </a:r>
            <a:r>
              <a:rPr lang="zh-CN" altLang="en-US" dirty="0"/>
              <a:t>组件升级、微服务监控、报表引擎等</a:t>
            </a: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A08AE973-5AAA-468D-A667-50D2469AD26A}"/>
              </a:ext>
            </a:extLst>
          </p:cNvPr>
          <p:cNvSpPr/>
          <p:nvPr/>
        </p:nvSpPr>
        <p:spPr>
          <a:xfrm>
            <a:off x="6853287" y="2658359"/>
            <a:ext cx="914400" cy="942680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解决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F1D11D7-D3FA-4EFA-8BF0-D3B06EC37941}"/>
              </a:ext>
            </a:extLst>
          </p:cNvPr>
          <p:cNvSpPr txBox="1"/>
          <p:nvPr/>
        </p:nvSpPr>
        <p:spPr>
          <a:xfrm>
            <a:off x="7910661" y="1868080"/>
            <a:ext cx="3712590" cy="31393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希望尽量保持人员稳定，同时预计新增</a:t>
            </a:r>
            <a:r>
              <a:rPr lang="en-US" altLang="zh-CN" dirty="0"/>
              <a:t>1</a:t>
            </a:r>
            <a:r>
              <a:rPr lang="zh-CN" altLang="en-US" dirty="0"/>
              <a:t>位具备</a:t>
            </a:r>
            <a:r>
              <a:rPr lang="en-US" altLang="zh-CN" dirty="0" err="1"/>
              <a:t>.net</a:t>
            </a:r>
            <a:r>
              <a:rPr lang="zh-CN" altLang="en-US" dirty="0"/>
              <a:t>技术背景人员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和工程部资源池、</a:t>
            </a:r>
            <a:r>
              <a:rPr lang="en-US" altLang="zh-CN" dirty="0" err="1"/>
              <a:t>pmo</a:t>
            </a:r>
            <a:r>
              <a:rPr lang="zh-CN" altLang="en-US" dirty="0"/>
              <a:t>共同制定通用需求评审方案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平台组、项目组增加互动，项目组冗余资源可以到平台组开发。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9915620"/>
      </p:ext>
    </p:extLst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2211275" y="2378510"/>
            <a:ext cx="2733566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cs typeface="+mn-ea"/>
                <a:sym typeface="+mn-lt"/>
              </a:rPr>
              <a:t>感谢关注</a:t>
            </a:r>
            <a:endParaRPr lang="en-US" altLang="zh-CN" sz="3600" b="1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en-US" altLang="zh-CN" sz="300">
              <a:solidFill>
                <a:schemeClr val="bg1"/>
              </a:solidFill>
              <a:cs typeface="+mn-ea"/>
              <a:sym typeface="+mn-lt"/>
            </a:endParaRPr>
          </a:p>
          <a:p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THANK YOU</a:t>
            </a:r>
          </a:p>
          <a:p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FOR</a:t>
            </a:r>
          </a:p>
          <a:p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WATCHING</a:t>
            </a:r>
          </a:p>
        </p:txBody>
      </p:sp>
      <p:sp>
        <p:nvSpPr>
          <p:cNvPr id="2" name="矩形 1"/>
          <p:cNvSpPr/>
          <p:nvPr/>
        </p:nvSpPr>
        <p:spPr>
          <a:xfrm>
            <a:off x="9126697" y="1636896"/>
            <a:ext cx="946413" cy="4126480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chemeClr val="bg1"/>
                </a:solidFill>
                <a:cs typeface="+mn-ea"/>
                <a:sym typeface="+mn-lt"/>
              </a:rPr>
              <a:t>能为推动这个社会某个方面的进步有所贡献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我们团队的理想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269785" y="3992587"/>
            <a:ext cx="2666210" cy="312633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证券简称：中建信息　证券代码：</a:t>
            </a:r>
            <a:r>
              <a:rPr lang="en-US" altLang="zh-CN" sz="1050" dirty="0">
                <a:solidFill>
                  <a:schemeClr val="bg1"/>
                </a:solidFill>
                <a:cs typeface="+mn-ea"/>
                <a:sym typeface="+mn-lt"/>
              </a:rPr>
              <a:t>834082</a:t>
            </a:r>
          </a:p>
        </p:txBody>
      </p:sp>
      <p:sp>
        <p:nvSpPr>
          <p:cNvPr id="5" name="直角三角形 4"/>
          <p:cNvSpPr/>
          <p:nvPr/>
        </p:nvSpPr>
        <p:spPr>
          <a:xfrm rot="18900000" flipH="1">
            <a:off x="-1518959" y="2320936"/>
            <a:ext cx="751919" cy="751919"/>
          </a:xfrm>
          <a:prstGeom prst="rtTriangle">
            <a:avLst/>
          </a:prstGeom>
          <a:solidFill>
            <a:schemeClr val="bg1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>
              <a:cs typeface="+mn-ea"/>
              <a:sym typeface="+mn-lt"/>
            </a:endParaRPr>
          </a:p>
        </p:txBody>
      </p:sp>
      <p:grpSp>
        <p:nvGrpSpPr>
          <p:cNvPr id="6" name="组合 9"/>
          <p:cNvGrpSpPr/>
          <p:nvPr/>
        </p:nvGrpSpPr>
        <p:grpSpPr>
          <a:xfrm rot="8100000" flipH="1">
            <a:off x="-1322876" y="2521777"/>
            <a:ext cx="350228" cy="350228"/>
            <a:chOff x="7300686" y="943429"/>
            <a:chExt cx="624114" cy="624114"/>
          </a:xfrm>
        </p:grpSpPr>
        <p:cxnSp>
          <p:nvCxnSpPr>
            <p:cNvPr id="7" name="直接连接符 10"/>
            <p:cNvCxnSpPr/>
            <p:nvPr/>
          </p:nvCxnSpPr>
          <p:spPr>
            <a:xfrm>
              <a:off x="7300686" y="943429"/>
              <a:ext cx="624114" cy="0"/>
            </a:xfrm>
            <a:prstGeom prst="line">
              <a:avLst/>
            </a:prstGeom>
            <a:ln w="127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11"/>
            <p:cNvCxnSpPr/>
            <p:nvPr/>
          </p:nvCxnSpPr>
          <p:spPr>
            <a:xfrm rot="16200000">
              <a:off x="7612743" y="1255486"/>
              <a:ext cx="624114" cy="0"/>
            </a:xfrm>
            <a:prstGeom prst="line">
              <a:avLst/>
            </a:prstGeom>
            <a:ln w="127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13"/>
          <p:cNvGrpSpPr/>
          <p:nvPr/>
        </p:nvGrpSpPr>
        <p:grpSpPr>
          <a:xfrm rot="13500000">
            <a:off x="13222908" y="2583211"/>
            <a:ext cx="227360" cy="227360"/>
            <a:chOff x="7300686" y="943429"/>
            <a:chExt cx="624114" cy="624114"/>
          </a:xfrm>
        </p:grpSpPr>
        <p:cxnSp>
          <p:nvCxnSpPr>
            <p:cNvPr id="11" name="直接连接符 14"/>
            <p:cNvCxnSpPr/>
            <p:nvPr/>
          </p:nvCxnSpPr>
          <p:spPr>
            <a:xfrm>
              <a:off x="7300686" y="943429"/>
              <a:ext cx="624114" cy="0"/>
            </a:xfrm>
            <a:prstGeom prst="line">
              <a:avLst/>
            </a:prstGeom>
            <a:ln w="12700">
              <a:solidFill>
                <a:schemeClr val="bg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6"/>
            <p:cNvCxnSpPr/>
            <p:nvPr/>
          </p:nvCxnSpPr>
          <p:spPr>
            <a:xfrm rot="16200000">
              <a:off x="7612743" y="1255486"/>
              <a:ext cx="624114" cy="0"/>
            </a:xfrm>
            <a:prstGeom prst="line">
              <a:avLst/>
            </a:prstGeom>
            <a:ln w="12700">
              <a:solidFill>
                <a:schemeClr val="bg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56546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EB4C686A529119419ACD78A48A0DA9B9" ma:contentTypeVersion="3" ma:contentTypeDescription="新建文档。" ma:contentTypeScope="" ma:versionID="4ea681f770fc37a5ec1f553e616cf2c8">
  <xsd:schema xmlns:xsd="http://www.w3.org/2001/XMLSchema" xmlns:xs="http://www.w3.org/2001/XMLSchema" xmlns:p="http://schemas.microsoft.com/office/2006/metadata/properties" xmlns:ns3="0b669a49-c6f3-4933-b1b5-bf59ec34e719" targetNamespace="http://schemas.microsoft.com/office/2006/metadata/properties" ma:root="true" ma:fieldsID="7ede480448181924f2ec7eca2c1a30fc" ns3:_="">
    <xsd:import namespace="0b669a49-c6f3-4933-b1b5-bf59ec34e71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669a49-c6f3-4933-b1b5-bf59ec34e71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享对象: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享对象详细信息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共享提示哈希" ma:description="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CE2ED54-DC1F-4293-A5F4-98772CB1D648}">
  <ds:schemaRefs>
    <ds:schemaRef ds:uri="0b669a49-c6f3-4933-b1b5-bf59ec34e719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E20F3C6-54C6-4D9A-AAD2-8AEC0FBAF5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3E1E19A-F4E5-4AB3-99AE-1D7B3697B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669a49-c6f3-4933-b1b5-bf59ec34e71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1414</TotalTime>
  <Words>2412</Words>
  <Application>Microsoft Office PowerPoint</Application>
  <PresentationFormat>自定义</PresentationFormat>
  <Paragraphs>370</Paragraphs>
  <Slides>15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HelveticaNeueLT Std Med</vt:lpstr>
      <vt:lpstr>Microsoft YaHei Light</vt:lpstr>
      <vt:lpstr>等线</vt:lpstr>
      <vt:lpstr>汉仪旗黑-75W</vt:lpstr>
      <vt:lpstr>汉仪旗黑-85S</vt:lpstr>
      <vt:lpstr>华文细黑</vt:lpstr>
      <vt:lpstr>宋体</vt:lpstr>
      <vt:lpstr>微软雅黑</vt:lpstr>
      <vt:lpstr>微软雅黑</vt:lpstr>
      <vt:lpstr>Arial</vt:lpstr>
      <vt:lpstr>Calibri</vt:lpstr>
      <vt:lpstr>Calibri Light</vt:lpstr>
      <vt:lpstr>Segoe UI</vt:lpstr>
      <vt:lpstr>Wingdings</vt:lpstr>
      <vt:lpstr>Office 主题</vt:lpstr>
      <vt:lpstr>PowerPoint 演示文稿</vt:lpstr>
      <vt:lpstr>平台支持的项目</vt:lpstr>
      <vt:lpstr>平台运维情况</vt:lpstr>
      <vt:lpstr>平台需求管理规范</vt:lpstr>
      <vt:lpstr>平台技术支持管理规范</vt:lpstr>
      <vt:lpstr>平台功能规划</vt:lpstr>
      <vt:lpstr>平台定位</vt:lpstr>
      <vt:lpstr>竞品分析</vt:lpstr>
      <vt:lpstr>平台考核</vt:lpstr>
      <vt:lpstr>平台价值</vt:lpstr>
      <vt:lpstr>平台开发进度</vt:lpstr>
      <vt:lpstr>平台三期开发进度安排</vt:lpstr>
      <vt:lpstr>平台费用摊分建议</vt:lpstr>
      <vt:lpstr>平台面临的问题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王 伟</cp:lastModifiedBy>
  <cp:revision>2861</cp:revision>
  <cp:lastPrinted>2017-09-05T02:44:28Z</cp:lastPrinted>
  <dcterms:created xsi:type="dcterms:W3CDTF">2015-02-07T06:47:43Z</dcterms:created>
  <dcterms:modified xsi:type="dcterms:W3CDTF">2020-03-19T15:43:06Z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0x010100EB4C686A529119419ACD78A48A0DA9B9</vt:lpwstr>
  </property>
</Properties>
</file>